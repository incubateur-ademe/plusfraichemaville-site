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57" r:id="rId8"/>
    <p:sldId id="258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3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15195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{{n°_solution}} : {{titre_fiche_solution}}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763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860182" y="2347002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  <a:p>
            <a:endParaRPr lang="fr-FR" sz="15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5" y="4853531"/>
            <a:ext cx="194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581955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377409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}}</a:t>
            </a:r>
            <a:endParaRPr lang="fr-FR" dirty="0">
              <a:latin typeface="Aptos" panose="020B0004020202020204" pitchFamily="34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538776" y="1974626"/>
            <a:ext cx="1625783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/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2"/>
            <a:ext cx="7173528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300" dirty="0">
                <a:latin typeface="Aptos"/>
              </a:rPr>
              <a:t>{{</a:t>
            </a:r>
            <a:r>
              <a:rPr lang="fr-FR" sz="1300" dirty="0" err="1">
                <a:latin typeface="Aptos"/>
              </a:rPr>
              <a:t>description_materiau</a:t>
            </a:r>
            <a:r>
              <a:rPr lang="fr-FR" sz="1300" dirty="0">
                <a:latin typeface="Aptos"/>
              </a:rPr>
              <a:t>}}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765181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666147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2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200" b="1" i="0" dirty="0">
                <a:effectLst/>
                <a:latin typeface="Aptos" panose="020B0004020202020204" pitchFamily="34" charset="0"/>
              </a:rPr>
              <a:t>}}</a:t>
            </a:r>
            <a:endParaRPr lang="fr-FR" sz="1200" b="1" dirty="0">
              <a:latin typeface="Aptos" panose="020B0004020202020204" pitchFamily="34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titre_fiche_solution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843261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/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0593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881645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</TotalTime>
  <Words>366</Words>
  <Application>Microsoft Office PowerPoint</Application>
  <PresentationFormat>Grand écran</PresentationFormat>
  <Paragraphs>57</Paragraphs>
  <Slides>8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91</cp:revision>
  <dcterms:created xsi:type="dcterms:W3CDTF">2026-05-22T14:14:17Z</dcterms:created>
  <dcterms:modified xsi:type="dcterms:W3CDTF">2026-09-04T17:57:42Z</dcterms:modified>
</cp:coreProperties>
</file>