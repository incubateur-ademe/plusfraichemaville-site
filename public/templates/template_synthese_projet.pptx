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76" r:id="rId8"/>
    <p:sldId id="27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5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2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200" b="1" i="0" dirty="0">
                <a:effectLst/>
                <a:latin typeface="Aptos" panose="020B0004020202020204" pitchFamily="34" charset="0"/>
              </a:rPr>
              <a:t>}}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Aptos" panose="020B0004020202020204" pitchFamily="34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titre_fiche_solution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/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000" i="0" dirty="0" err="1">
                <a:effectLst/>
                <a:latin typeface="Aptos" panose="020B0004020202020204" pitchFamily="34" charset="0"/>
              </a:rPr>
              <a:t>quantite_materiau</a:t>
            </a:r>
            <a:r>
              <a:rPr lang="fr-FR" sz="1000" i="0" dirty="0">
                <a:effectLst/>
                <a:latin typeface="Aptos" panose="020B0004020202020204" pitchFamily="34" charset="0"/>
              </a:rPr>
              <a:t>}}</a:t>
            </a:r>
            <a:endParaRPr lang="fr-FR" sz="1000" dirty="0">
              <a:latin typeface="Aptos" panose="020B0004020202020204" pitchFamily="34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Aptos" panose="020B000402020202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/>
              <a:t>Ressources</a:t>
            </a:r>
            <a:r>
              <a:rPr lang="en-US" sz="3200" dirty="0"/>
              <a:t> </a:t>
            </a:r>
            <a:r>
              <a:rPr lang="en-US" sz="3200" dirty="0" err="1"/>
              <a:t>utiles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_titre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</a:t>
            </a:r>
            <a:r>
              <a:rPr lang="fr-FR" sz="1200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fiche_solution</a:t>
            </a:r>
            <a:r>
              <a:rPr lang="fr-FR" sz="1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1182</TotalTime>
  <Words>406</Words>
  <Application>Microsoft Office PowerPoint</Application>
  <PresentationFormat>Grand écran</PresentationFormat>
  <Paragraphs>60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119</cp:revision>
  <dcterms:created xsi:type="dcterms:W3CDTF">2026-05-22T14:14:17Z</dcterms:created>
  <dcterms:modified xsi:type="dcterms:W3CDTF">2026-09-09T21:38:18Z</dcterms:modified>
</cp:coreProperties>
</file>