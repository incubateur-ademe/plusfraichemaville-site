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3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1377"/>
          </a:xfrm>
        </p:spPr>
        <p:txBody>
          <a:bodyPr/>
          <a:lstStyle/>
          <a:p>
            <a:r>
              <a:rPr lang="fr-FR" dirty="0"/>
              <a:t>{{</a:t>
            </a:r>
            <a:r>
              <a:rPr lang="fr-FR" dirty="0" err="1"/>
              <a:t>nom_projet</a:t>
            </a:r>
            <a:r>
              <a:rPr lang="fr-FR" dirty="0"/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{{commune}}</a:t>
            </a:r>
          </a:p>
          <a:p>
            <a:r>
              <a:rPr lang="fr-FR" dirty="0"/>
              <a:t>{{adresse}}</a:t>
            </a:r>
          </a:p>
          <a:p>
            <a:r>
              <a:rPr lang="fr-FR" dirty="0"/>
              <a:t>{{budget}}</a:t>
            </a:r>
          </a:p>
          <a:p>
            <a:r>
              <a:rPr lang="fr-FR" dirty="0"/>
              <a:t>{{</a:t>
            </a:r>
            <a:r>
              <a:rPr lang="fr-FR" dirty="0" err="1"/>
              <a:t>date_livraison</a:t>
            </a:r>
            <a:r>
              <a:rPr lang="fr-FR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51</Words>
  <Application>Microsoft Office PowerPoint</Application>
  <PresentationFormat>Grand écran</PresentationFormat>
  <Paragraphs>12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Thème Office</vt:lpstr>
      <vt:lpstr>{{nom_projet}}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12</cp:revision>
  <dcterms:created xsi:type="dcterms:W3CDTF">2026-05-22T14:14:17Z</dcterms:created>
  <dcterms:modified xsi:type="dcterms:W3CDTF">2026-08-28T22:26:57Z</dcterms:modified>
</cp:coreProperties>
</file>