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4" r:id="rId3"/>
    <p:sldId id="266" r:id="rId4"/>
    <p:sldId id="270" r:id="rId5"/>
    <p:sldId id="274" r:id="rId6"/>
    <p:sldId id="275" r:id="rId7"/>
    <p:sldId id="276" r:id="rId8"/>
    <p:sldId id="277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33" d="100"/>
          <a:sy n="133" d="100"/>
        </p:scale>
        <p:origin x="37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64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189" y="193063"/>
            <a:ext cx="777534" cy="916916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>
              <a:latin typeface="Marianne" panose="02000000000000000000" pitchFamily="50" charset="0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925782" y="2347002"/>
            <a:ext cx="186160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7922" y="2349530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237469" y="316173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0" y="2395650"/>
            <a:ext cx="217079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4" y="485353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884517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491713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72EFF39-F777-8E5F-FD01-D72F943C7979}"/>
              </a:ext>
            </a:extLst>
          </p:cNvPr>
          <p:cNvSpPr txBox="1"/>
          <p:nvPr/>
        </p:nvSpPr>
        <p:spPr>
          <a:xfrm>
            <a:off x="8237469" y="257820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098E478-051C-0E99-FB36-5E8423C9D312}"/>
              </a:ext>
            </a:extLst>
          </p:cNvPr>
          <p:cNvSpPr txBox="1"/>
          <p:nvPr/>
        </p:nvSpPr>
        <p:spPr>
          <a:xfrm>
            <a:off x="8237469" y="374526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23D0C9A-6FEB-77DA-29C5-031AF616F917}"/>
              </a:ext>
            </a:extLst>
          </p:cNvPr>
          <p:cNvSpPr txBox="1"/>
          <p:nvPr/>
        </p:nvSpPr>
        <p:spPr>
          <a:xfrm>
            <a:off x="8237469" y="435492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9F8ACD8-1EDA-512F-86EF-594B0287BCB3}"/>
              </a:ext>
            </a:extLst>
          </p:cNvPr>
          <p:cNvSpPr txBox="1"/>
          <p:nvPr/>
        </p:nvSpPr>
        <p:spPr>
          <a:xfrm>
            <a:off x="8237469" y="4917253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}}</a:t>
            </a:r>
            <a:endParaRPr lang="fr-FR" dirty="0">
              <a:latin typeface="Marianne" panose="02000000000000000000" pitchFamily="50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914130"/>
            <a:ext cx="932489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74626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256494" y="1974626"/>
            <a:ext cx="1908065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5554" y="2108376"/>
            <a:ext cx="876038" cy="902585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238961"/>
            <a:ext cx="7349126" cy="6326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r>
              <a:rPr lang="fr-FR" sz="1300" dirty="0">
                <a:latin typeface="Marianne" panose="02000000000000000000" pitchFamily="50" charset="0"/>
              </a:rPr>
              <a:t>{{</a:t>
            </a:r>
            <a:r>
              <a:rPr lang="fr-FR" sz="1300" dirty="0" err="1">
                <a:latin typeface="Marianne" panose="02000000000000000000" pitchFamily="50" charset="0"/>
              </a:rPr>
              <a:t>description_materiau</a:t>
            </a:r>
            <a:r>
              <a:rPr lang="fr-FR" sz="1300" dirty="0">
                <a:latin typeface="Marianne" panose="02000000000000000000" pitchFamily="50" charset="0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74034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2" y="345395"/>
            <a:ext cx="10082261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602517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2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200" b="1" i="0" dirty="0">
                <a:effectLst/>
                <a:latin typeface="Marianne" panose="02000000000000000000" pitchFamily="50" charset="0"/>
              </a:rPr>
              <a:t>}}</a:t>
            </a:r>
            <a:endParaRPr lang="fr-FR" sz="1200" b="1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_recap_estimation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10130008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pagination_recap_estimation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titre_fiche_solution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680597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latin typeface="Marianne" panose="02000000000000000000" pitchFamily="50" charset="0"/>
            </a:endParaRPr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2507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Marianne" panose="02000000000000000000" pitchFamily="50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718981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000" i="0" dirty="0" err="1">
                <a:effectLst/>
                <a:latin typeface="Marianne" panose="02000000000000000000" pitchFamily="50" charset="0"/>
              </a:rPr>
              <a:t>quantite_materiau</a:t>
            </a:r>
            <a:r>
              <a:rPr lang="fr-FR" sz="1000" i="0" dirty="0">
                <a:effectLst/>
                <a:latin typeface="Marianne" panose="02000000000000000000" pitchFamily="50" charset="0"/>
              </a:rPr>
              <a:t>}}</a:t>
            </a:r>
            <a:endParaRPr lang="fr-FR" sz="1000" dirty="0">
              <a:latin typeface="Marianne" panose="02000000000000000000" pitchFamily="50" charset="0"/>
            </a:endParaRP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C020DFA-7CBC-D296-9C51-4CDB5F6EEA67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 3">
            <a:extLst>
              <a:ext uri="{FF2B5EF4-FFF2-40B4-BE49-F238E27FC236}">
                <a16:creationId xmlns:a16="http://schemas.microsoft.com/office/drawing/2014/main" id="{513ED38C-6EE1-7913-25F4-4C8F7039ADA0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Ressources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utiles</a:t>
            </a:r>
            <a:endParaRPr lang="en-US" sz="3733" dirty="0">
              <a:latin typeface="Marianne" panose="02000000000000000000" pitchFamily="50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Documentation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complémentaire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617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</a:rPr>
              <a:t>Ressources</a:t>
            </a:r>
            <a:r>
              <a:rPr lang="en-US" sz="2800" dirty="0">
                <a:latin typeface="Marianne" panose="02000000000000000000" pitchFamily="50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</a:rPr>
              <a:t>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pagination_ressources_utiles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_titre_fiche_solution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zone_ressources_fiche_solution">
            <a:extLst>
              <a:ext uri="{FF2B5EF4-FFF2-40B4-BE49-F238E27FC236}">
                <a16:creationId xmlns:a16="http://schemas.microsoft.com/office/drawing/2014/main" id="{67927841-950D-B96E-D880-93E461963945}"/>
              </a:ext>
            </a:extLst>
          </p:cNvPr>
          <p:cNvSpPr txBox="1"/>
          <p:nvPr/>
        </p:nvSpPr>
        <p:spPr>
          <a:xfrm>
            <a:off x="839464" y="1626616"/>
            <a:ext cx="97069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200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ressources_utiles_fiche_solution</a:t>
            </a:r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6880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</TotalTime>
  <Words>406</Words>
  <Application>Microsoft Office PowerPoint</Application>
  <PresentationFormat>Grand écran</PresentationFormat>
  <Paragraphs>60</Paragraphs>
  <Slides>8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Marianne</vt:lpstr>
      <vt:lpstr>Thème Office</vt:lpstr>
      <vt:lpstr>{{nom_projet}}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Présentation PowerPoint</vt:lpstr>
      <vt:lpstr>Ressources utiles {{pagination_ressources_utiles}}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166</cp:revision>
  <dcterms:created xsi:type="dcterms:W3CDTF">2026-05-22T14:14:17Z</dcterms:created>
  <dcterms:modified xsi:type="dcterms:W3CDTF">2026-09-15T15:18:37Z</dcterms:modified>
</cp:coreProperties>
</file>