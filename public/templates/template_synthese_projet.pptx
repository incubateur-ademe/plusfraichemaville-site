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4" r:id="rId3"/>
    <p:sldId id="282" r:id="rId4"/>
    <p:sldId id="281" r:id="rId5"/>
    <p:sldId id="279" r:id="rId6"/>
    <p:sldId id="280" r:id="rId7"/>
    <p:sldId id="270" r:id="rId8"/>
    <p:sldId id="274" r:id="rId9"/>
    <p:sldId id="275" r:id="rId10"/>
    <p:sldId id="278" r:id="rId11"/>
    <p:sldId id="265" r:id="rId12"/>
    <p:sldId id="276" r:id="rId13"/>
    <p:sldId id="277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719E"/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53" autoAdjust="0"/>
    <p:restoredTop sz="94660"/>
  </p:normalViewPr>
  <p:slideViewPr>
    <p:cSldViewPr snapToGrid="0">
      <p:cViewPr>
        <p:scale>
          <a:sx n="100" d="100"/>
          <a:sy n="100" d="100"/>
        </p:scale>
        <p:origin x="1351" y="7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846415985298734E-2"/>
          <c:y val="8.0223408122376008E-2"/>
          <c:w val="0.23616668023587156"/>
          <c:h val="0.83955318375524801"/>
        </c:manualLayout>
      </c:layout>
      <c:pie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Part de la surface</c:v>
                </c:pt>
              </c:strCache>
            </c:strRef>
          </c:tx>
          <c:dPt>
            <c:idx val="0"/>
            <c:bubble3D val="0"/>
            <c:spPr>
              <a:solidFill>
                <a:srgbClr val="68687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CDE-45E8-9302-526826EE6F41}"/>
              </c:ext>
            </c:extLst>
          </c:dPt>
          <c:dPt>
            <c:idx val="1"/>
            <c:bubble3D val="0"/>
            <c:spPr>
              <a:solidFill>
                <a:srgbClr val="3B87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CDE-45E8-9302-526826EE6F41}"/>
              </c:ext>
            </c:extLst>
          </c:dPt>
          <c:dPt>
            <c:idx val="2"/>
            <c:bubble3D val="0"/>
            <c:spPr>
              <a:solidFill>
                <a:srgbClr val="00A95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CDE-45E8-9302-526826EE6F41}"/>
              </c:ext>
            </c:extLst>
          </c:dPt>
          <c:dPt>
            <c:idx val="3"/>
            <c:bubble3D val="0"/>
            <c:spPr>
              <a:solidFill>
                <a:srgbClr val="B7B7D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CDE-45E8-9302-526826EE6F41}"/>
              </c:ext>
            </c:extLst>
          </c:dPt>
          <c:cat>
            <c:strRef>
              <c:f>Feuil1!$A$2:$A$5</c:f>
              <c:strCache>
                <c:ptCount val="4"/>
                <c:pt idx="0">
                  <c:v>Revêtement de sol</c:v>
                </c:pt>
                <c:pt idx="1">
                  <c:v>Fontainerie, bassins en eau</c:v>
                </c:pt>
                <c:pt idx="2">
                  <c:v>Surface végétalisées au sol</c:v>
                </c:pt>
                <c:pt idx="3">
                  <c:v>Toitures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CDE-45E8-9302-526826EE6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0.14162194394752534"/>
          <c:y val="6.7400870685264097E-2"/>
          <c:w val="0.79298350228582781"/>
          <c:h val="0.8506116101705134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arianne" panose="02000000000000000000" pitchFamily="50" charset="0"/>
        </a:defRPr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our_canopee">
            <a:extLst>
              <a:ext uri="{FF2B5EF4-FFF2-40B4-BE49-F238E27FC236}">
                <a16:creationId xmlns:a16="http://schemas.microsoft.com/office/drawing/2014/main" id="{F95FED42-B0A2-735D-296C-CFCC43A0A0FA}"/>
              </a:ext>
            </a:extLst>
          </p:cNvPr>
          <p:cNvSpPr/>
          <p:nvPr/>
        </p:nvSpPr>
        <p:spPr>
          <a:xfrm>
            <a:off x="6765678" y="5731683"/>
            <a:ext cx="5203163" cy="648121"/>
          </a:xfrm>
          <a:prstGeom prst="roundRect">
            <a:avLst>
              <a:gd name="adj" fmla="val 14417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  <a:round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6" name="contour_repartition_sols">
            <a:extLst>
              <a:ext uri="{FF2B5EF4-FFF2-40B4-BE49-F238E27FC236}">
                <a16:creationId xmlns:a16="http://schemas.microsoft.com/office/drawing/2014/main" id="{0D2AE75D-32A2-EB1F-7572-7DA83777F56E}"/>
              </a:ext>
            </a:extLst>
          </p:cNvPr>
          <p:cNvSpPr/>
          <p:nvPr/>
        </p:nvSpPr>
        <p:spPr>
          <a:xfrm>
            <a:off x="571419" y="4332616"/>
            <a:ext cx="5644054" cy="204719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5" name="contour_perm">
            <a:extLst>
              <a:ext uri="{FF2B5EF4-FFF2-40B4-BE49-F238E27FC236}">
                <a16:creationId xmlns:a16="http://schemas.microsoft.com/office/drawing/2014/main" id="{D8AB42B7-DFFF-113D-D131-7B6AAD2B2A4C}"/>
              </a:ext>
            </a:extLst>
          </p:cNvPr>
          <p:cNvSpPr/>
          <p:nvPr/>
        </p:nvSpPr>
        <p:spPr>
          <a:xfrm>
            <a:off x="6765679" y="1071249"/>
            <a:ext cx="5203163" cy="2399096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6" name="contour_bio">
            <a:extLst>
              <a:ext uri="{FF2B5EF4-FFF2-40B4-BE49-F238E27FC236}">
                <a16:creationId xmlns:a16="http://schemas.microsoft.com/office/drawing/2014/main" id="{4D12FAD2-60A4-A6E4-0DB5-C47B2328B29F}"/>
              </a:ext>
            </a:extLst>
          </p:cNvPr>
          <p:cNvSpPr/>
          <p:nvPr/>
        </p:nvSpPr>
        <p:spPr>
          <a:xfrm>
            <a:off x="6765680" y="3574989"/>
            <a:ext cx="5203162" cy="2047194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4" name="contour_materiau">
            <a:extLst>
              <a:ext uri="{FF2B5EF4-FFF2-40B4-BE49-F238E27FC236}">
                <a16:creationId xmlns:a16="http://schemas.microsoft.com/office/drawing/2014/main" id="{CBC5F1D2-8720-ABCF-DB73-04E78162FDA4}"/>
              </a:ext>
            </a:extLst>
          </p:cNvPr>
          <p:cNvSpPr/>
          <p:nvPr/>
        </p:nvSpPr>
        <p:spPr>
          <a:xfrm>
            <a:off x="571420" y="1071249"/>
            <a:ext cx="5644054" cy="314152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315923" y="1361243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69179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3037687" y="1277671"/>
            <a:ext cx="27997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86406" y="2707349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86406" y="3270769"/>
            <a:ext cx="4929167" cy="77207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6" name="zone_coeff_ru_echelle">
            <a:extLst>
              <a:ext uri="{FF2B5EF4-FFF2-40B4-BE49-F238E27FC236}">
                <a16:creationId xmlns:a16="http://schemas.microsoft.com/office/drawing/2014/main" id="{E3986F26-9F61-CA16-0FD9-A0550DCD1CF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8800" y="2124000"/>
            <a:ext cx="4798800" cy="216000"/>
          </a:xfrm>
          <a:prstGeom prst="rect">
            <a:avLst/>
          </a:prstGeom>
        </p:spPr>
      </p:pic>
      <p:sp>
        <p:nvSpPr>
          <p:cNvPr id="17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SpPr/>
          <p:nvPr/>
        </p:nvSpPr>
        <p:spPr>
          <a:xfrm>
            <a:off x="944450" y="1291419"/>
            <a:ext cx="231331" cy="421352"/>
          </a:xfrm>
          <a:custGeom>
            <a:avLst/>
            <a:gdLst>
              <a:gd name="connsiteX0" fmla="*/ 168541 w 231331"/>
              <a:gd name="connsiteY0" fmla="*/ 83444 h 421352"/>
              <a:gd name="connsiteX1" fmla="*/ 158627 w 231331"/>
              <a:gd name="connsiteY1" fmla="*/ 74356 h 421352"/>
              <a:gd name="connsiteX2" fmla="*/ 168541 w 231331"/>
              <a:gd name="connsiteY2" fmla="*/ 65268 h 421352"/>
              <a:gd name="connsiteX3" fmla="*/ 221417 w 231331"/>
              <a:gd name="connsiteY3" fmla="*/ 65268 h 421352"/>
              <a:gd name="connsiteX4" fmla="*/ 231331 w 231331"/>
              <a:gd name="connsiteY4" fmla="*/ 74356 h 421352"/>
              <a:gd name="connsiteX5" fmla="*/ 221417 w 231331"/>
              <a:gd name="connsiteY5" fmla="*/ 83444 h 421352"/>
              <a:gd name="connsiteX6" fmla="*/ 26438 w 231331"/>
              <a:gd name="connsiteY6" fmla="*/ 50397 h 421352"/>
              <a:gd name="connsiteX7" fmla="*/ 82618 w 231331"/>
              <a:gd name="connsiteY7" fmla="*/ 0 h 421352"/>
              <a:gd name="connsiteX8" fmla="*/ 138799 w 231331"/>
              <a:gd name="connsiteY8" fmla="*/ 50397 h 421352"/>
              <a:gd name="connsiteX9" fmla="*/ 138799 w 231331"/>
              <a:gd name="connsiteY9" fmla="*/ 292469 h 421352"/>
              <a:gd name="connsiteX10" fmla="*/ 165236 w 231331"/>
              <a:gd name="connsiteY10" fmla="*/ 346997 h 421352"/>
              <a:gd name="connsiteX11" fmla="*/ 82618 w 231331"/>
              <a:gd name="connsiteY11" fmla="*/ 421353 h 421352"/>
              <a:gd name="connsiteX12" fmla="*/ 0 w 231331"/>
              <a:gd name="connsiteY12" fmla="*/ 346997 h 421352"/>
              <a:gd name="connsiteX13" fmla="*/ 26438 w 231331"/>
              <a:gd name="connsiteY13" fmla="*/ 292469 h 421352"/>
              <a:gd name="connsiteX14" fmla="*/ 46266 w 231331"/>
              <a:gd name="connsiteY14" fmla="*/ 301557 h 421352"/>
              <a:gd name="connsiteX15" fmla="*/ 42961 w 231331"/>
              <a:gd name="connsiteY15" fmla="*/ 304035 h 421352"/>
              <a:gd name="connsiteX16" fmla="*/ 19828 w 231331"/>
              <a:gd name="connsiteY16" fmla="*/ 347823 h 421352"/>
              <a:gd name="connsiteX17" fmla="*/ 82618 w 231331"/>
              <a:gd name="connsiteY17" fmla="*/ 404003 h 421352"/>
              <a:gd name="connsiteX18" fmla="*/ 145408 w 231331"/>
              <a:gd name="connsiteY18" fmla="*/ 347823 h 421352"/>
              <a:gd name="connsiteX19" fmla="*/ 122275 w 231331"/>
              <a:gd name="connsiteY19" fmla="*/ 304035 h 421352"/>
              <a:gd name="connsiteX20" fmla="*/ 118970 w 231331"/>
              <a:gd name="connsiteY20" fmla="*/ 301557 h 421352"/>
              <a:gd name="connsiteX21" fmla="*/ 118970 w 231331"/>
              <a:gd name="connsiteY21" fmla="*/ 50397 h 421352"/>
              <a:gd name="connsiteX22" fmla="*/ 82618 w 231331"/>
              <a:gd name="connsiteY22" fmla="*/ 18176 h 421352"/>
              <a:gd name="connsiteX23" fmla="*/ 46266 w 231331"/>
              <a:gd name="connsiteY23" fmla="*/ 50397 h 421352"/>
              <a:gd name="connsiteX24" fmla="*/ 46266 w 231331"/>
              <a:gd name="connsiteY24" fmla="*/ 301557 h 421352"/>
              <a:gd name="connsiteX25" fmla="*/ 167715 w 231331"/>
              <a:gd name="connsiteY25" fmla="*/ 261074 h 421352"/>
              <a:gd name="connsiteX26" fmla="*/ 157801 w 231331"/>
              <a:gd name="connsiteY26" fmla="*/ 251986 h 421352"/>
              <a:gd name="connsiteX27" fmla="*/ 167715 w 231331"/>
              <a:gd name="connsiteY27" fmla="*/ 243724 h 421352"/>
              <a:gd name="connsiteX28" fmla="*/ 220591 w 231331"/>
              <a:gd name="connsiteY28" fmla="*/ 243724 h 421352"/>
              <a:gd name="connsiteX29" fmla="*/ 231331 w 231331"/>
              <a:gd name="connsiteY29" fmla="*/ 251986 h 421352"/>
              <a:gd name="connsiteX30" fmla="*/ 220591 w 231331"/>
              <a:gd name="connsiteY30" fmla="*/ 261074 h 421352"/>
              <a:gd name="connsiteX31" fmla="*/ 167715 w 231331"/>
              <a:gd name="connsiteY31" fmla="*/ 202415 h 421352"/>
              <a:gd name="connsiteX32" fmla="*/ 157801 w 231331"/>
              <a:gd name="connsiteY32" fmla="*/ 193327 h 421352"/>
              <a:gd name="connsiteX33" fmla="*/ 167715 w 231331"/>
              <a:gd name="connsiteY33" fmla="*/ 184239 h 421352"/>
              <a:gd name="connsiteX34" fmla="*/ 221417 w 231331"/>
              <a:gd name="connsiteY34" fmla="*/ 184239 h 421352"/>
              <a:gd name="connsiteX35" fmla="*/ 231331 w 231331"/>
              <a:gd name="connsiteY35" fmla="*/ 193327 h 421352"/>
              <a:gd name="connsiteX36" fmla="*/ 221417 w 231331"/>
              <a:gd name="connsiteY36" fmla="*/ 202415 h 421352"/>
              <a:gd name="connsiteX37" fmla="*/ 167715 w 231331"/>
              <a:gd name="connsiteY37" fmla="*/ 142930 h 421352"/>
              <a:gd name="connsiteX38" fmla="*/ 156975 w 231331"/>
              <a:gd name="connsiteY38" fmla="*/ 133842 h 421352"/>
              <a:gd name="connsiteX39" fmla="*/ 167715 w 231331"/>
              <a:gd name="connsiteY39" fmla="*/ 124754 h 421352"/>
              <a:gd name="connsiteX40" fmla="*/ 220591 w 231331"/>
              <a:gd name="connsiteY40" fmla="*/ 124754 h 421352"/>
              <a:gd name="connsiteX41" fmla="*/ 230505 w 231331"/>
              <a:gd name="connsiteY41" fmla="*/ 133842 h 421352"/>
              <a:gd name="connsiteX42" fmla="*/ 220591 w 231331"/>
              <a:gd name="connsiteY42" fmla="*/ 142930 h 421352"/>
              <a:gd name="connsiteX43" fmla="*/ 71878 w 231331"/>
              <a:gd name="connsiteY43" fmla="*/ 309818 h 421352"/>
              <a:gd name="connsiteX44" fmla="*/ 71878 w 231331"/>
              <a:gd name="connsiteY44" fmla="*/ 190022 h 421352"/>
              <a:gd name="connsiteX45" fmla="*/ 81792 w 231331"/>
              <a:gd name="connsiteY45" fmla="*/ 180934 h 421352"/>
              <a:gd name="connsiteX46" fmla="*/ 91706 w 231331"/>
              <a:gd name="connsiteY46" fmla="*/ 190022 h 421352"/>
              <a:gd name="connsiteX47" fmla="*/ 91706 w 231331"/>
              <a:gd name="connsiteY47" fmla="*/ 309818 h 421352"/>
              <a:gd name="connsiteX48" fmla="*/ 124754 w 231331"/>
              <a:gd name="connsiteY48" fmla="*/ 347823 h 421352"/>
              <a:gd name="connsiteX49" fmla="*/ 81792 w 231331"/>
              <a:gd name="connsiteY49" fmla="*/ 385827 h 421352"/>
              <a:gd name="connsiteX50" fmla="*/ 38831 w 231331"/>
              <a:gd name="connsiteY50" fmla="*/ 347823 h 421352"/>
              <a:gd name="connsiteX51" fmla="*/ 71878 w 231331"/>
              <a:gd name="connsiteY51" fmla="*/ 309818 h 421352"/>
              <a:gd name="connsiteX52" fmla="*/ 81792 w 231331"/>
              <a:gd name="connsiteY52" fmla="*/ 368477 h 421352"/>
              <a:gd name="connsiteX53" fmla="*/ 104925 w 231331"/>
              <a:gd name="connsiteY53" fmla="*/ 347823 h 421352"/>
              <a:gd name="connsiteX54" fmla="*/ 81792 w 231331"/>
              <a:gd name="connsiteY54" fmla="*/ 326342 h 421352"/>
              <a:gd name="connsiteX55" fmla="*/ 58659 w 231331"/>
              <a:gd name="connsiteY55" fmla="*/ 347823 h 421352"/>
              <a:gd name="connsiteX56" fmla="*/ 81792 w 231331"/>
              <a:gd name="connsiteY56" fmla="*/ 368477 h 421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31331" h="421352">
                <a:moveTo>
                  <a:pt x="168541" y="83444"/>
                </a:moveTo>
                <a:cubicBezTo>
                  <a:pt x="162758" y="83444"/>
                  <a:pt x="158627" y="79314"/>
                  <a:pt x="158627" y="74356"/>
                </a:cubicBezTo>
                <a:cubicBezTo>
                  <a:pt x="158627" y="69399"/>
                  <a:pt x="162758" y="65268"/>
                  <a:pt x="168541" y="65268"/>
                </a:cubicBezTo>
                <a:lnTo>
                  <a:pt x="221417" y="65268"/>
                </a:lnTo>
                <a:cubicBezTo>
                  <a:pt x="226374" y="65268"/>
                  <a:pt x="231331" y="69399"/>
                  <a:pt x="231331" y="74356"/>
                </a:cubicBezTo>
                <a:cubicBezTo>
                  <a:pt x="231331" y="79314"/>
                  <a:pt x="227200" y="83444"/>
                  <a:pt x="221417" y="83444"/>
                </a:cubicBezTo>
                <a:close/>
                <a:moveTo>
                  <a:pt x="26438" y="50397"/>
                </a:moveTo>
                <a:cubicBezTo>
                  <a:pt x="26438" y="22307"/>
                  <a:pt x="51223" y="0"/>
                  <a:pt x="82618" y="0"/>
                </a:cubicBezTo>
                <a:cubicBezTo>
                  <a:pt x="113187" y="0"/>
                  <a:pt x="138799" y="22307"/>
                  <a:pt x="138799" y="50397"/>
                </a:cubicBezTo>
                <a:lnTo>
                  <a:pt x="138799" y="292469"/>
                </a:lnTo>
                <a:cubicBezTo>
                  <a:pt x="155322" y="306514"/>
                  <a:pt x="165236" y="326342"/>
                  <a:pt x="165236" y="346997"/>
                </a:cubicBezTo>
                <a:cubicBezTo>
                  <a:pt x="165236" y="388306"/>
                  <a:pt x="128058" y="421353"/>
                  <a:pt x="82618" y="421353"/>
                </a:cubicBezTo>
                <a:cubicBezTo>
                  <a:pt x="37178" y="421353"/>
                  <a:pt x="0" y="388306"/>
                  <a:pt x="0" y="346997"/>
                </a:cubicBezTo>
                <a:cubicBezTo>
                  <a:pt x="0" y="326342"/>
                  <a:pt x="9914" y="306514"/>
                  <a:pt x="26438" y="292469"/>
                </a:cubicBezTo>
                <a:close/>
                <a:moveTo>
                  <a:pt x="46266" y="301557"/>
                </a:moveTo>
                <a:lnTo>
                  <a:pt x="42961" y="304035"/>
                </a:lnTo>
                <a:cubicBezTo>
                  <a:pt x="28090" y="314775"/>
                  <a:pt x="19828" y="330473"/>
                  <a:pt x="19828" y="347823"/>
                </a:cubicBezTo>
                <a:cubicBezTo>
                  <a:pt x="19828" y="378392"/>
                  <a:pt x="47919" y="404003"/>
                  <a:pt x="82618" y="404003"/>
                </a:cubicBezTo>
                <a:cubicBezTo>
                  <a:pt x="117318" y="404003"/>
                  <a:pt x="145408" y="378392"/>
                  <a:pt x="145408" y="347823"/>
                </a:cubicBezTo>
                <a:cubicBezTo>
                  <a:pt x="145408" y="330473"/>
                  <a:pt x="136320" y="314775"/>
                  <a:pt x="122275" y="304035"/>
                </a:cubicBezTo>
                <a:lnTo>
                  <a:pt x="118970" y="301557"/>
                </a:lnTo>
                <a:lnTo>
                  <a:pt x="118970" y="50397"/>
                </a:lnTo>
                <a:cubicBezTo>
                  <a:pt x="118970" y="33047"/>
                  <a:pt x="102447" y="18176"/>
                  <a:pt x="82618" y="18176"/>
                </a:cubicBezTo>
                <a:cubicBezTo>
                  <a:pt x="61964" y="18176"/>
                  <a:pt x="46266" y="33047"/>
                  <a:pt x="46266" y="50397"/>
                </a:cubicBezTo>
                <a:lnTo>
                  <a:pt x="46266" y="301557"/>
                </a:lnTo>
                <a:close/>
                <a:moveTo>
                  <a:pt x="167715" y="261074"/>
                </a:moveTo>
                <a:cubicBezTo>
                  <a:pt x="162758" y="261074"/>
                  <a:pt x="157801" y="257769"/>
                  <a:pt x="157801" y="251986"/>
                </a:cubicBezTo>
                <a:cubicBezTo>
                  <a:pt x="157801" y="247029"/>
                  <a:pt x="162758" y="243724"/>
                  <a:pt x="167715" y="243724"/>
                </a:cubicBezTo>
                <a:lnTo>
                  <a:pt x="220591" y="243724"/>
                </a:lnTo>
                <a:cubicBezTo>
                  <a:pt x="226374" y="243724"/>
                  <a:pt x="231331" y="247029"/>
                  <a:pt x="231331" y="251986"/>
                </a:cubicBezTo>
                <a:cubicBezTo>
                  <a:pt x="231331" y="257769"/>
                  <a:pt x="226374" y="261074"/>
                  <a:pt x="220591" y="261074"/>
                </a:cubicBezTo>
                <a:close/>
                <a:moveTo>
                  <a:pt x="167715" y="202415"/>
                </a:moveTo>
                <a:cubicBezTo>
                  <a:pt x="162758" y="202415"/>
                  <a:pt x="157801" y="198284"/>
                  <a:pt x="157801" y="193327"/>
                </a:cubicBezTo>
                <a:cubicBezTo>
                  <a:pt x="157801" y="188370"/>
                  <a:pt x="162758" y="184239"/>
                  <a:pt x="167715" y="184239"/>
                </a:cubicBezTo>
                <a:lnTo>
                  <a:pt x="221417" y="184239"/>
                </a:lnTo>
                <a:cubicBezTo>
                  <a:pt x="226374" y="184239"/>
                  <a:pt x="231331" y="188370"/>
                  <a:pt x="231331" y="193327"/>
                </a:cubicBezTo>
                <a:cubicBezTo>
                  <a:pt x="231331" y="198284"/>
                  <a:pt x="226374" y="202415"/>
                  <a:pt x="221417" y="202415"/>
                </a:cubicBezTo>
                <a:close/>
                <a:moveTo>
                  <a:pt x="167715" y="142930"/>
                </a:moveTo>
                <a:cubicBezTo>
                  <a:pt x="161932" y="142930"/>
                  <a:pt x="156975" y="138799"/>
                  <a:pt x="156975" y="133842"/>
                </a:cubicBezTo>
                <a:cubicBezTo>
                  <a:pt x="156975" y="128884"/>
                  <a:pt x="161932" y="124754"/>
                  <a:pt x="167715" y="124754"/>
                </a:cubicBezTo>
                <a:lnTo>
                  <a:pt x="220591" y="124754"/>
                </a:lnTo>
                <a:cubicBezTo>
                  <a:pt x="225548" y="124754"/>
                  <a:pt x="230505" y="128884"/>
                  <a:pt x="230505" y="133842"/>
                </a:cubicBezTo>
                <a:cubicBezTo>
                  <a:pt x="230505" y="138799"/>
                  <a:pt x="225548" y="142930"/>
                  <a:pt x="220591" y="142930"/>
                </a:cubicBezTo>
                <a:close/>
                <a:moveTo>
                  <a:pt x="71878" y="309818"/>
                </a:moveTo>
                <a:lnTo>
                  <a:pt x="71878" y="190022"/>
                </a:lnTo>
                <a:cubicBezTo>
                  <a:pt x="71878" y="185065"/>
                  <a:pt x="76009" y="180934"/>
                  <a:pt x="81792" y="180934"/>
                </a:cubicBezTo>
                <a:cubicBezTo>
                  <a:pt x="86749" y="180934"/>
                  <a:pt x="91706" y="184239"/>
                  <a:pt x="91706" y="190022"/>
                </a:cubicBezTo>
                <a:lnTo>
                  <a:pt x="91706" y="309818"/>
                </a:lnTo>
                <a:cubicBezTo>
                  <a:pt x="110708" y="313949"/>
                  <a:pt x="124754" y="329647"/>
                  <a:pt x="124754" y="347823"/>
                </a:cubicBezTo>
                <a:cubicBezTo>
                  <a:pt x="124754" y="368477"/>
                  <a:pt x="105751" y="385827"/>
                  <a:pt x="81792" y="385827"/>
                </a:cubicBezTo>
                <a:cubicBezTo>
                  <a:pt x="57833" y="385827"/>
                  <a:pt x="38831" y="368477"/>
                  <a:pt x="38831" y="347823"/>
                </a:cubicBezTo>
                <a:cubicBezTo>
                  <a:pt x="38831" y="328821"/>
                  <a:pt x="52876" y="313949"/>
                  <a:pt x="71878" y="309818"/>
                </a:cubicBezTo>
                <a:close/>
                <a:moveTo>
                  <a:pt x="81792" y="368477"/>
                </a:moveTo>
                <a:cubicBezTo>
                  <a:pt x="95011" y="368477"/>
                  <a:pt x="104925" y="358563"/>
                  <a:pt x="104925" y="347823"/>
                </a:cubicBezTo>
                <a:cubicBezTo>
                  <a:pt x="104925" y="336256"/>
                  <a:pt x="95011" y="326342"/>
                  <a:pt x="81792" y="326342"/>
                </a:cubicBezTo>
                <a:cubicBezTo>
                  <a:pt x="69399" y="326342"/>
                  <a:pt x="58659" y="336256"/>
                  <a:pt x="58659" y="347823"/>
                </a:cubicBezTo>
                <a:cubicBezTo>
                  <a:pt x="58659" y="358563"/>
                  <a:pt x="69399" y="368477"/>
                  <a:pt x="81792" y="368477"/>
                </a:cubicBezTo>
                <a:close/>
              </a:path>
            </a:pathLst>
          </a:custGeom>
          <a:solidFill>
            <a:srgbClr val="000091"/>
          </a:solidFill>
          <a:ln w="8218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46680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4270067" y="2718272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sp>
        <p:nvSpPr>
          <p:cNvPr id="8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SpPr/>
          <p:nvPr/>
        </p:nvSpPr>
        <p:spPr>
          <a:xfrm>
            <a:off x="951085" y="1987127"/>
            <a:ext cx="208500" cy="184909"/>
          </a:xfrm>
          <a:custGeom>
            <a:avLst/>
            <a:gdLst>
              <a:gd name="connsiteX0" fmla="*/ 90079 w 208500"/>
              <a:gd name="connsiteY0" fmla="*/ 176728 h 184909"/>
              <a:gd name="connsiteX1" fmla="*/ 118422 w 208500"/>
              <a:gd name="connsiteY1" fmla="*/ 176728 h 184909"/>
              <a:gd name="connsiteX2" fmla="*/ 206284 w 208500"/>
              <a:gd name="connsiteY2" fmla="*/ 24546 h 184909"/>
              <a:gd name="connsiteX3" fmla="*/ 192113 w 208500"/>
              <a:gd name="connsiteY3" fmla="*/ 0 h 184909"/>
              <a:gd name="connsiteX4" fmla="*/ 16388 w 208500"/>
              <a:gd name="connsiteY4" fmla="*/ 0 h 184909"/>
              <a:gd name="connsiteX5" fmla="*/ 2217 w 208500"/>
              <a:gd name="connsiteY5" fmla="*/ 24546 h 184909"/>
              <a:gd name="connsiteX6" fmla="*/ 90079 w 208500"/>
              <a:gd name="connsiteY6" fmla="*/ 176728 h 184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8500" h="184909">
                <a:moveTo>
                  <a:pt x="90079" y="176728"/>
                </a:moveTo>
                <a:cubicBezTo>
                  <a:pt x="96377" y="187637"/>
                  <a:pt x="112123" y="187637"/>
                  <a:pt x="118422" y="176728"/>
                </a:cubicBezTo>
                <a:lnTo>
                  <a:pt x="206284" y="24546"/>
                </a:lnTo>
                <a:cubicBezTo>
                  <a:pt x="212582" y="13636"/>
                  <a:pt x="204709" y="0"/>
                  <a:pt x="192113" y="0"/>
                </a:cubicBezTo>
                <a:lnTo>
                  <a:pt x="16388" y="0"/>
                </a:lnTo>
                <a:cubicBezTo>
                  <a:pt x="3791" y="0"/>
                  <a:pt x="-4082" y="13636"/>
                  <a:pt x="2217" y="24546"/>
                </a:cubicBezTo>
                <a:lnTo>
                  <a:pt x="90079" y="176728"/>
                </a:lnTo>
                <a:close/>
              </a:path>
            </a:pathLst>
          </a:custGeom>
          <a:solidFill>
            <a:srgbClr val="161616"/>
          </a:solidFill>
          <a:ln w="6350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3088396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521963" y="1284530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6796915" y="195121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676557" y="1224558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6877935" y="2272589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6877935" y="2711156"/>
            <a:ext cx="5020803" cy="62666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438320" y="193108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220823" y="2305789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123037" y="194578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1" name="zone_coeff_perm_echelle">
            <a:extLst>
              <a:ext uri="{FF2B5EF4-FFF2-40B4-BE49-F238E27FC236}">
                <a16:creationId xmlns:a16="http://schemas.microsoft.com/office/drawing/2014/main" id="{A36CD4A0-CE6B-2E5A-0169-6B8B117FD6A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034400" y="1846800"/>
            <a:ext cx="4644000" cy="144000"/>
          </a:xfrm>
          <a:prstGeom prst="rect">
            <a:avLst/>
          </a:prstGeom>
        </p:spPr>
      </p:pic>
      <p:sp>
        <p:nvSpPr>
          <p:cNvPr id="12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SpPr/>
          <p:nvPr/>
        </p:nvSpPr>
        <p:spPr>
          <a:xfrm>
            <a:off x="6998956" y="1742572"/>
            <a:ext cx="152900" cy="135600"/>
          </a:xfrm>
          <a:custGeom>
            <a:avLst/>
            <a:gdLst>
              <a:gd name="connsiteX0" fmla="*/ 66058 w 152900"/>
              <a:gd name="connsiteY0" fmla="*/ 129600 h 135600"/>
              <a:gd name="connsiteX1" fmla="*/ 86843 w 152900"/>
              <a:gd name="connsiteY1" fmla="*/ 129600 h 135600"/>
              <a:gd name="connsiteX2" fmla="*/ 151275 w 152900"/>
              <a:gd name="connsiteY2" fmla="*/ 18000 h 135600"/>
              <a:gd name="connsiteX3" fmla="*/ 140883 w 152900"/>
              <a:gd name="connsiteY3" fmla="*/ 0 h 135600"/>
              <a:gd name="connsiteX4" fmla="*/ 12018 w 152900"/>
              <a:gd name="connsiteY4" fmla="*/ 0 h 135600"/>
              <a:gd name="connsiteX5" fmla="*/ 1626 w 152900"/>
              <a:gd name="connsiteY5" fmla="*/ 18000 h 135600"/>
              <a:gd name="connsiteX6" fmla="*/ 66058 w 152900"/>
              <a:gd name="connsiteY6" fmla="*/ 129600 h 1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2900" h="135600">
                <a:moveTo>
                  <a:pt x="66058" y="129600"/>
                </a:moveTo>
                <a:cubicBezTo>
                  <a:pt x="70677" y="137600"/>
                  <a:pt x="82224" y="137600"/>
                  <a:pt x="86843" y="129600"/>
                </a:cubicBezTo>
                <a:lnTo>
                  <a:pt x="151275" y="18000"/>
                </a:lnTo>
                <a:cubicBezTo>
                  <a:pt x="155894" y="10000"/>
                  <a:pt x="150120" y="0"/>
                  <a:pt x="140883" y="0"/>
                </a:cubicBezTo>
                <a:lnTo>
                  <a:pt x="12018" y="0"/>
                </a:lnTo>
                <a:cubicBezTo>
                  <a:pt x="2780" y="0"/>
                  <a:pt x="-2993" y="10000"/>
                  <a:pt x="1626" y="18000"/>
                </a:cubicBezTo>
                <a:lnTo>
                  <a:pt x="66058" y="129600"/>
                </a:lnTo>
                <a:close/>
              </a:path>
            </a:pathLst>
          </a:custGeom>
          <a:solidFill>
            <a:srgbClr val="161616"/>
          </a:solidFill>
          <a:ln w="4618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521962" y="3809046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6796915" y="4518441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676557" y="3779079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6877935" y="4873560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6877936" y="5150128"/>
            <a:ext cx="5036634" cy="4001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438320" y="4516013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9818920" y="4871651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123037" y="4519544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zone_coeff_bio_echelle">
            <a:extLst>
              <a:ext uri="{FF2B5EF4-FFF2-40B4-BE49-F238E27FC236}">
                <a16:creationId xmlns:a16="http://schemas.microsoft.com/office/drawing/2014/main" id="{08FB79B5-C6F2-3212-3353-C32C6970820B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034400" y="4406400"/>
            <a:ext cx="4644000" cy="144000"/>
          </a:xfrm>
          <a:prstGeom prst="rect">
            <a:avLst/>
          </a:prstGeom>
        </p:spPr>
      </p:pic>
      <p:sp>
        <p:nvSpPr>
          <p:cNvPr id="13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SpPr/>
          <p:nvPr/>
        </p:nvSpPr>
        <p:spPr>
          <a:xfrm>
            <a:off x="6998956" y="4311420"/>
            <a:ext cx="152900" cy="135600"/>
          </a:xfrm>
          <a:custGeom>
            <a:avLst/>
            <a:gdLst>
              <a:gd name="connsiteX0" fmla="*/ 66058 w 152900"/>
              <a:gd name="connsiteY0" fmla="*/ 129600 h 135600"/>
              <a:gd name="connsiteX1" fmla="*/ 86843 w 152900"/>
              <a:gd name="connsiteY1" fmla="*/ 129600 h 135600"/>
              <a:gd name="connsiteX2" fmla="*/ 151275 w 152900"/>
              <a:gd name="connsiteY2" fmla="*/ 18000 h 135600"/>
              <a:gd name="connsiteX3" fmla="*/ 140883 w 152900"/>
              <a:gd name="connsiteY3" fmla="*/ 0 h 135600"/>
              <a:gd name="connsiteX4" fmla="*/ 12018 w 152900"/>
              <a:gd name="connsiteY4" fmla="*/ 0 h 135600"/>
              <a:gd name="connsiteX5" fmla="*/ 1626 w 152900"/>
              <a:gd name="connsiteY5" fmla="*/ 18000 h 135600"/>
              <a:gd name="connsiteX6" fmla="*/ 66058 w 152900"/>
              <a:gd name="connsiteY6" fmla="*/ 129600 h 1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2900" h="135600">
                <a:moveTo>
                  <a:pt x="66058" y="129600"/>
                </a:moveTo>
                <a:cubicBezTo>
                  <a:pt x="70677" y="137600"/>
                  <a:pt x="82224" y="137600"/>
                  <a:pt x="86843" y="129600"/>
                </a:cubicBezTo>
                <a:lnTo>
                  <a:pt x="151275" y="18000"/>
                </a:lnTo>
                <a:cubicBezTo>
                  <a:pt x="155894" y="10000"/>
                  <a:pt x="150120" y="0"/>
                  <a:pt x="140883" y="0"/>
                </a:cubicBezTo>
                <a:lnTo>
                  <a:pt x="12018" y="0"/>
                </a:lnTo>
                <a:cubicBezTo>
                  <a:pt x="2780" y="0"/>
                  <a:pt x="-2993" y="10000"/>
                  <a:pt x="1626" y="18000"/>
                </a:cubicBezTo>
                <a:lnTo>
                  <a:pt x="66058" y="129600"/>
                </a:lnTo>
                <a:close/>
              </a:path>
            </a:pathLst>
          </a:custGeom>
          <a:solidFill>
            <a:srgbClr val="161616"/>
          </a:solidFill>
          <a:ln w="4618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25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SpPr/>
          <p:nvPr/>
        </p:nvSpPr>
        <p:spPr>
          <a:xfrm>
            <a:off x="7017170" y="3786206"/>
            <a:ext cx="314420" cy="342362"/>
          </a:xfrm>
          <a:custGeom>
            <a:avLst/>
            <a:gdLst>
              <a:gd name="connsiteX0" fmla="*/ 129276 w 314420"/>
              <a:gd name="connsiteY0" fmla="*/ 228460 h 342362"/>
              <a:gd name="connsiteX1" fmla="*/ 95734 w 314420"/>
              <a:gd name="connsiteY1" fmla="*/ 199111 h 342362"/>
              <a:gd name="connsiteX2" fmla="*/ 0 w 314420"/>
              <a:gd name="connsiteY2" fmla="*/ 147401 h 342362"/>
              <a:gd name="connsiteX3" fmla="*/ 55903 w 314420"/>
              <a:gd name="connsiteY3" fmla="*/ 86606 h 342362"/>
              <a:gd name="connsiteX4" fmla="*/ 97830 w 314420"/>
              <a:gd name="connsiteY4" fmla="*/ 43980 h 342362"/>
              <a:gd name="connsiteX5" fmla="*/ 227106 w 314420"/>
              <a:gd name="connsiteY5" fmla="*/ 20221 h 342362"/>
              <a:gd name="connsiteX6" fmla="*/ 254359 w 314420"/>
              <a:gd name="connsiteY6" fmla="*/ 66341 h 342362"/>
              <a:gd name="connsiteX7" fmla="*/ 292792 w 314420"/>
              <a:gd name="connsiteY7" fmla="*/ 187232 h 342362"/>
              <a:gd name="connsiteX8" fmla="*/ 215227 w 314420"/>
              <a:gd name="connsiteY8" fmla="*/ 204003 h 342362"/>
              <a:gd name="connsiteX9" fmla="*/ 183781 w 314420"/>
              <a:gd name="connsiteY9" fmla="*/ 229159 h 342362"/>
              <a:gd name="connsiteX10" fmla="*/ 206143 w 314420"/>
              <a:gd name="connsiteY10" fmla="*/ 336074 h 342362"/>
              <a:gd name="connsiteX11" fmla="*/ 200552 w 314420"/>
              <a:gd name="connsiteY11" fmla="*/ 342363 h 342362"/>
              <a:gd name="connsiteX12" fmla="*/ 113902 w 314420"/>
              <a:gd name="connsiteY12" fmla="*/ 342363 h 342362"/>
              <a:gd name="connsiteX13" fmla="*/ 108312 w 314420"/>
              <a:gd name="connsiteY13" fmla="*/ 334676 h 342362"/>
              <a:gd name="connsiteX14" fmla="*/ 122987 w 314420"/>
              <a:gd name="connsiteY14" fmla="*/ 292050 h 342362"/>
              <a:gd name="connsiteX15" fmla="*/ 92240 w 314420"/>
              <a:gd name="connsiteY15" fmla="*/ 262701 h 342362"/>
              <a:gd name="connsiteX16" fmla="*/ 92240 w 314420"/>
              <a:gd name="connsiteY16" fmla="*/ 254315 h 342362"/>
              <a:gd name="connsiteX17" fmla="*/ 108312 w 314420"/>
              <a:gd name="connsiteY17" fmla="*/ 239641 h 342362"/>
              <a:gd name="connsiteX18" fmla="*/ 117396 w 314420"/>
              <a:gd name="connsiteY18" fmla="*/ 240340 h 342362"/>
              <a:gd name="connsiteX19" fmla="*/ 128577 w 314420"/>
              <a:gd name="connsiteY19" fmla="*/ 252219 h 342362"/>
              <a:gd name="connsiteX20" fmla="*/ 129975 w 314420"/>
              <a:gd name="connsiteY20" fmla="*/ 228460 h 342362"/>
              <a:gd name="connsiteX21" fmla="*/ 140456 w 314420"/>
              <a:gd name="connsiteY21" fmla="*/ 224267 h 342362"/>
              <a:gd name="connsiteX22" fmla="*/ 138360 w 314420"/>
              <a:gd name="connsiteY22" fmla="*/ 259207 h 342362"/>
              <a:gd name="connsiteX23" fmla="*/ 157227 w 314420"/>
              <a:gd name="connsiteY23" fmla="*/ 270387 h 342362"/>
              <a:gd name="connsiteX24" fmla="*/ 150239 w 314420"/>
              <a:gd name="connsiteY24" fmla="*/ 273881 h 342362"/>
              <a:gd name="connsiteX25" fmla="*/ 111107 w 314420"/>
              <a:gd name="connsiteY25" fmla="*/ 251520 h 342362"/>
              <a:gd name="connsiteX26" fmla="*/ 104119 w 314420"/>
              <a:gd name="connsiteY26" fmla="*/ 258508 h 342362"/>
              <a:gd name="connsiteX27" fmla="*/ 132770 w 314420"/>
              <a:gd name="connsiteY27" fmla="*/ 285761 h 342362"/>
              <a:gd name="connsiteX28" fmla="*/ 134167 w 314420"/>
              <a:gd name="connsiteY28" fmla="*/ 291351 h 342362"/>
              <a:gd name="connsiteX29" fmla="*/ 121589 w 314420"/>
              <a:gd name="connsiteY29" fmla="*/ 331182 h 342362"/>
              <a:gd name="connsiteX30" fmla="*/ 193564 w 314420"/>
              <a:gd name="connsiteY30" fmla="*/ 331182 h 342362"/>
              <a:gd name="connsiteX31" fmla="*/ 170504 w 314420"/>
              <a:gd name="connsiteY31" fmla="*/ 211689 h 342362"/>
              <a:gd name="connsiteX32" fmla="*/ 192866 w 314420"/>
              <a:gd name="connsiteY32" fmla="*/ 129232 h 342362"/>
              <a:gd name="connsiteX33" fmla="*/ 185179 w 314420"/>
              <a:gd name="connsiteY33" fmla="*/ 128533 h 342362"/>
              <a:gd name="connsiteX34" fmla="*/ 169107 w 314420"/>
              <a:gd name="connsiteY34" fmla="*/ 174653 h 342362"/>
              <a:gd name="connsiteX35" fmla="*/ 143252 w 314420"/>
              <a:gd name="connsiteY35" fmla="*/ 177449 h 342362"/>
              <a:gd name="connsiteX36" fmla="*/ 128577 w 314420"/>
              <a:gd name="connsiteY36" fmla="*/ 152991 h 342362"/>
              <a:gd name="connsiteX37" fmla="*/ 118095 w 314420"/>
              <a:gd name="connsiteY37" fmla="*/ 157184 h 342362"/>
              <a:gd name="connsiteX38" fmla="*/ 141155 w 314420"/>
              <a:gd name="connsiteY38" fmla="*/ 207497 h 342362"/>
              <a:gd name="connsiteX39" fmla="*/ 140456 w 314420"/>
              <a:gd name="connsiteY39" fmla="*/ 224267 h 342362"/>
              <a:gd name="connsiteX40" fmla="*/ 182384 w 314420"/>
              <a:gd name="connsiteY40" fmla="*/ 217280 h 342362"/>
              <a:gd name="connsiteX41" fmla="*/ 215227 w 314420"/>
              <a:gd name="connsiteY41" fmla="*/ 192123 h 342362"/>
              <a:gd name="connsiteX42" fmla="*/ 302575 w 314420"/>
              <a:gd name="connsiteY42" fmla="*/ 136919 h 342362"/>
              <a:gd name="connsiteX43" fmla="*/ 286503 w 314420"/>
              <a:gd name="connsiteY43" fmla="*/ 97088 h 342362"/>
              <a:gd name="connsiteX44" fmla="*/ 248070 w 314420"/>
              <a:gd name="connsiteY44" fmla="*/ 76823 h 342362"/>
              <a:gd name="connsiteX45" fmla="*/ 242480 w 314420"/>
              <a:gd name="connsiteY45" fmla="*/ 71932 h 342362"/>
              <a:gd name="connsiteX46" fmla="*/ 132770 w 314420"/>
              <a:gd name="connsiteY46" fmla="*/ 21619 h 342362"/>
              <a:gd name="connsiteX47" fmla="*/ 100626 w 314420"/>
              <a:gd name="connsiteY47" fmla="*/ 54462 h 342362"/>
              <a:gd name="connsiteX48" fmla="*/ 66385 w 314420"/>
              <a:gd name="connsiteY48" fmla="*/ 91498 h 342362"/>
              <a:gd name="connsiteX49" fmla="*/ 25156 w 314420"/>
              <a:gd name="connsiteY49" fmla="*/ 112461 h 342362"/>
              <a:gd name="connsiteX50" fmla="*/ 62891 w 314420"/>
              <a:gd name="connsiteY50" fmla="*/ 197015 h 342362"/>
              <a:gd name="connsiteX51" fmla="*/ 93638 w 314420"/>
              <a:gd name="connsiteY51" fmla="*/ 187232 h 342362"/>
              <a:gd name="connsiteX52" fmla="*/ 102722 w 314420"/>
              <a:gd name="connsiteY52" fmla="*/ 189328 h 342362"/>
              <a:gd name="connsiteX53" fmla="*/ 129276 w 314420"/>
              <a:gd name="connsiteY53" fmla="*/ 216581 h 342362"/>
              <a:gd name="connsiteX54" fmla="*/ 115300 w 314420"/>
              <a:gd name="connsiteY54" fmla="*/ 173955 h 342362"/>
              <a:gd name="connsiteX55" fmla="*/ 129276 w 314420"/>
              <a:gd name="connsiteY55" fmla="*/ 140413 h 342362"/>
              <a:gd name="connsiteX56" fmla="*/ 136963 w 314420"/>
              <a:gd name="connsiteY56" fmla="*/ 143208 h 342362"/>
              <a:gd name="connsiteX57" fmla="*/ 154432 w 314420"/>
              <a:gd name="connsiteY57" fmla="*/ 172557 h 342362"/>
              <a:gd name="connsiteX58" fmla="*/ 157926 w 314420"/>
              <a:gd name="connsiteY58" fmla="*/ 170461 h 342362"/>
              <a:gd name="connsiteX59" fmla="*/ 175396 w 314420"/>
              <a:gd name="connsiteY59" fmla="*/ 120847 h 342362"/>
              <a:gd name="connsiteX60" fmla="*/ 181685 w 314420"/>
              <a:gd name="connsiteY60" fmla="*/ 116654 h 342362"/>
              <a:gd name="connsiteX61" fmla="*/ 199155 w 314420"/>
              <a:gd name="connsiteY61" fmla="*/ 119449 h 342362"/>
              <a:gd name="connsiteX62" fmla="*/ 204046 w 314420"/>
              <a:gd name="connsiteY62" fmla="*/ 125040 h 342362"/>
              <a:gd name="connsiteX63" fmla="*/ 182384 w 314420"/>
              <a:gd name="connsiteY63" fmla="*/ 211689 h 342362"/>
              <a:gd name="connsiteX64" fmla="*/ 182384 w 314420"/>
              <a:gd name="connsiteY64" fmla="*/ 217280 h 342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314420" h="342362">
                <a:moveTo>
                  <a:pt x="129276" y="228460"/>
                </a:moveTo>
                <a:cubicBezTo>
                  <a:pt x="115300" y="222171"/>
                  <a:pt x="103421" y="212388"/>
                  <a:pt x="95734" y="199111"/>
                </a:cubicBezTo>
                <a:cubicBezTo>
                  <a:pt x="53807" y="223569"/>
                  <a:pt x="0" y="194918"/>
                  <a:pt x="0" y="147401"/>
                </a:cubicBezTo>
                <a:cubicBezTo>
                  <a:pt x="0" y="115955"/>
                  <a:pt x="24458" y="90100"/>
                  <a:pt x="55903" y="86606"/>
                </a:cubicBezTo>
                <a:cubicBezTo>
                  <a:pt x="57301" y="64944"/>
                  <a:pt x="74770" y="46775"/>
                  <a:pt x="97830" y="43980"/>
                </a:cubicBezTo>
                <a:cubicBezTo>
                  <a:pt x="122288" y="-2839"/>
                  <a:pt x="185878" y="-14718"/>
                  <a:pt x="227106" y="20221"/>
                </a:cubicBezTo>
                <a:cubicBezTo>
                  <a:pt x="241082" y="32101"/>
                  <a:pt x="250865" y="48173"/>
                  <a:pt x="254359" y="66341"/>
                </a:cubicBezTo>
                <a:cubicBezTo>
                  <a:pt x="312358" y="76823"/>
                  <a:pt x="334720" y="146702"/>
                  <a:pt x="292792" y="187232"/>
                </a:cubicBezTo>
                <a:cubicBezTo>
                  <a:pt x="272527" y="206798"/>
                  <a:pt x="242480" y="213087"/>
                  <a:pt x="215227" y="204003"/>
                </a:cubicBezTo>
                <a:cubicBezTo>
                  <a:pt x="207540" y="215183"/>
                  <a:pt x="196360" y="223569"/>
                  <a:pt x="183781" y="229159"/>
                </a:cubicBezTo>
                <a:cubicBezTo>
                  <a:pt x="187275" y="271086"/>
                  <a:pt x="202649" y="296941"/>
                  <a:pt x="206143" y="336074"/>
                </a:cubicBezTo>
                <a:cubicBezTo>
                  <a:pt x="206841" y="339568"/>
                  <a:pt x="204046" y="342363"/>
                  <a:pt x="200552" y="342363"/>
                </a:cubicBezTo>
                <a:lnTo>
                  <a:pt x="113902" y="342363"/>
                </a:lnTo>
                <a:cubicBezTo>
                  <a:pt x="109710" y="342363"/>
                  <a:pt x="106915" y="338170"/>
                  <a:pt x="108312" y="334676"/>
                </a:cubicBezTo>
                <a:cubicBezTo>
                  <a:pt x="114601" y="322098"/>
                  <a:pt x="120192" y="304628"/>
                  <a:pt x="122987" y="292050"/>
                </a:cubicBezTo>
                <a:lnTo>
                  <a:pt x="92240" y="262701"/>
                </a:lnTo>
                <a:cubicBezTo>
                  <a:pt x="90144" y="260604"/>
                  <a:pt x="90144" y="257110"/>
                  <a:pt x="92240" y="254315"/>
                </a:cubicBezTo>
                <a:lnTo>
                  <a:pt x="108312" y="239641"/>
                </a:lnTo>
                <a:cubicBezTo>
                  <a:pt x="111107" y="236846"/>
                  <a:pt x="115300" y="237544"/>
                  <a:pt x="117396" y="240340"/>
                </a:cubicBezTo>
                <a:cubicBezTo>
                  <a:pt x="121123" y="245464"/>
                  <a:pt x="124850" y="249424"/>
                  <a:pt x="128577" y="252219"/>
                </a:cubicBezTo>
                <a:lnTo>
                  <a:pt x="129975" y="228460"/>
                </a:lnTo>
                <a:close/>
                <a:moveTo>
                  <a:pt x="140456" y="224267"/>
                </a:moveTo>
                <a:lnTo>
                  <a:pt x="138360" y="259207"/>
                </a:lnTo>
                <a:cubicBezTo>
                  <a:pt x="148842" y="263400"/>
                  <a:pt x="158625" y="262701"/>
                  <a:pt x="157227" y="270387"/>
                </a:cubicBezTo>
                <a:cubicBezTo>
                  <a:pt x="155830" y="273183"/>
                  <a:pt x="153035" y="274580"/>
                  <a:pt x="150239" y="273881"/>
                </a:cubicBezTo>
                <a:cubicBezTo>
                  <a:pt x="134167" y="270387"/>
                  <a:pt x="122288" y="264797"/>
                  <a:pt x="111107" y="251520"/>
                </a:cubicBezTo>
                <a:lnTo>
                  <a:pt x="104119" y="258508"/>
                </a:lnTo>
                <a:lnTo>
                  <a:pt x="132770" y="285761"/>
                </a:lnTo>
                <a:cubicBezTo>
                  <a:pt x="133469" y="287158"/>
                  <a:pt x="134167" y="289255"/>
                  <a:pt x="134167" y="291351"/>
                </a:cubicBezTo>
                <a:cubicBezTo>
                  <a:pt x="131372" y="304628"/>
                  <a:pt x="127179" y="317905"/>
                  <a:pt x="121589" y="331182"/>
                </a:cubicBezTo>
                <a:lnTo>
                  <a:pt x="193564" y="331182"/>
                </a:lnTo>
                <a:cubicBezTo>
                  <a:pt x="187974" y="289255"/>
                  <a:pt x="170504" y="264098"/>
                  <a:pt x="170504" y="211689"/>
                </a:cubicBezTo>
                <a:cubicBezTo>
                  <a:pt x="170504" y="183039"/>
                  <a:pt x="189372" y="158581"/>
                  <a:pt x="192866" y="129232"/>
                </a:cubicBezTo>
                <a:lnTo>
                  <a:pt x="185179" y="128533"/>
                </a:lnTo>
                <a:cubicBezTo>
                  <a:pt x="180986" y="145304"/>
                  <a:pt x="174697" y="158581"/>
                  <a:pt x="169107" y="174653"/>
                </a:cubicBezTo>
                <a:cubicBezTo>
                  <a:pt x="164914" y="185135"/>
                  <a:pt x="150239" y="186533"/>
                  <a:pt x="143252" y="177449"/>
                </a:cubicBezTo>
                <a:cubicBezTo>
                  <a:pt x="138360" y="169762"/>
                  <a:pt x="132770" y="161377"/>
                  <a:pt x="128577" y="152991"/>
                </a:cubicBezTo>
                <a:lnTo>
                  <a:pt x="118095" y="157184"/>
                </a:lnTo>
                <a:cubicBezTo>
                  <a:pt x="123686" y="169762"/>
                  <a:pt x="141155" y="186533"/>
                  <a:pt x="141155" y="207497"/>
                </a:cubicBezTo>
                <a:cubicBezTo>
                  <a:pt x="140689" y="213553"/>
                  <a:pt x="140456" y="219143"/>
                  <a:pt x="140456" y="224267"/>
                </a:cubicBezTo>
                <a:close/>
                <a:moveTo>
                  <a:pt x="182384" y="217280"/>
                </a:moveTo>
                <a:cubicBezTo>
                  <a:pt x="207540" y="205400"/>
                  <a:pt x="205444" y="188629"/>
                  <a:pt x="215227" y="192123"/>
                </a:cubicBezTo>
                <a:cubicBezTo>
                  <a:pt x="255756" y="209593"/>
                  <a:pt x="302575" y="180244"/>
                  <a:pt x="302575" y="136919"/>
                </a:cubicBezTo>
                <a:cubicBezTo>
                  <a:pt x="302575" y="121546"/>
                  <a:pt x="296286" y="107570"/>
                  <a:pt x="286503" y="97088"/>
                </a:cubicBezTo>
                <a:cubicBezTo>
                  <a:pt x="277419" y="85907"/>
                  <a:pt x="263443" y="78920"/>
                  <a:pt x="248070" y="76823"/>
                </a:cubicBezTo>
                <a:cubicBezTo>
                  <a:pt x="245275" y="76823"/>
                  <a:pt x="243178" y="74727"/>
                  <a:pt x="242480" y="71932"/>
                </a:cubicBezTo>
                <a:cubicBezTo>
                  <a:pt x="236889" y="20920"/>
                  <a:pt x="176793" y="-5634"/>
                  <a:pt x="132770" y="21619"/>
                </a:cubicBezTo>
                <a:cubicBezTo>
                  <a:pt x="106216" y="37691"/>
                  <a:pt x="109011" y="54462"/>
                  <a:pt x="100626" y="54462"/>
                </a:cubicBezTo>
                <a:cubicBezTo>
                  <a:pt x="81059" y="55161"/>
                  <a:pt x="64987" y="71932"/>
                  <a:pt x="66385" y="91498"/>
                </a:cubicBezTo>
                <a:cubicBezTo>
                  <a:pt x="67084" y="102678"/>
                  <a:pt x="47518" y="90799"/>
                  <a:pt x="25156" y="112461"/>
                </a:cubicBezTo>
                <a:cubicBezTo>
                  <a:pt x="-6289" y="143907"/>
                  <a:pt x="16771" y="197015"/>
                  <a:pt x="62891" y="197015"/>
                </a:cubicBezTo>
                <a:cubicBezTo>
                  <a:pt x="73373" y="197015"/>
                  <a:pt x="85252" y="193521"/>
                  <a:pt x="93638" y="187232"/>
                </a:cubicBezTo>
                <a:cubicBezTo>
                  <a:pt x="96433" y="185135"/>
                  <a:pt x="100626" y="185834"/>
                  <a:pt x="102722" y="189328"/>
                </a:cubicBezTo>
                <a:cubicBezTo>
                  <a:pt x="108312" y="200509"/>
                  <a:pt x="117396" y="210292"/>
                  <a:pt x="129276" y="216581"/>
                </a:cubicBezTo>
                <a:cubicBezTo>
                  <a:pt x="129975" y="197015"/>
                  <a:pt x="127878" y="193521"/>
                  <a:pt x="115300" y="173955"/>
                </a:cubicBezTo>
                <a:cubicBezTo>
                  <a:pt x="99228" y="149497"/>
                  <a:pt x="104119" y="151593"/>
                  <a:pt x="129276" y="140413"/>
                </a:cubicBezTo>
                <a:cubicBezTo>
                  <a:pt x="132071" y="139015"/>
                  <a:pt x="135565" y="140413"/>
                  <a:pt x="136963" y="143208"/>
                </a:cubicBezTo>
                <a:cubicBezTo>
                  <a:pt x="139059" y="149497"/>
                  <a:pt x="150938" y="171160"/>
                  <a:pt x="154432" y="172557"/>
                </a:cubicBezTo>
                <a:cubicBezTo>
                  <a:pt x="155830" y="173256"/>
                  <a:pt x="157227" y="172557"/>
                  <a:pt x="157926" y="170461"/>
                </a:cubicBezTo>
                <a:cubicBezTo>
                  <a:pt x="164215" y="154389"/>
                  <a:pt x="171203" y="140413"/>
                  <a:pt x="175396" y="120847"/>
                </a:cubicBezTo>
                <a:cubicBezTo>
                  <a:pt x="175396" y="118052"/>
                  <a:pt x="178191" y="115955"/>
                  <a:pt x="181685" y="116654"/>
                </a:cubicBezTo>
                <a:lnTo>
                  <a:pt x="199155" y="119449"/>
                </a:lnTo>
                <a:cubicBezTo>
                  <a:pt x="202649" y="119449"/>
                  <a:pt x="204745" y="122244"/>
                  <a:pt x="204046" y="125040"/>
                </a:cubicBezTo>
                <a:cubicBezTo>
                  <a:pt x="201251" y="161377"/>
                  <a:pt x="182384" y="183738"/>
                  <a:pt x="182384" y="211689"/>
                </a:cubicBezTo>
                <a:cubicBezTo>
                  <a:pt x="182384" y="213553"/>
                  <a:pt x="182384" y="215416"/>
                  <a:pt x="182384" y="217280"/>
                </a:cubicBezTo>
                <a:close/>
              </a:path>
            </a:pathLst>
          </a:custGeom>
          <a:solidFill>
            <a:srgbClr val="29A31E"/>
          </a:solidFill>
          <a:ln w="6910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graphicFrame>
        <p:nvGraphicFramePr>
          <p:cNvPr id="5" name="graph_repartition_sols">
            <a:extLst>
              <a:ext uri="{FF2B5EF4-FFF2-40B4-BE49-F238E27FC236}">
                <a16:creationId xmlns:a16="http://schemas.microsoft.com/office/drawing/2014/main" id="{0AF920CF-9639-5B00-C9CB-30F812DB2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3930955"/>
              </p:ext>
            </p:extLst>
          </p:nvPr>
        </p:nvGraphicFramePr>
        <p:xfrm>
          <a:off x="924251" y="4492187"/>
          <a:ext cx="5111496" cy="17413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7" name="Graphique 8">
            <a:extLst>
              <a:ext uri="{FF2B5EF4-FFF2-40B4-BE49-F238E27FC236}">
                <a16:creationId xmlns:a16="http://schemas.microsoft.com/office/drawing/2014/main" id="{9FC59258-4FDC-0D81-1836-EEE964C64B8A}"/>
              </a:ext>
            </a:extLst>
          </p:cNvPr>
          <p:cNvSpPr/>
          <p:nvPr/>
        </p:nvSpPr>
        <p:spPr>
          <a:xfrm>
            <a:off x="6972022" y="5868399"/>
            <a:ext cx="365175" cy="365181"/>
          </a:xfrm>
          <a:custGeom>
            <a:avLst/>
            <a:gdLst>
              <a:gd name="connsiteX0" fmla="*/ 178542 w 365175"/>
              <a:gd name="connsiteY0" fmla="*/ 124431 h 365181"/>
              <a:gd name="connsiteX1" fmla="*/ 156546 w 365175"/>
              <a:gd name="connsiteY1" fmla="*/ 85474 h 365181"/>
              <a:gd name="connsiteX2" fmla="*/ 158772 w 365175"/>
              <a:gd name="connsiteY2" fmla="*/ 70104 h 365181"/>
              <a:gd name="connsiteX3" fmla="*/ 346901 w 365175"/>
              <a:gd name="connsiteY3" fmla="*/ 258105 h 365181"/>
              <a:gd name="connsiteX4" fmla="*/ 362039 w 365175"/>
              <a:gd name="connsiteY4" fmla="*/ 258105 h 365181"/>
              <a:gd name="connsiteX5" fmla="*/ 362039 w 365175"/>
              <a:gd name="connsiteY5" fmla="*/ 242977 h 365181"/>
              <a:gd name="connsiteX6" fmla="*/ 138875 w 365175"/>
              <a:gd name="connsiteY6" fmla="*/ 19964 h 365181"/>
              <a:gd name="connsiteX7" fmla="*/ 25006 w 365175"/>
              <a:gd name="connsiteY7" fmla="*/ 85481 h 365181"/>
              <a:gd name="connsiteX8" fmla="*/ 23207 w 365175"/>
              <a:gd name="connsiteY8" fmla="*/ 209084 h 365181"/>
              <a:gd name="connsiteX9" fmla="*/ 57143 w 365175"/>
              <a:gd name="connsiteY9" fmla="*/ 276070 h 365181"/>
              <a:gd name="connsiteX10" fmla="*/ 57143 w 365175"/>
              <a:gd name="connsiteY10" fmla="*/ 354483 h 365181"/>
              <a:gd name="connsiteX11" fmla="*/ 67849 w 365175"/>
              <a:gd name="connsiteY11" fmla="*/ 365181 h 365181"/>
              <a:gd name="connsiteX12" fmla="*/ 329480 w 365175"/>
              <a:gd name="connsiteY12" fmla="*/ 365181 h 365181"/>
              <a:gd name="connsiteX13" fmla="*/ 337045 w 365175"/>
              <a:gd name="connsiteY13" fmla="*/ 346923 h 365181"/>
              <a:gd name="connsiteX14" fmla="*/ 174316 w 365175"/>
              <a:gd name="connsiteY14" fmla="*/ 184314 h 365181"/>
              <a:gd name="connsiteX15" fmla="*/ 181275 w 365175"/>
              <a:gd name="connsiteY15" fmla="*/ 157425 h 365181"/>
              <a:gd name="connsiteX16" fmla="*/ 346901 w 365175"/>
              <a:gd name="connsiteY16" fmla="*/ 322929 h 365181"/>
              <a:gd name="connsiteX17" fmla="*/ 362039 w 365175"/>
              <a:gd name="connsiteY17" fmla="*/ 322929 h 365181"/>
              <a:gd name="connsiteX18" fmla="*/ 362039 w 365175"/>
              <a:gd name="connsiteY18" fmla="*/ 307803 h 365181"/>
              <a:gd name="connsiteX19" fmla="*/ 178542 w 365175"/>
              <a:gd name="connsiteY19" fmla="*/ 124431 h 365181"/>
              <a:gd name="connsiteX20" fmla="*/ 103005 w 365175"/>
              <a:gd name="connsiteY20" fmla="*/ 343777 h 365181"/>
              <a:gd name="connsiteX21" fmla="*/ 78554 w 365175"/>
              <a:gd name="connsiteY21" fmla="*/ 343777 h 365181"/>
              <a:gd name="connsiteX22" fmla="*/ 78554 w 365175"/>
              <a:gd name="connsiteY22" fmla="*/ 283867 h 365181"/>
              <a:gd name="connsiteX23" fmla="*/ 103005 w 365175"/>
              <a:gd name="connsiteY23" fmla="*/ 283860 h 365181"/>
              <a:gd name="connsiteX24" fmla="*/ 103005 w 365175"/>
              <a:gd name="connsiteY24" fmla="*/ 343777 h 365181"/>
              <a:gd name="connsiteX25" fmla="*/ 90772 w 365175"/>
              <a:gd name="connsiteY25" fmla="*/ 263575 h 365181"/>
              <a:gd name="connsiteX26" fmla="*/ 45089 w 365175"/>
              <a:gd name="connsiteY26" fmla="*/ 207608 h 365181"/>
              <a:gd name="connsiteX27" fmla="*/ 42091 w 365175"/>
              <a:gd name="connsiteY27" fmla="*/ 197865 h 365181"/>
              <a:gd name="connsiteX28" fmla="*/ 44375 w 365175"/>
              <a:gd name="connsiteY28" fmla="*/ 96487 h 365181"/>
              <a:gd name="connsiteX29" fmla="*/ 47216 w 365175"/>
              <a:gd name="connsiteY29" fmla="*/ 84661 h 365181"/>
              <a:gd name="connsiteX30" fmla="*/ 90772 w 365175"/>
              <a:gd name="connsiteY30" fmla="*/ 21455 h 365181"/>
              <a:gd name="connsiteX31" fmla="*/ 134329 w 365175"/>
              <a:gd name="connsiteY31" fmla="*/ 84661 h 365181"/>
              <a:gd name="connsiteX32" fmla="*/ 137170 w 365175"/>
              <a:gd name="connsiteY32" fmla="*/ 96487 h 365181"/>
              <a:gd name="connsiteX33" fmla="*/ 139453 w 365175"/>
              <a:gd name="connsiteY33" fmla="*/ 197865 h 365181"/>
              <a:gd name="connsiteX34" fmla="*/ 136455 w 365175"/>
              <a:gd name="connsiteY34" fmla="*/ 207608 h 365181"/>
              <a:gd name="connsiteX35" fmla="*/ 90772 w 365175"/>
              <a:gd name="connsiteY35" fmla="*/ 263575 h 365181"/>
              <a:gd name="connsiteX36" fmla="*/ 124408 w 365175"/>
              <a:gd name="connsiteY36" fmla="*/ 343777 h 365181"/>
              <a:gd name="connsiteX37" fmla="*/ 124408 w 365175"/>
              <a:gd name="connsiteY37" fmla="*/ 295022 h 365181"/>
              <a:gd name="connsiteX38" fmla="*/ 173211 w 365175"/>
              <a:gd name="connsiteY38" fmla="*/ 343777 h 365181"/>
              <a:gd name="connsiteX39" fmla="*/ 124408 w 365175"/>
              <a:gd name="connsiteY39" fmla="*/ 343777 h 365181"/>
              <a:gd name="connsiteX40" fmla="*/ 203493 w 365175"/>
              <a:gd name="connsiteY40" fmla="*/ 343777 h 365181"/>
              <a:gd name="connsiteX41" fmla="*/ 131238 w 365175"/>
              <a:gd name="connsiteY41" fmla="*/ 271599 h 365181"/>
              <a:gd name="connsiteX42" fmla="*/ 148245 w 365175"/>
              <a:gd name="connsiteY42" fmla="*/ 253319 h 365181"/>
              <a:gd name="connsiteX43" fmla="*/ 238742 w 365175"/>
              <a:gd name="connsiteY43" fmla="*/ 343777 h 365181"/>
              <a:gd name="connsiteX44" fmla="*/ 203493 w 365175"/>
              <a:gd name="connsiteY44" fmla="*/ 343777 h 365181"/>
              <a:gd name="connsiteX45" fmla="*/ 303631 w 365175"/>
              <a:gd name="connsiteY45" fmla="*/ 343777 h 365181"/>
              <a:gd name="connsiteX46" fmla="*/ 269017 w 365175"/>
              <a:gd name="connsiteY46" fmla="*/ 343777 h 365181"/>
              <a:gd name="connsiteX47" fmla="*/ 157139 w 365175"/>
              <a:gd name="connsiteY47" fmla="*/ 231950 h 365181"/>
              <a:gd name="connsiteX48" fmla="*/ 158345 w 365175"/>
              <a:gd name="connsiteY48" fmla="*/ 209077 h 365181"/>
              <a:gd name="connsiteX49" fmla="*/ 163104 w 365175"/>
              <a:gd name="connsiteY49" fmla="*/ 203357 h 365181"/>
              <a:gd name="connsiteX50" fmla="*/ 303631 w 365175"/>
              <a:gd name="connsiteY50" fmla="*/ 343777 h 365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65175" h="365181">
                <a:moveTo>
                  <a:pt x="178542" y="124431"/>
                </a:moveTo>
                <a:cubicBezTo>
                  <a:pt x="174588" y="109909"/>
                  <a:pt x="167058" y="96487"/>
                  <a:pt x="156546" y="85474"/>
                </a:cubicBezTo>
                <a:cubicBezTo>
                  <a:pt x="157874" y="80489"/>
                  <a:pt x="158615" y="75346"/>
                  <a:pt x="158772" y="70104"/>
                </a:cubicBezTo>
                <a:lnTo>
                  <a:pt x="346901" y="258105"/>
                </a:lnTo>
                <a:cubicBezTo>
                  <a:pt x="351084" y="262284"/>
                  <a:pt x="357857" y="262284"/>
                  <a:pt x="362039" y="258105"/>
                </a:cubicBezTo>
                <a:cubicBezTo>
                  <a:pt x="366222" y="253925"/>
                  <a:pt x="366222" y="247156"/>
                  <a:pt x="362039" y="242977"/>
                </a:cubicBezTo>
                <a:lnTo>
                  <a:pt x="138875" y="19964"/>
                </a:lnTo>
                <a:cubicBezTo>
                  <a:pt x="89795" y="-28450"/>
                  <a:pt x="7863" y="18138"/>
                  <a:pt x="25006" y="85481"/>
                </a:cubicBezTo>
                <a:cubicBezTo>
                  <a:pt x="-7524" y="118276"/>
                  <a:pt x="-8516" y="175427"/>
                  <a:pt x="23207" y="209084"/>
                </a:cubicBezTo>
                <a:cubicBezTo>
                  <a:pt x="19789" y="236479"/>
                  <a:pt x="34355" y="263354"/>
                  <a:pt x="57143" y="276070"/>
                </a:cubicBezTo>
                <a:lnTo>
                  <a:pt x="57143" y="354483"/>
                </a:lnTo>
                <a:cubicBezTo>
                  <a:pt x="57143" y="360389"/>
                  <a:pt x="61932" y="365181"/>
                  <a:pt x="67849" y="365181"/>
                </a:cubicBezTo>
                <a:lnTo>
                  <a:pt x="329480" y="365181"/>
                </a:lnTo>
                <a:cubicBezTo>
                  <a:pt x="338858" y="365281"/>
                  <a:pt x="343797" y="353549"/>
                  <a:pt x="337045" y="346923"/>
                </a:cubicBezTo>
                <a:lnTo>
                  <a:pt x="174316" y="184314"/>
                </a:lnTo>
                <a:cubicBezTo>
                  <a:pt x="177993" y="175826"/>
                  <a:pt x="180341" y="166782"/>
                  <a:pt x="181275" y="157425"/>
                </a:cubicBezTo>
                <a:lnTo>
                  <a:pt x="346901" y="322929"/>
                </a:lnTo>
                <a:cubicBezTo>
                  <a:pt x="351084" y="327110"/>
                  <a:pt x="357857" y="327110"/>
                  <a:pt x="362039" y="322929"/>
                </a:cubicBezTo>
                <a:cubicBezTo>
                  <a:pt x="366222" y="318751"/>
                  <a:pt x="366222" y="311982"/>
                  <a:pt x="362039" y="307803"/>
                </a:cubicBezTo>
                <a:lnTo>
                  <a:pt x="178542" y="124431"/>
                </a:lnTo>
                <a:close/>
                <a:moveTo>
                  <a:pt x="103005" y="343777"/>
                </a:moveTo>
                <a:lnTo>
                  <a:pt x="78554" y="343777"/>
                </a:lnTo>
                <a:lnTo>
                  <a:pt x="78554" y="283867"/>
                </a:lnTo>
                <a:cubicBezTo>
                  <a:pt x="86447" y="285336"/>
                  <a:pt x="95111" y="285329"/>
                  <a:pt x="103005" y="283860"/>
                </a:cubicBezTo>
                <a:lnTo>
                  <a:pt x="103005" y="343777"/>
                </a:lnTo>
                <a:close/>
                <a:moveTo>
                  <a:pt x="90772" y="263575"/>
                </a:moveTo>
                <a:cubicBezTo>
                  <a:pt x="61647" y="263895"/>
                  <a:pt x="38994" y="236016"/>
                  <a:pt x="45089" y="207608"/>
                </a:cubicBezTo>
                <a:cubicBezTo>
                  <a:pt x="45803" y="204063"/>
                  <a:pt x="44675" y="200397"/>
                  <a:pt x="42091" y="197865"/>
                </a:cubicBezTo>
                <a:cubicBezTo>
                  <a:pt x="13530" y="171133"/>
                  <a:pt x="14764" y="121949"/>
                  <a:pt x="44375" y="96487"/>
                </a:cubicBezTo>
                <a:cubicBezTo>
                  <a:pt x="47694" y="93520"/>
                  <a:pt x="48822" y="88805"/>
                  <a:pt x="47216" y="84661"/>
                </a:cubicBezTo>
                <a:cubicBezTo>
                  <a:pt x="35297" y="55098"/>
                  <a:pt x="58763" y="20820"/>
                  <a:pt x="90772" y="21455"/>
                </a:cubicBezTo>
                <a:cubicBezTo>
                  <a:pt x="122781" y="20827"/>
                  <a:pt x="146261" y="55105"/>
                  <a:pt x="134329" y="84661"/>
                </a:cubicBezTo>
                <a:cubicBezTo>
                  <a:pt x="132723" y="88812"/>
                  <a:pt x="133850" y="93520"/>
                  <a:pt x="137170" y="96487"/>
                </a:cubicBezTo>
                <a:cubicBezTo>
                  <a:pt x="166781" y="121956"/>
                  <a:pt x="168015" y="171133"/>
                  <a:pt x="139453" y="197865"/>
                </a:cubicBezTo>
                <a:cubicBezTo>
                  <a:pt x="136869" y="200397"/>
                  <a:pt x="135742" y="204063"/>
                  <a:pt x="136455" y="207608"/>
                </a:cubicBezTo>
                <a:cubicBezTo>
                  <a:pt x="142550" y="236023"/>
                  <a:pt x="119898" y="263895"/>
                  <a:pt x="90772" y="263575"/>
                </a:cubicBezTo>
                <a:close/>
                <a:moveTo>
                  <a:pt x="124408" y="343777"/>
                </a:moveTo>
                <a:lnTo>
                  <a:pt x="124408" y="295022"/>
                </a:lnTo>
                <a:lnTo>
                  <a:pt x="173211" y="343777"/>
                </a:lnTo>
                <a:lnTo>
                  <a:pt x="124408" y="343777"/>
                </a:lnTo>
                <a:close/>
                <a:moveTo>
                  <a:pt x="203493" y="343777"/>
                </a:moveTo>
                <a:lnTo>
                  <a:pt x="131238" y="271599"/>
                </a:lnTo>
                <a:cubicBezTo>
                  <a:pt x="137968" y="266606"/>
                  <a:pt x="143743" y="260408"/>
                  <a:pt x="148245" y="253319"/>
                </a:cubicBezTo>
                <a:lnTo>
                  <a:pt x="238742" y="343777"/>
                </a:lnTo>
                <a:lnTo>
                  <a:pt x="203493" y="343777"/>
                </a:lnTo>
                <a:close/>
                <a:moveTo>
                  <a:pt x="303631" y="343777"/>
                </a:moveTo>
                <a:lnTo>
                  <a:pt x="269017" y="343777"/>
                </a:lnTo>
                <a:lnTo>
                  <a:pt x="157139" y="231950"/>
                </a:lnTo>
                <a:cubicBezTo>
                  <a:pt x="158809" y="224639"/>
                  <a:pt x="159243" y="216666"/>
                  <a:pt x="158345" y="209077"/>
                </a:cubicBezTo>
                <a:cubicBezTo>
                  <a:pt x="160015" y="207230"/>
                  <a:pt x="161599" y="205318"/>
                  <a:pt x="163104" y="203357"/>
                </a:cubicBezTo>
                <a:lnTo>
                  <a:pt x="303631" y="343777"/>
                </a:lnTo>
                <a:close/>
              </a:path>
            </a:pathLst>
          </a:custGeom>
          <a:solidFill>
            <a:srgbClr val="78719E"/>
          </a:solidFill>
          <a:ln w="1206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zone_coeff_perm_resultat">
            <a:extLst>
              <a:ext uri="{FF2B5EF4-FFF2-40B4-BE49-F238E27FC236}">
                <a16:creationId xmlns:a16="http://schemas.microsoft.com/office/drawing/2014/main" id="{47D0A265-4A87-0334-794C-6E4DEAD28CEB}"/>
              </a:ext>
            </a:extLst>
          </p:cNvPr>
          <p:cNvSpPr txBox="1"/>
          <p:nvPr/>
        </p:nvSpPr>
        <p:spPr>
          <a:xfrm>
            <a:off x="7496273" y="5903314"/>
            <a:ext cx="211494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 de canopée</a:t>
            </a:r>
            <a:endParaRPr lang="fr-FR" sz="13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zone_part_canopee">
            <a:extLst>
              <a:ext uri="{FF2B5EF4-FFF2-40B4-BE49-F238E27FC236}">
                <a16:creationId xmlns:a16="http://schemas.microsoft.com/office/drawing/2014/main" id="{86B3A8A4-B45A-AE9E-A72D-98678271ECC0}"/>
              </a:ext>
            </a:extLst>
          </p:cNvPr>
          <p:cNvSpPr txBox="1"/>
          <p:nvPr/>
        </p:nvSpPr>
        <p:spPr>
          <a:xfrm>
            <a:off x="9313933" y="5857574"/>
            <a:ext cx="254875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700" b="1" dirty="0" err="1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part_canopee</a:t>
            </a:r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%</a:t>
            </a:r>
            <a:endParaRPr lang="fr-FR" sz="17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8" name="Graphique 52">
            <a:extLst>
              <a:ext uri="{FF2B5EF4-FFF2-40B4-BE49-F238E27FC236}">
                <a16:creationId xmlns:a16="http://schemas.microsoft.com/office/drawing/2014/main" id="{0E55B21E-96AC-A97D-5059-A3C250A169CD}"/>
              </a:ext>
            </a:extLst>
          </p:cNvPr>
          <p:cNvGrpSpPr/>
          <p:nvPr/>
        </p:nvGrpSpPr>
        <p:grpSpPr>
          <a:xfrm>
            <a:off x="7021450" y="1274729"/>
            <a:ext cx="334808" cy="308024"/>
            <a:chOff x="7021450" y="1274729"/>
            <a:chExt cx="334808" cy="308024"/>
          </a:xfrm>
          <a:solidFill>
            <a:srgbClr val="3B87FF"/>
          </a:solidFill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2F3875D5-2D0C-8C9E-793E-856F552EE1B3}"/>
                </a:ext>
              </a:extLst>
            </p:cNvPr>
            <p:cNvSpPr/>
            <p:nvPr/>
          </p:nvSpPr>
          <p:spPr>
            <a:xfrm>
              <a:off x="7021450" y="1274729"/>
              <a:ext cx="334808" cy="241731"/>
            </a:xfrm>
            <a:custGeom>
              <a:avLst/>
              <a:gdLst>
                <a:gd name="connsiteX0" fmla="*/ 334809 w 334808"/>
                <a:gd name="connsiteY0" fmla="*/ 136602 h 241731"/>
                <a:gd name="connsiteX1" fmla="*/ 283248 w 334808"/>
                <a:gd name="connsiteY1" fmla="*/ 84372 h 241731"/>
                <a:gd name="connsiteX2" fmla="*/ 227000 w 334808"/>
                <a:gd name="connsiteY2" fmla="*/ 34820 h 241731"/>
                <a:gd name="connsiteX3" fmla="*/ 208921 w 334808"/>
                <a:gd name="connsiteY3" fmla="*/ 37499 h 241731"/>
                <a:gd name="connsiteX4" fmla="*/ 135263 w 334808"/>
                <a:gd name="connsiteY4" fmla="*/ 0 h 241731"/>
                <a:gd name="connsiteX5" fmla="*/ 46204 w 334808"/>
                <a:gd name="connsiteY5" fmla="*/ 84372 h 241731"/>
                <a:gd name="connsiteX6" fmla="*/ 15401 w 334808"/>
                <a:gd name="connsiteY6" fmla="*/ 99773 h 241731"/>
                <a:gd name="connsiteX7" fmla="*/ 0 w 334808"/>
                <a:gd name="connsiteY7" fmla="*/ 136602 h 241731"/>
                <a:gd name="connsiteX8" fmla="*/ 40177 w 334808"/>
                <a:gd name="connsiteY8" fmla="*/ 186823 h 241731"/>
                <a:gd name="connsiteX9" fmla="*/ 37499 w 334808"/>
                <a:gd name="connsiteY9" fmla="*/ 191511 h 241731"/>
                <a:gd name="connsiteX10" fmla="*/ 43525 w 334808"/>
                <a:gd name="connsiteY10" fmla="*/ 231688 h 241731"/>
                <a:gd name="connsiteX11" fmla="*/ 68301 w 334808"/>
                <a:gd name="connsiteY11" fmla="*/ 241732 h 241731"/>
                <a:gd name="connsiteX12" fmla="*/ 93077 w 334808"/>
                <a:gd name="connsiteY12" fmla="*/ 231688 h 241731"/>
                <a:gd name="connsiteX13" fmla="*/ 99103 w 334808"/>
                <a:gd name="connsiteY13" fmla="*/ 191511 h 241731"/>
                <a:gd name="connsiteX14" fmla="*/ 97764 w 334808"/>
                <a:gd name="connsiteY14" fmla="*/ 188832 h 241731"/>
                <a:gd name="connsiteX15" fmla="*/ 237045 w 334808"/>
                <a:gd name="connsiteY15" fmla="*/ 188832 h 241731"/>
                <a:gd name="connsiteX16" fmla="*/ 235705 w 334808"/>
                <a:gd name="connsiteY16" fmla="*/ 191511 h 241731"/>
                <a:gd name="connsiteX17" fmla="*/ 241732 w 334808"/>
                <a:gd name="connsiteY17" fmla="*/ 231688 h 241731"/>
                <a:gd name="connsiteX18" fmla="*/ 266508 w 334808"/>
                <a:gd name="connsiteY18" fmla="*/ 241732 h 241731"/>
                <a:gd name="connsiteX19" fmla="*/ 291284 w 334808"/>
                <a:gd name="connsiteY19" fmla="*/ 231688 h 241731"/>
                <a:gd name="connsiteX20" fmla="*/ 297310 w 334808"/>
                <a:gd name="connsiteY20" fmla="*/ 191511 h 241731"/>
                <a:gd name="connsiteX21" fmla="*/ 295301 w 334808"/>
                <a:gd name="connsiteY21" fmla="*/ 186823 h 241731"/>
                <a:gd name="connsiteX22" fmla="*/ 319408 w 334808"/>
                <a:gd name="connsiteY22" fmla="*/ 173431 h 241731"/>
                <a:gd name="connsiteX23" fmla="*/ 334809 w 334808"/>
                <a:gd name="connsiteY23" fmla="*/ 136602 h 241731"/>
                <a:gd name="connsiteX24" fmla="*/ 85041 w 334808"/>
                <a:gd name="connsiteY24" fmla="*/ 222983 h 241731"/>
                <a:gd name="connsiteX25" fmla="*/ 52230 w 334808"/>
                <a:gd name="connsiteY25" fmla="*/ 222983 h 241731"/>
                <a:gd name="connsiteX26" fmla="*/ 48212 w 334808"/>
                <a:gd name="connsiteY26" fmla="*/ 196868 h 241731"/>
                <a:gd name="connsiteX27" fmla="*/ 68301 w 334808"/>
                <a:gd name="connsiteY27" fmla="*/ 159369 h 241731"/>
                <a:gd name="connsiteX28" fmla="*/ 89059 w 334808"/>
                <a:gd name="connsiteY28" fmla="*/ 196868 h 241731"/>
                <a:gd name="connsiteX29" fmla="*/ 85041 w 334808"/>
                <a:gd name="connsiteY29" fmla="*/ 222983 h 241731"/>
                <a:gd name="connsiteX30" fmla="*/ 282579 w 334808"/>
                <a:gd name="connsiteY30" fmla="*/ 222983 h 241731"/>
                <a:gd name="connsiteX31" fmla="*/ 249767 w 334808"/>
                <a:gd name="connsiteY31" fmla="*/ 222983 h 241731"/>
                <a:gd name="connsiteX32" fmla="*/ 245750 w 334808"/>
                <a:gd name="connsiteY32" fmla="*/ 196868 h 241731"/>
                <a:gd name="connsiteX33" fmla="*/ 266508 w 334808"/>
                <a:gd name="connsiteY33" fmla="*/ 159369 h 241731"/>
                <a:gd name="connsiteX34" fmla="*/ 286596 w 334808"/>
                <a:gd name="connsiteY34" fmla="*/ 196868 h 241731"/>
                <a:gd name="connsiteX35" fmla="*/ 282579 w 334808"/>
                <a:gd name="connsiteY35" fmla="*/ 222983 h 241731"/>
                <a:gd name="connsiteX36" fmla="*/ 289275 w 334808"/>
                <a:gd name="connsiteY36" fmla="*/ 176109 h 241731"/>
                <a:gd name="connsiteX37" fmla="*/ 271865 w 334808"/>
                <a:gd name="connsiteY37" fmla="*/ 143968 h 241731"/>
                <a:gd name="connsiteX38" fmla="*/ 261151 w 334808"/>
                <a:gd name="connsiteY38" fmla="*/ 143968 h 241731"/>
                <a:gd name="connsiteX39" fmla="*/ 243071 w 334808"/>
                <a:gd name="connsiteY39" fmla="*/ 176779 h 241731"/>
                <a:gd name="connsiteX40" fmla="*/ 91738 w 334808"/>
                <a:gd name="connsiteY40" fmla="*/ 176779 h 241731"/>
                <a:gd name="connsiteX41" fmla="*/ 73658 w 334808"/>
                <a:gd name="connsiteY41" fmla="*/ 143968 h 241731"/>
                <a:gd name="connsiteX42" fmla="*/ 62944 w 334808"/>
                <a:gd name="connsiteY42" fmla="*/ 143968 h 241731"/>
                <a:gd name="connsiteX43" fmla="*/ 45534 w 334808"/>
                <a:gd name="connsiteY43" fmla="*/ 176109 h 241731"/>
                <a:gd name="connsiteX44" fmla="*/ 12053 w 334808"/>
                <a:gd name="connsiteY44" fmla="*/ 136602 h 241731"/>
                <a:gd name="connsiteX45" fmla="*/ 24106 w 334808"/>
                <a:gd name="connsiteY45" fmla="*/ 107808 h 241731"/>
                <a:gd name="connsiteX46" fmla="*/ 52900 w 334808"/>
                <a:gd name="connsiteY46" fmla="*/ 95755 h 241731"/>
                <a:gd name="connsiteX47" fmla="*/ 58257 w 334808"/>
                <a:gd name="connsiteY47" fmla="*/ 89729 h 241731"/>
                <a:gd name="connsiteX48" fmla="*/ 58257 w 334808"/>
                <a:gd name="connsiteY48" fmla="*/ 87050 h 241731"/>
                <a:gd name="connsiteX49" fmla="*/ 135263 w 334808"/>
                <a:gd name="connsiteY49" fmla="*/ 11384 h 241731"/>
                <a:gd name="connsiteX50" fmla="*/ 201555 w 334808"/>
                <a:gd name="connsiteY50" fmla="*/ 47543 h 241731"/>
                <a:gd name="connsiteX51" fmla="*/ 212938 w 334808"/>
                <a:gd name="connsiteY51" fmla="*/ 87050 h 241731"/>
                <a:gd name="connsiteX52" fmla="*/ 218295 w 334808"/>
                <a:gd name="connsiteY52" fmla="*/ 92407 h 241731"/>
                <a:gd name="connsiteX53" fmla="*/ 224322 w 334808"/>
                <a:gd name="connsiteY53" fmla="*/ 87050 h 241731"/>
                <a:gd name="connsiteX54" fmla="*/ 214947 w 334808"/>
                <a:gd name="connsiteY54" fmla="*/ 48212 h 241731"/>
                <a:gd name="connsiteX55" fmla="*/ 227000 w 334808"/>
                <a:gd name="connsiteY55" fmla="*/ 46204 h 241731"/>
                <a:gd name="connsiteX56" fmla="*/ 271865 w 334808"/>
                <a:gd name="connsiteY56" fmla="*/ 89729 h 241731"/>
                <a:gd name="connsiteX57" fmla="*/ 277891 w 334808"/>
                <a:gd name="connsiteY57" fmla="*/ 95755 h 241731"/>
                <a:gd name="connsiteX58" fmla="*/ 281239 w 334808"/>
                <a:gd name="connsiteY58" fmla="*/ 95755 h 241731"/>
                <a:gd name="connsiteX59" fmla="*/ 322756 w 334808"/>
                <a:gd name="connsiteY59" fmla="*/ 136602 h 241731"/>
                <a:gd name="connsiteX60" fmla="*/ 310703 w 334808"/>
                <a:gd name="connsiteY60" fmla="*/ 165396 h 241731"/>
                <a:gd name="connsiteX61" fmla="*/ 289275 w 334808"/>
                <a:gd name="connsiteY61" fmla="*/ 176109 h 241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808" h="241731">
                  <a:moveTo>
                    <a:pt x="334809" y="136602"/>
                  </a:moveTo>
                  <a:cubicBezTo>
                    <a:pt x="334809" y="108478"/>
                    <a:pt x="312042" y="85041"/>
                    <a:pt x="283248" y="84372"/>
                  </a:cubicBezTo>
                  <a:cubicBezTo>
                    <a:pt x="279900" y="56248"/>
                    <a:pt x="255794" y="34820"/>
                    <a:pt x="227000" y="34820"/>
                  </a:cubicBezTo>
                  <a:cubicBezTo>
                    <a:pt x="220751" y="34820"/>
                    <a:pt x="214724" y="35713"/>
                    <a:pt x="208921" y="37499"/>
                  </a:cubicBezTo>
                  <a:cubicBezTo>
                    <a:pt x="192180" y="14062"/>
                    <a:pt x="164726" y="0"/>
                    <a:pt x="135263" y="0"/>
                  </a:cubicBezTo>
                  <a:cubicBezTo>
                    <a:pt x="87050" y="0"/>
                    <a:pt x="47543" y="37499"/>
                    <a:pt x="46204" y="84372"/>
                  </a:cubicBezTo>
                  <a:cubicBezTo>
                    <a:pt x="34820" y="86381"/>
                    <a:pt x="24106" y="91738"/>
                    <a:pt x="15401" y="99773"/>
                  </a:cubicBezTo>
                  <a:cubicBezTo>
                    <a:pt x="5357" y="109148"/>
                    <a:pt x="0" y="122540"/>
                    <a:pt x="0" y="136602"/>
                  </a:cubicBezTo>
                  <a:cubicBezTo>
                    <a:pt x="0" y="160708"/>
                    <a:pt x="16740" y="180797"/>
                    <a:pt x="40177" y="186823"/>
                  </a:cubicBezTo>
                  <a:lnTo>
                    <a:pt x="37499" y="191511"/>
                  </a:lnTo>
                  <a:cubicBezTo>
                    <a:pt x="30133" y="204903"/>
                    <a:pt x="32811" y="220974"/>
                    <a:pt x="43525" y="231688"/>
                  </a:cubicBezTo>
                  <a:cubicBezTo>
                    <a:pt x="50891" y="238384"/>
                    <a:pt x="59596" y="241732"/>
                    <a:pt x="68301" y="241732"/>
                  </a:cubicBezTo>
                  <a:cubicBezTo>
                    <a:pt x="77676" y="241732"/>
                    <a:pt x="86381" y="238384"/>
                    <a:pt x="93077" y="231688"/>
                  </a:cubicBezTo>
                  <a:cubicBezTo>
                    <a:pt x="103791" y="220974"/>
                    <a:pt x="106469" y="204903"/>
                    <a:pt x="99103" y="191511"/>
                  </a:cubicBezTo>
                  <a:lnTo>
                    <a:pt x="97764" y="188832"/>
                  </a:lnTo>
                  <a:lnTo>
                    <a:pt x="237045" y="188832"/>
                  </a:lnTo>
                  <a:lnTo>
                    <a:pt x="235705" y="191511"/>
                  </a:lnTo>
                  <a:cubicBezTo>
                    <a:pt x="228340" y="204903"/>
                    <a:pt x="231018" y="220974"/>
                    <a:pt x="241732" y="231688"/>
                  </a:cubicBezTo>
                  <a:cubicBezTo>
                    <a:pt x="248428" y="237714"/>
                    <a:pt x="257133" y="241732"/>
                    <a:pt x="266508" y="241732"/>
                  </a:cubicBezTo>
                  <a:cubicBezTo>
                    <a:pt x="275882" y="241732"/>
                    <a:pt x="284588" y="237714"/>
                    <a:pt x="291284" y="231688"/>
                  </a:cubicBezTo>
                  <a:cubicBezTo>
                    <a:pt x="301998" y="220974"/>
                    <a:pt x="304676" y="204903"/>
                    <a:pt x="297310" y="191511"/>
                  </a:cubicBezTo>
                  <a:lnTo>
                    <a:pt x="295301" y="186823"/>
                  </a:lnTo>
                  <a:cubicBezTo>
                    <a:pt x="304006" y="184814"/>
                    <a:pt x="312711" y="180127"/>
                    <a:pt x="319408" y="173431"/>
                  </a:cubicBezTo>
                  <a:cubicBezTo>
                    <a:pt x="329452" y="163387"/>
                    <a:pt x="334809" y="150664"/>
                    <a:pt x="334809" y="136602"/>
                  </a:cubicBezTo>
                  <a:close/>
                  <a:moveTo>
                    <a:pt x="85041" y="222983"/>
                  </a:moveTo>
                  <a:cubicBezTo>
                    <a:pt x="75667" y="232357"/>
                    <a:pt x="60935" y="232357"/>
                    <a:pt x="52230" y="222983"/>
                  </a:cubicBezTo>
                  <a:cubicBezTo>
                    <a:pt x="44864" y="216287"/>
                    <a:pt x="43525" y="205573"/>
                    <a:pt x="48212" y="196868"/>
                  </a:cubicBezTo>
                  <a:lnTo>
                    <a:pt x="68301" y="159369"/>
                  </a:lnTo>
                  <a:lnTo>
                    <a:pt x="89059" y="196868"/>
                  </a:lnTo>
                  <a:cubicBezTo>
                    <a:pt x="93746" y="205573"/>
                    <a:pt x="91738" y="216287"/>
                    <a:pt x="85041" y="222983"/>
                  </a:cubicBezTo>
                  <a:close/>
                  <a:moveTo>
                    <a:pt x="282579" y="222983"/>
                  </a:moveTo>
                  <a:cubicBezTo>
                    <a:pt x="273874" y="231688"/>
                    <a:pt x="258472" y="231688"/>
                    <a:pt x="249767" y="222983"/>
                  </a:cubicBezTo>
                  <a:cubicBezTo>
                    <a:pt x="243071" y="216287"/>
                    <a:pt x="241062" y="205573"/>
                    <a:pt x="245750" y="196868"/>
                  </a:cubicBezTo>
                  <a:lnTo>
                    <a:pt x="266508" y="159369"/>
                  </a:lnTo>
                  <a:lnTo>
                    <a:pt x="286596" y="196868"/>
                  </a:lnTo>
                  <a:cubicBezTo>
                    <a:pt x="291953" y="205573"/>
                    <a:pt x="289944" y="216287"/>
                    <a:pt x="282579" y="222983"/>
                  </a:cubicBezTo>
                  <a:close/>
                  <a:moveTo>
                    <a:pt x="289275" y="176109"/>
                  </a:moveTo>
                  <a:lnTo>
                    <a:pt x="271865" y="143968"/>
                  </a:lnTo>
                  <a:cubicBezTo>
                    <a:pt x="269856" y="139950"/>
                    <a:pt x="263160" y="139950"/>
                    <a:pt x="261151" y="143968"/>
                  </a:cubicBezTo>
                  <a:lnTo>
                    <a:pt x="243071" y="176779"/>
                  </a:lnTo>
                  <a:lnTo>
                    <a:pt x="91738" y="176779"/>
                  </a:lnTo>
                  <a:lnTo>
                    <a:pt x="73658" y="143968"/>
                  </a:lnTo>
                  <a:cubicBezTo>
                    <a:pt x="71649" y="139950"/>
                    <a:pt x="64953" y="139950"/>
                    <a:pt x="62944" y="143968"/>
                  </a:cubicBezTo>
                  <a:lnTo>
                    <a:pt x="45534" y="176109"/>
                  </a:lnTo>
                  <a:cubicBezTo>
                    <a:pt x="26115" y="172761"/>
                    <a:pt x="12053" y="156021"/>
                    <a:pt x="12053" y="136602"/>
                  </a:cubicBezTo>
                  <a:cubicBezTo>
                    <a:pt x="12053" y="125888"/>
                    <a:pt x="16071" y="115174"/>
                    <a:pt x="24106" y="107808"/>
                  </a:cubicBezTo>
                  <a:cubicBezTo>
                    <a:pt x="31472" y="100443"/>
                    <a:pt x="41516" y="96425"/>
                    <a:pt x="52900" y="95755"/>
                  </a:cubicBezTo>
                  <a:cubicBezTo>
                    <a:pt x="55578" y="95755"/>
                    <a:pt x="58257" y="93077"/>
                    <a:pt x="58257" y="89729"/>
                  </a:cubicBezTo>
                  <a:lnTo>
                    <a:pt x="58257" y="87050"/>
                  </a:lnTo>
                  <a:cubicBezTo>
                    <a:pt x="58257" y="45534"/>
                    <a:pt x="93077" y="11384"/>
                    <a:pt x="135263" y="11384"/>
                  </a:cubicBezTo>
                  <a:cubicBezTo>
                    <a:pt x="162717" y="11384"/>
                    <a:pt x="187493" y="24776"/>
                    <a:pt x="201555" y="47543"/>
                  </a:cubicBezTo>
                  <a:cubicBezTo>
                    <a:pt x="208921" y="59596"/>
                    <a:pt x="212938" y="72988"/>
                    <a:pt x="212938" y="87050"/>
                  </a:cubicBezTo>
                  <a:cubicBezTo>
                    <a:pt x="212938" y="90398"/>
                    <a:pt x="215617" y="92407"/>
                    <a:pt x="218295" y="92407"/>
                  </a:cubicBezTo>
                  <a:cubicBezTo>
                    <a:pt x="221643" y="92407"/>
                    <a:pt x="224322" y="90398"/>
                    <a:pt x="224322" y="87050"/>
                  </a:cubicBezTo>
                  <a:cubicBezTo>
                    <a:pt x="224322" y="72988"/>
                    <a:pt x="220974" y="60266"/>
                    <a:pt x="214947" y="48212"/>
                  </a:cubicBezTo>
                  <a:cubicBezTo>
                    <a:pt x="218965" y="46873"/>
                    <a:pt x="222983" y="46204"/>
                    <a:pt x="227000" y="46204"/>
                  </a:cubicBezTo>
                  <a:cubicBezTo>
                    <a:pt x="251776" y="46204"/>
                    <a:pt x="271865" y="66292"/>
                    <a:pt x="271865" y="89729"/>
                  </a:cubicBezTo>
                  <a:cubicBezTo>
                    <a:pt x="271865" y="93077"/>
                    <a:pt x="274543" y="95755"/>
                    <a:pt x="277891" y="95755"/>
                  </a:cubicBezTo>
                  <a:lnTo>
                    <a:pt x="281239" y="95755"/>
                  </a:lnTo>
                  <a:cubicBezTo>
                    <a:pt x="304006" y="95755"/>
                    <a:pt x="322756" y="113835"/>
                    <a:pt x="322756" y="136602"/>
                  </a:cubicBezTo>
                  <a:cubicBezTo>
                    <a:pt x="322756" y="147316"/>
                    <a:pt x="318738" y="157360"/>
                    <a:pt x="310703" y="165396"/>
                  </a:cubicBezTo>
                  <a:cubicBezTo>
                    <a:pt x="304676" y="170753"/>
                    <a:pt x="297310" y="174770"/>
                    <a:pt x="289275" y="176109"/>
                  </a:cubicBezTo>
                  <a:close/>
                </a:path>
              </a:pathLst>
            </a:custGeom>
            <a:solidFill>
              <a:srgbClr val="3B87FF"/>
            </a:solidFill>
            <a:ln w="65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F2C4F611-F2F1-2744-1AF6-4F98758CC782}"/>
                </a:ext>
              </a:extLst>
            </p:cNvPr>
            <p:cNvSpPr/>
            <p:nvPr/>
          </p:nvSpPr>
          <p:spPr>
            <a:xfrm>
              <a:off x="7153895" y="1482478"/>
              <a:ext cx="69917" cy="100275"/>
            </a:xfrm>
            <a:custGeom>
              <a:avLst/>
              <a:gdLst>
                <a:gd name="connsiteX0" fmla="*/ 40315 w 69917"/>
                <a:gd name="connsiteY0" fmla="*/ 2511 h 100275"/>
                <a:gd name="connsiteX1" fmla="*/ 29602 w 69917"/>
                <a:gd name="connsiteY1" fmla="*/ 2511 h 100275"/>
                <a:gd name="connsiteX2" fmla="*/ 4156 w 69917"/>
                <a:gd name="connsiteY2" fmla="*/ 50054 h 100275"/>
                <a:gd name="connsiteX3" fmla="*/ 10183 w 69917"/>
                <a:gd name="connsiteY3" fmla="*/ 90231 h 100275"/>
                <a:gd name="connsiteX4" fmla="*/ 34959 w 69917"/>
                <a:gd name="connsiteY4" fmla="*/ 100275 h 100275"/>
                <a:gd name="connsiteX5" fmla="*/ 59734 w 69917"/>
                <a:gd name="connsiteY5" fmla="*/ 90231 h 100275"/>
                <a:gd name="connsiteX6" fmla="*/ 65761 w 69917"/>
                <a:gd name="connsiteY6" fmla="*/ 50054 h 100275"/>
                <a:gd name="connsiteX7" fmla="*/ 51699 w 69917"/>
                <a:gd name="connsiteY7" fmla="*/ 82196 h 100275"/>
                <a:gd name="connsiteX8" fmla="*/ 18888 w 69917"/>
                <a:gd name="connsiteY8" fmla="*/ 82196 h 100275"/>
                <a:gd name="connsiteX9" fmla="*/ 14870 w 69917"/>
                <a:gd name="connsiteY9" fmla="*/ 55411 h 100275"/>
                <a:gd name="connsiteX10" fmla="*/ 34959 w 69917"/>
                <a:gd name="connsiteY10" fmla="*/ 17912 h 100275"/>
                <a:gd name="connsiteX11" fmla="*/ 55717 w 69917"/>
                <a:gd name="connsiteY11" fmla="*/ 55411 h 100275"/>
                <a:gd name="connsiteX12" fmla="*/ 51699 w 69917"/>
                <a:gd name="connsiteY12" fmla="*/ 82196 h 10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9917" h="100275">
                  <a:moveTo>
                    <a:pt x="40315" y="2511"/>
                  </a:moveTo>
                  <a:cubicBezTo>
                    <a:pt x="38307" y="-837"/>
                    <a:pt x="31610" y="-837"/>
                    <a:pt x="29602" y="2511"/>
                  </a:cubicBezTo>
                  <a:lnTo>
                    <a:pt x="4156" y="50054"/>
                  </a:lnTo>
                  <a:cubicBezTo>
                    <a:pt x="-3210" y="63446"/>
                    <a:pt x="-531" y="79517"/>
                    <a:pt x="10183" y="90231"/>
                  </a:cubicBezTo>
                  <a:cubicBezTo>
                    <a:pt x="16879" y="96927"/>
                    <a:pt x="25584" y="100275"/>
                    <a:pt x="34959" y="100275"/>
                  </a:cubicBezTo>
                  <a:cubicBezTo>
                    <a:pt x="44333" y="100275"/>
                    <a:pt x="53038" y="96927"/>
                    <a:pt x="59734" y="90231"/>
                  </a:cubicBezTo>
                  <a:cubicBezTo>
                    <a:pt x="70448" y="79517"/>
                    <a:pt x="73127" y="63446"/>
                    <a:pt x="65761" y="50054"/>
                  </a:cubicBezTo>
                  <a:close/>
                  <a:moveTo>
                    <a:pt x="51699" y="82196"/>
                  </a:moveTo>
                  <a:cubicBezTo>
                    <a:pt x="42994" y="90231"/>
                    <a:pt x="27593" y="90231"/>
                    <a:pt x="18888" y="82196"/>
                  </a:cubicBezTo>
                  <a:cubicBezTo>
                    <a:pt x="11522" y="74830"/>
                    <a:pt x="10183" y="64116"/>
                    <a:pt x="14870" y="55411"/>
                  </a:cubicBezTo>
                  <a:lnTo>
                    <a:pt x="34959" y="17912"/>
                  </a:lnTo>
                  <a:lnTo>
                    <a:pt x="55717" y="55411"/>
                  </a:lnTo>
                  <a:cubicBezTo>
                    <a:pt x="60404" y="64116"/>
                    <a:pt x="59065" y="74830"/>
                    <a:pt x="51699" y="82196"/>
                  </a:cubicBezTo>
                  <a:close/>
                </a:path>
              </a:pathLst>
            </a:custGeom>
            <a:solidFill>
              <a:srgbClr val="3B87FF"/>
            </a:solidFill>
            <a:ln w="65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grpSp>
        <p:nvGrpSpPr>
          <p:cNvPr id="48" name="picto_thermometre_baisse_temperature">
            <a:extLst>
              <a:ext uri="{FF2B5EF4-FFF2-40B4-BE49-F238E27FC236}">
                <a16:creationId xmlns:a16="http://schemas.microsoft.com/office/drawing/2014/main" id="{CBB3E6B9-4678-4185-2847-5660B7D0B22A}"/>
              </a:ext>
            </a:extLst>
          </p:cNvPr>
          <p:cNvGrpSpPr/>
          <p:nvPr/>
        </p:nvGrpSpPr>
        <p:grpSpPr>
          <a:xfrm>
            <a:off x="3047922" y="2349530"/>
            <a:ext cx="705591" cy="705591"/>
            <a:chOff x="3047922" y="2349530"/>
            <a:chExt cx="705591" cy="705591"/>
          </a:xfrm>
        </p:grpSpPr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36AB6B59-1278-F9DB-D53C-DF0F416D1C60}"/>
                </a:ext>
              </a:extLst>
            </p:cNvPr>
            <p:cNvSpPr/>
            <p:nvPr/>
          </p:nvSpPr>
          <p:spPr>
            <a:xfrm>
              <a:off x="3047922" y="2349530"/>
              <a:ext cx="705591" cy="705591"/>
            </a:xfrm>
            <a:custGeom>
              <a:avLst/>
              <a:gdLst>
                <a:gd name="connsiteX0" fmla="*/ 0 w 705591"/>
                <a:gd name="connsiteY0" fmla="*/ 0 h 705591"/>
                <a:gd name="connsiteX1" fmla="*/ 705591 w 705591"/>
                <a:gd name="connsiteY1" fmla="*/ 0 h 705591"/>
                <a:gd name="connsiteX2" fmla="*/ 705591 w 705591"/>
                <a:gd name="connsiteY2" fmla="*/ 705591 h 705591"/>
                <a:gd name="connsiteX3" fmla="*/ 0 w 705591"/>
                <a:gd name="connsiteY3" fmla="*/ 705591 h 705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591" h="705591">
                  <a:moveTo>
                    <a:pt x="0" y="0"/>
                  </a:moveTo>
                  <a:lnTo>
                    <a:pt x="705591" y="0"/>
                  </a:lnTo>
                  <a:lnTo>
                    <a:pt x="705591" y="705591"/>
                  </a:lnTo>
                  <a:lnTo>
                    <a:pt x="0" y="705591"/>
                  </a:lnTo>
                  <a:close/>
                </a:path>
              </a:pathLst>
            </a:custGeom>
            <a:solidFill>
              <a:srgbClr val="FFFFFF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orme libre : forme 35">
              <a:extLst>
                <a:ext uri="{FF2B5EF4-FFF2-40B4-BE49-F238E27FC236}">
                  <a16:creationId xmlns:a16="http://schemas.microsoft.com/office/drawing/2014/main" id="{3132FF24-074B-71CB-F205-6D23AEEC8BE3}"/>
                </a:ext>
              </a:extLst>
            </p:cNvPr>
            <p:cNvSpPr/>
            <p:nvPr/>
          </p:nvSpPr>
          <p:spPr>
            <a:xfrm>
              <a:off x="3305792" y="2421687"/>
              <a:ext cx="256174" cy="559066"/>
            </a:xfrm>
            <a:custGeom>
              <a:avLst/>
              <a:gdLst>
                <a:gd name="connsiteX0" fmla="*/ 127788 w 256174"/>
                <a:gd name="connsiteY0" fmla="*/ 74 h 559066"/>
                <a:gd name="connsiteX1" fmla="*/ 52495 w 256174"/>
                <a:gd name="connsiteY1" fmla="*/ 62871 h 559066"/>
                <a:gd name="connsiteX2" fmla="*/ 52495 w 256174"/>
                <a:gd name="connsiteY2" fmla="*/ 345007 h 559066"/>
                <a:gd name="connsiteX3" fmla="*/ 0 w 256174"/>
                <a:gd name="connsiteY3" fmla="*/ 440467 h 559066"/>
                <a:gd name="connsiteX4" fmla="*/ 128087 w 256174"/>
                <a:gd name="connsiteY4" fmla="*/ 559067 h 559066"/>
                <a:gd name="connsiteX5" fmla="*/ 256175 w 256174"/>
                <a:gd name="connsiteY5" fmla="*/ 440467 h 559066"/>
                <a:gd name="connsiteX6" fmla="*/ 203456 w 256174"/>
                <a:gd name="connsiteY6" fmla="*/ 344785 h 559066"/>
                <a:gd name="connsiteX7" fmla="*/ 203230 w 256174"/>
                <a:gd name="connsiteY7" fmla="*/ 62796 h 559066"/>
                <a:gd name="connsiteX8" fmla="*/ 127938 w 256174"/>
                <a:gd name="connsiteY8" fmla="*/ 0 h 559066"/>
                <a:gd name="connsiteX9" fmla="*/ 127788 w 256174"/>
                <a:gd name="connsiteY9" fmla="*/ 74 h 559066"/>
                <a:gd name="connsiteX10" fmla="*/ 127562 w 256174"/>
                <a:gd name="connsiteY10" fmla="*/ 14062 h 559066"/>
                <a:gd name="connsiteX11" fmla="*/ 188082 w 256174"/>
                <a:gd name="connsiteY11" fmla="*/ 62871 h 559066"/>
                <a:gd name="connsiteX12" fmla="*/ 188307 w 256174"/>
                <a:gd name="connsiteY12" fmla="*/ 348133 h 559066"/>
                <a:gd name="connsiteX13" fmla="*/ 191606 w 256174"/>
                <a:gd name="connsiteY13" fmla="*/ 353788 h 559066"/>
                <a:gd name="connsiteX14" fmla="*/ 241026 w 256174"/>
                <a:gd name="connsiteY14" fmla="*/ 440542 h 559066"/>
                <a:gd name="connsiteX15" fmla="*/ 128013 w 256174"/>
                <a:gd name="connsiteY15" fmla="*/ 545153 h 559066"/>
                <a:gd name="connsiteX16" fmla="*/ 14999 w 256174"/>
                <a:gd name="connsiteY16" fmla="*/ 440542 h 559066"/>
                <a:gd name="connsiteX17" fmla="*/ 64195 w 256174"/>
                <a:gd name="connsiteY17" fmla="*/ 354011 h 559066"/>
                <a:gd name="connsiteX18" fmla="*/ 67494 w 256174"/>
                <a:gd name="connsiteY18" fmla="*/ 348356 h 559066"/>
                <a:gd name="connsiteX19" fmla="*/ 67494 w 256174"/>
                <a:gd name="connsiteY19" fmla="*/ 62871 h 559066"/>
                <a:gd name="connsiteX20" fmla="*/ 127488 w 256174"/>
                <a:gd name="connsiteY20" fmla="*/ 14062 h 559066"/>
                <a:gd name="connsiteX21" fmla="*/ 127562 w 256174"/>
                <a:gd name="connsiteY21" fmla="*/ 14062 h 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6174" h="559066">
                  <a:moveTo>
                    <a:pt x="127788" y="74"/>
                  </a:moveTo>
                  <a:cubicBezTo>
                    <a:pt x="82793" y="298"/>
                    <a:pt x="52720" y="21205"/>
                    <a:pt x="52495" y="62871"/>
                  </a:cubicBezTo>
                  <a:lnTo>
                    <a:pt x="52495" y="345007"/>
                  </a:lnTo>
                  <a:cubicBezTo>
                    <a:pt x="20849" y="366584"/>
                    <a:pt x="0" y="401331"/>
                    <a:pt x="0" y="440467"/>
                  </a:cubicBezTo>
                  <a:cubicBezTo>
                    <a:pt x="0" y="505868"/>
                    <a:pt x="57445" y="559067"/>
                    <a:pt x="128087" y="559067"/>
                  </a:cubicBezTo>
                  <a:cubicBezTo>
                    <a:pt x="198731" y="559067"/>
                    <a:pt x="256175" y="505868"/>
                    <a:pt x="256175" y="440467"/>
                  </a:cubicBezTo>
                  <a:cubicBezTo>
                    <a:pt x="256175" y="401182"/>
                    <a:pt x="235253" y="366361"/>
                    <a:pt x="203456" y="344785"/>
                  </a:cubicBezTo>
                  <a:cubicBezTo>
                    <a:pt x="202630" y="212942"/>
                    <a:pt x="204655" y="187645"/>
                    <a:pt x="203230" y="62796"/>
                  </a:cubicBezTo>
                  <a:cubicBezTo>
                    <a:pt x="203456" y="21130"/>
                    <a:pt x="173309" y="223"/>
                    <a:pt x="127938" y="0"/>
                  </a:cubicBezTo>
                  <a:lnTo>
                    <a:pt x="127788" y="74"/>
                  </a:lnTo>
                  <a:close/>
                  <a:moveTo>
                    <a:pt x="127562" y="14062"/>
                  </a:moveTo>
                  <a:cubicBezTo>
                    <a:pt x="158160" y="14285"/>
                    <a:pt x="188307" y="28199"/>
                    <a:pt x="188082" y="62871"/>
                  </a:cubicBezTo>
                  <a:cubicBezTo>
                    <a:pt x="188607" y="192184"/>
                    <a:pt x="188307" y="216811"/>
                    <a:pt x="188307" y="348133"/>
                  </a:cubicBezTo>
                  <a:cubicBezTo>
                    <a:pt x="188307" y="350364"/>
                    <a:pt x="189581" y="352522"/>
                    <a:pt x="191606" y="353788"/>
                  </a:cubicBezTo>
                  <a:cubicBezTo>
                    <a:pt x="221454" y="372612"/>
                    <a:pt x="241026" y="404531"/>
                    <a:pt x="241026" y="440542"/>
                  </a:cubicBezTo>
                  <a:cubicBezTo>
                    <a:pt x="241026" y="498427"/>
                    <a:pt x="190556" y="545153"/>
                    <a:pt x="128013" y="545153"/>
                  </a:cubicBezTo>
                  <a:cubicBezTo>
                    <a:pt x="65469" y="545153"/>
                    <a:pt x="14999" y="498354"/>
                    <a:pt x="14999" y="440542"/>
                  </a:cubicBezTo>
                  <a:cubicBezTo>
                    <a:pt x="14999" y="404605"/>
                    <a:pt x="34498" y="372835"/>
                    <a:pt x="64195" y="354011"/>
                  </a:cubicBezTo>
                  <a:cubicBezTo>
                    <a:pt x="66218" y="352746"/>
                    <a:pt x="67419" y="350589"/>
                    <a:pt x="67494" y="348356"/>
                  </a:cubicBezTo>
                  <a:lnTo>
                    <a:pt x="67494" y="62871"/>
                  </a:lnTo>
                  <a:cubicBezTo>
                    <a:pt x="67718" y="28199"/>
                    <a:pt x="97865" y="14285"/>
                    <a:pt x="127488" y="14062"/>
                  </a:cubicBezTo>
                  <a:lnTo>
                    <a:pt x="127562" y="14062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solidFill>
                <a:srgbClr val="00009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orme libre : forme 36">
              <a:extLst>
                <a:ext uri="{FF2B5EF4-FFF2-40B4-BE49-F238E27FC236}">
                  <a16:creationId xmlns:a16="http://schemas.microsoft.com/office/drawing/2014/main" id="{9CD76015-2C08-5CAB-5731-9D6EEDB298FD}"/>
                </a:ext>
              </a:extLst>
            </p:cNvPr>
            <p:cNvSpPr/>
            <p:nvPr/>
          </p:nvSpPr>
          <p:spPr>
            <a:xfrm>
              <a:off x="3174928" y="2555530"/>
              <a:ext cx="130861" cy="203715"/>
            </a:xfrm>
            <a:custGeom>
              <a:avLst/>
              <a:gdLst>
                <a:gd name="connsiteX0" fmla="*/ 41171 w 130861"/>
                <a:gd name="connsiteY0" fmla="*/ 0 h 203715"/>
                <a:gd name="connsiteX1" fmla="*/ 41171 w 130861"/>
                <a:gd name="connsiteY1" fmla="*/ 108033 h 203715"/>
                <a:gd name="connsiteX2" fmla="*/ 0 w 130861"/>
                <a:gd name="connsiteY2" fmla="*/ 108033 h 203715"/>
                <a:gd name="connsiteX3" fmla="*/ 65544 w 130861"/>
                <a:gd name="connsiteY3" fmla="*/ 203715 h 203715"/>
                <a:gd name="connsiteX4" fmla="*/ 130862 w 130861"/>
                <a:gd name="connsiteY4" fmla="*/ 108033 h 203715"/>
                <a:gd name="connsiteX5" fmla="*/ 89841 w 130861"/>
                <a:gd name="connsiteY5" fmla="*/ 108033 h 203715"/>
                <a:gd name="connsiteX6" fmla="*/ 89841 w 130861"/>
                <a:gd name="connsiteY6" fmla="*/ 0 h 203715"/>
                <a:gd name="connsiteX7" fmla="*/ 41246 w 130861"/>
                <a:gd name="connsiteY7" fmla="*/ 0 h 203715"/>
                <a:gd name="connsiteX8" fmla="*/ 41171 w 130861"/>
                <a:gd name="connsiteY8" fmla="*/ 0 h 203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0861" h="203715">
                  <a:moveTo>
                    <a:pt x="41171" y="0"/>
                  </a:moveTo>
                  <a:lnTo>
                    <a:pt x="41171" y="108033"/>
                  </a:lnTo>
                  <a:lnTo>
                    <a:pt x="0" y="108033"/>
                  </a:lnTo>
                  <a:cubicBezTo>
                    <a:pt x="22723" y="145012"/>
                    <a:pt x="45896" y="171871"/>
                    <a:pt x="65544" y="203715"/>
                  </a:cubicBezTo>
                  <a:cubicBezTo>
                    <a:pt x="89091" y="164654"/>
                    <a:pt x="109639" y="142779"/>
                    <a:pt x="130862" y="108033"/>
                  </a:cubicBezTo>
                  <a:lnTo>
                    <a:pt x="89841" y="108033"/>
                  </a:lnTo>
                  <a:lnTo>
                    <a:pt x="89841" y="0"/>
                  </a:lnTo>
                  <a:lnTo>
                    <a:pt x="41246" y="0"/>
                  </a:lnTo>
                  <a:lnTo>
                    <a:pt x="41171" y="0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orme libre : forme 37">
              <a:extLst>
                <a:ext uri="{FF2B5EF4-FFF2-40B4-BE49-F238E27FC236}">
                  <a16:creationId xmlns:a16="http://schemas.microsoft.com/office/drawing/2014/main" id="{6A366F1B-FD39-DF98-F6D7-C2D9D4F6FC86}"/>
                </a:ext>
              </a:extLst>
            </p:cNvPr>
            <p:cNvSpPr/>
            <p:nvPr/>
          </p:nvSpPr>
          <p:spPr>
            <a:xfrm>
              <a:off x="3425288" y="2471685"/>
              <a:ext cx="46161" cy="14020"/>
            </a:xfrm>
            <a:custGeom>
              <a:avLst/>
              <a:gdLst>
                <a:gd name="connsiteX0" fmla="*/ 6866 w 46161"/>
                <a:gd name="connsiteY0" fmla="*/ 74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4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4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4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orme libre : forme 38">
              <a:extLst>
                <a:ext uri="{FF2B5EF4-FFF2-40B4-BE49-F238E27FC236}">
                  <a16:creationId xmlns:a16="http://schemas.microsoft.com/office/drawing/2014/main" id="{BCF3F8D5-75B3-FEDB-4D56-4CC29927330E}"/>
                </a:ext>
              </a:extLst>
            </p:cNvPr>
            <p:cNvSpPr/>
            <p:nvPr/>
          </p:nvSpPr>
          <p:spPr>
            <a:xfrm>
              <a:off x="3395219" y="2499578"/>
              <a:ext cx="76308" cy="14020"/>
            </a:xfrm>
            <a:custGeom>
              <a:avLst/>
              <a:gdLst>
                <a:gd name="connsiteX0" fmla="*/ 6866 w 76308"/>
                <a:gd name="connsiteY0" fmla="*/ 75 h 14020"/>
                <a:gd name="connsiteX1" fmla="*/ 41 w 76308"/>
                <a:gd name="connsiteY1" fmla="*/ 7887 h 14020"/>
                <a:gd name="connsiteX2" fmla="*/ 8515 w 76308"/>
                <a:gd name="connsiteY2" fmla="*/ 13988 h 14020"/>
                <a:gd name="connsiteX3" fmla="*/ 68810 w 76308"/>
                <a:gd name="connsiteY3" fmla="*/ 13988 h 14020"/>
                <a:gd name="connsiteX4" fmla="*/ 76309 w 76308"/>
                <a:gd name="connsiteY4" fmla="*/ 6994 h 14020"/>
                <a:gd name="connsiteX5" fmla="*/ 68810 w 76308"/>
                <a:gd name="connsiteY5" fmla="*/ 0 h 14020"/>
                <a:gd name="connsiteX6" fmla="*/ 6866 w 76308"/>
                <a:gd name="connsiteY6" fmla="*/ 0 h 14020"/>
                <a:gd name="connsiteX7" fmla="*/ 6866 w 76308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0">
                  <a:moveTo>
                    <a:pt x="6866" y="75"/>
                  </a:moveTo>
                  <a:cubicBezTo>
                    <a:pt x="2890" y="446"/>
                    <a:pt x="-409" y="4241"/>
                    <a:pt x="41" y="7887"/>
                  </a:cubicBezTo>
                  <a:cubicBezTo>
                    <a:pt x="491" y="11532"/>
                    <a:pt x="4540" y="14360"/>
                    <a:pt x="8515" y="13988"/>
                  </a:cubicBezTo>
                  <a:lnTo>
                    <a:pt x="68810" y="13988"/>
                  </a:lnTo>
                  <a:cubicBezTo>
                    <a:pt x="72783" y="13988"/>
                    <a:pt x="76309" y="10714"/>
                    <a:pt x="76309" y="6994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orme libre : forme 39">
              <a:extLst>
                <a:ext uri="{FF2B5EF4-FFF2-40B4-BE49-F238E27FC236}">
                  <a16:creationId xmlns:a16="http://schemas.microsoft.com/office/drawing/2014/main" id="{DD93647D-E8C3-78DF-6291-5205F0E49844}"/>
                </a:ext>
              </a:extLst>
            </p:cNvPr>
            <p:cNvSpPr/>
            <p:nvPr/>
          </p:nvSpPr>
          <p:spPr>
            <a:xfrm>
              <a:off x="3425288" y="2527526"/>
              <a:ext cx="46161" cy="14020"/>
            </a:xfrm>
            <a:custGeom>
              <a:avLst/>
              <a:gdLst>
                <a:gd name="connsiteX0" fmla="*/ 6866 w 46161"/>
                <a:gd name="connsiteY0" fmla="*/ 75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5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orme libre : forme 40">
              <a:extLst>
                <a:ext uri="{FF2B5EF4-FFF2-40B4-BE49-F238E27FC236}">
                  <a16:creationId xmlns:a16="http://schemas.microsoft.com/office/drawing/2014/main" id="{9AB51DB1-6776-2543-30ED-5DF94B3D25D4}"/>
                </a:ext>
              </a:extLst>
            </p:cNvPr>
            <p:cNvSpPr/>
            <p:nvPr/>
          </p:nvSpPr>
          <p:spPr>
            <a:xfrm>
              <a:off x="3395219" y="2555418"/>
              <a:ext cx="76308" cy="14021"/>
            </a:xfrm>
            <a:custGeom>
              <a:avLst/>
              <a:gdLst>
                <a:gd name="connsiteX0" fmla="*/ 6866 w 76308"/>
                <a:gd name="connsiteY0" fmla="*/ 75 h 14021"/>
                <a:gd name="connsiteX1" fmla="*/ 41 w 76308"/>
                <a:gd name="connsiteY1" fmla="*/ 7887 h 14021"/>
                <a:gd name="connsiteX2" fmla="*/ 8515 w 76308"/>
                <a:gd name="connsiteY2" fmla="*/ 13989 h 14021"/>
                <a:gd name="connsiteX3" fmla="*/ 68810 w 76308"/>
                <a:gd name="connsiteY3" fmla="*/ 13989 h 14021"/>
                <a:gd name="connsiteX4" fmla="*/ 76309 w 76308"/>
                <a:gd name="connsiteY4" fmla="*/ 6995 h 14021"/>
                <a:gd name="connsiteX5" fmla="*/ 68810 w 76308"/>
                <a:gd name="connsiteY5" fmla="*/ 0 h 14021"/>
                <a:gd name="connsiteX6" fmla="*/ 6866 w 76308"/>
                <a:gd name="connsiteY6" fmla="*/ 0 h 14021"/>
                <a:gd name="connsiteX7" fmla="*/ 6866 w 76308"/>
                <a:gd name="connsiteY7" fmla="*/ 75 h 14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1">
                  <a:moveTo>
                    <a:pt x="6866" y="75"/>
                  </a:moveTo>
                  <a:cubicBezTo>
                    <a:pt x="2890" y="447"/>
                    <a:pt x="-409" y="4242"/>
                    <a:pt x="41" y="7887"/>
                  </a:cubicBezTo>
                  <a:cubicBezTo>
                    <a:pt x="491" y="11534"/>
                    <a:pt x="4540" y="14360"/>
                    <a:pt x="8515" y="13989"/>
                  </a:cubicBezTo>
                  <a:lnTo>
                    <a:pt x="68810" y="13989"/>
                  </a:lnTo>
                  <a:cubicBezTo>
                    <a:pt x="72783" y="13989"/>
                    <a:pt x="76309" y="10715"/>
                    <a:pt x="76309" y="6995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orme libre : forme 41">
              <a:extLst>
                <a:ext uri="{FF2B5EF4-FFF2-40B4-BE49-F238E27FC236}">
                  <a16:creationId xmlns:a16="http://schemas.microsoft.com/office/drawing/2014/main" id="{0FB56C52-2DFB-4FCB-F80E-39F9FFBCBEB4}"/>
                </a:ext>
              </a:extLst>
            </p:cNvPr>
            <p:cNvSpPr/>
            <p:nvPr/>
          </p:nvSpPr>
          <p:spPr>
            <a:xfrm>
              <a:off x="3425288" y="2583312"/>
              <a:ext cx="46161" cy="14020"/>
            </a:xfrm>
            <a:custGeom>
              <a:avLst/>
              <a:gdLst>
                <a:gd name="connsiteX0" fmla="*/ 6866 w 46161"/>
                <a:gd name="connsiteY0" fmla="*/ 75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5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orme libre : forme 45">
              <a:extLst>
                <a:ext uri="{FF2B5EF4-FFF2-40B4-BE49-F238E27FC236}">
                  <a16:creationId xmlns:a16="http://schemas.microsoft.com/office/drawing/2014/main" id="{DD74F5A2-64C2-3104-B190-B09BD7DA310B}"/>
                </a:ext>
              </a:extLst>
            </p:cNvPr>
            <p:cNvSpPr/>
            <p:nvPr/>
          </p:nvSpPr>
          <p:spPr>
            <a:xfrm>
              <a:off x="3395219" y="2611205"/>
              <a:ext cx="76308" cy="14020"/>
            </a:xfrm>
            <a:custGeom>
              <a:avLst/>
              <a:gdLst>
                <a:gd name="connsiteX0" fmla="*/ 6866 w 76308"/>
                <a:gd name="connsiteY0" fmla="*/ 73 h 14020"/>
                <a:gd name="connsiteX1" fmla="*/ 41 w 76308"/>
                <a:gd name="connsiteY1" fmla="*/ 7886 h 14020"/>
                <a:gd name="connsiteX2" fmla="*/ 8515 w 76308"/>
                <a:gd name="connsiteY2" fmla="*/ 13988 h 14020"/>
                <a:gd name="connsiteX3" fmla="*/ 68810 w 76308"/>
                <a:gd name="connsiteY3" fmla="*/ 13988 h 14020"/>
                <a:gd name="connsiteX4" fmla="*/ 76309 w 76308"/>
                <a:gd name="connsiteY4" fmla="*/ 6994 h 14020"/>
                <a:gd name="connsiteX5" fmla="*/ 68810 w 76308"/>
                <a:gd name="connsiteY5" fmla="*/ 0 h 14020"/>
                <a:gd name="connsiteX6" fmla="*/ 6866 w 76308"/>
                <a:gd name="connsiteY6" fmla="*/ 0 h 14020"/>
                <a:gd name="connsiteX7" fmla="*/ 6866 w 76308"/>
                <a:gd name="connsiteY7" fmla="*/ 73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0">
                  <a:moveTo>
                    <a:pt x="6866" y="73"/>
                  </a:moveTo>
                  <a:cubicBezTo>
                    <a:pt x="2890" y="446"/>
                    <a:pt x="-409" y="4241"/>
                    <a:pt x="41" y="7886"/>
                  </a:cubicBezTo>
                  <a:cubicBezTo>
                    <a:pt x="491" y="11532"/>
                    <a:pt x="4540" y="14359"/>
                    <a:pt x="8515" y="13988"/>
                  </a:cubicBezTo>
                  <a:lnTo>
                    <a:pt x="68810" y="13988"/>
                  </a:lnTo>
                  <a:cubicBezTo>
                    <a:pt x="72783" y="13988"/>
                    <a:pt x="76309" y="10714"/>
                    <a:pt x="76309" y="6994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3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orme libre : forme 46">
              <a:extLst>
                <a:ext uri="{FF2B5EF4-FFF2-40B4-BE49-F238E27FC236}">
                  <a16:creationId xmlns:a16="http://schemas.microsoft.com/office/drawing/2014/main" id="{05689BD7-6C4C-88AA-6124-B982018DE877}"/>
                </a:ext>
              </a:extLst>
            </p:cNvPr>
            <p:cNvSpPr/>
            <p:nvPr/>
          </p:nvSpPr>
          <p:spPr>
            <a:xfrm>
              <a:off x="3366002" y="2649020"/>
              <a:ext cx="135586" cy="275696"/>
            </a:xfrm>
            <a:custGeom>
              <a:avLst/>
              <a:gdLst>
                <a:gd name="connsiteX0" fmla="*/ 40721 w 135586"/>
                <a:gd name="connsiteY0" fmla="*/ 2562 h 275696"/>
                <a:gd name="connsiteX1" fmla="*/ 37646 w 135586"/>
                <a:gd name="connsiteY1" fmla="*/ 11045 h 275696"/>
                <a:gd name="connsiteX2" fmla="*/ 37646 w 135586"/>
                <a:gd name="connsiteY2" fmla="*/ 157321 h 275696"/>
                <a:gd name="connsiteX3" fmla="*/ 0 w 135586"/>
                <a:gd name="connsiteY3" fmla="*/ 212900 h 275696"/>
                <a:gd name="connsiteX4" fmla="*/ 67793 w 135586"/>
                <a:gd name="connsiteY4" fmla="*/ 275696 h 275696"/>
                <a:gd name="connsiteX5" fmla="*/ 135586 w 135586"/>
                <a:gd name="connsiteY5" fmla="*/ 212900 h 275696"/>
                <a:gd name="connsiteX6" fmla="*/ 97940 w 135586"/>
                <a:gd name="connsiteY6" fmla="*/ 157321 h 275696"/>
                <a:gd name="connsiteX7" fmla="*/ 97940 w 135586"/>
                <a:gd name="connsiteY7" fmla="*/ 11045 h 275696"/>
                <a:gd name="connsiteX8" fmla="*/ 86167 w 135586"/>
                <a:gd name="connsiteY8" fmla="*/ 5167 h 275696"/>
                <a:gd name="connsiteX9" fmla="*/ 50396 w 135586"/>
                <a:gd name="connsiteY9" fmla="*/ 181 h 275696"/>
                <a:gd name="connsiteX10" fmla="*/ 40721 w 135586"/>
                <a:gd name="connsiteY10" fmla="*/ 2562 h 27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586" h="275696">
                  <a:moveTo>
                    <a:pt x="40721" y="2562"/>
                  </a:moveTo>
                  <a:cubicBezTo>
                    <a:pt x="37797" y="5240"/>
                    <a:pt x="37646" y="8440"/>
                    <a:pt x="37646" y="11045"/>
                  </a:cubicBezTo>
                  <a:lnTo>
                    <a:pt x="37646" y="157321"/>
                  </a:lnTo>
                  <a:cubicBezTo>
                    <a:pt x="15524" y="167663"/>
                    <a:pt x="0" y="188497"/>
                    <a:pt x="0" y="212900"/>
                  </a:cubicBezTo>
                  <a:cubicBezTo>
                    <a:pt x="0" y="247498"/>
                    <a:pt x="30448" y="275696"/>
                    <a:pt x="67793" y="275696"/>
                  </a:cubicBezTo>
                  <a:cubicBezTo>
                    <a:pt x="105140" y="275696"/>
                    <a:pt x="135586" y="247498"/>
                    <a:pt x="135586" y="212900"/>
                  </a:cubicBezTo>
                  <a:cubicBezTo>
                    <a:pt x="135586" y="188422"/>
                    <a:pt x="120063" y="167663"/>
                    <a:pt x="97940" y="157321"/>
                  </a:cubicBezTo>
                  <a:lnTo>
                    <a:pt x="97940" y="11045"/>
                  </a:lnTo>
                  <a:cubicBezTo>
                    <a:pt x="98015" y="5986"/>
                    <a:pt x="90742" y="2264"/>
                    <a:pt x="86167" y="5167"/>
                  </a:cubicBezTo>
                  <a:cubicBezTo>
                    <a:pt x="72669" y="10970"/>
                    <a:pt x="61419" y="3753"/>
                    <a:pt x="50396" y="181"/>
                  </a:cubicBezTo>
                  <a:cubicBezTo>
                    <a:pt x="46645" y="-637"/>
                    <a:pt x="43271" y="1521"/>
                    <a:pt x="40721" y="2562"/>
                  </a:cubicBez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2" y="1093598"/>
            <a:ext cx="110403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2629</TotalTime>
  <Words>693</Words>
  <Application>Microsoft Office PowerPoint</Application>
  <PresentationFormat>Grand écran</PresentationFormat>
  <Paragraphs>124</Paragraphs>
  <Slides>13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365</cp:revision>
  <dcterms:created xsi:type="dcterms:W3CDTF">2026-05-22T14:14:17Z</dcterms:created>
  <dcterms:modified xsi:type="dcterms:W3CDTF">2026-10-05T14:52:42Z</dcterms:modified>
</cp:coreProperties>
</file>