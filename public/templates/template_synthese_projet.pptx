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4" r:id="rId3"/>
    <p:sldId id="266" r:id="rId4"/>
    <p:sldId id="257" r:id="rId5"/>
    <p:sldId id="258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86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7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2.jpeg"/><Relationship Id="rId4" Type="http://schemas.openxmlformats.org/officeDocument/2006/relationships/image" Target="../media/image3.png"/><Relationship Id="rId9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5" y="199707"/>
            <a:ext cx="949579" cy="1119802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/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Image 37" descr="Une image contenant texte, Police, blanc, conception&#10;&#10;Description générée automatiquement">
            <a:extLst>
              <a:ext uri="{FF2B5EF4-FFF2-40B4-BE49-F238E27FC236}">
                <a16:creationId xmlns:a16="http://schemas.microsoft.com/office/drawing/2014/main" id="{AC226DA6-1EF2-CFAB-8908-AEF5C4E4B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63" y="5375317"/>
            <a:ext cx="3975795" cy="830111"/>
          </a:xfrm>
          <a:prstGeom prst="rect">
            <a:avLst/>
          </a:prstGeom>
        </p:spPr>
      </p:pic>
      <p:pic>
        <p:nvPicPr>
          <p:cNvPr id="40" name="Image 39" descr="Une image contenant texte, Police, blanc, capture d’écran&#10;&#10;Description générée automatiquement">
            <a:extLst>
              <a:ext uri="{FF2B5EF4-FFF2-40B4-BE49-F238E27FC236}">
                <a16:creationId xmlns:a16="http://schemas.microsoft.com/office/drawing/2014/main" id="{A0B7D414-A672-70A2-E902-803986BD58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63" y="4399297"/>
            <a:ext cx="4296189" cy="830111"/>
          </a:xfrm>
          <a:prstGeom prst="rect">
            <a:avLst/>
          </a:prstGeom>
        </p:spPr>
      </p:pic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609751" y="2322378"/>
            <a:ext cx="1994034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  <a:p>
            <a:endParaRPr lang="fr-FR" sz="15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08452" y="2243993"/>
            <a:ext cx="186160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90772" y="2261585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085069" y="2634521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D631D5E-D07D-9DAE-EAC3-1A5DD2833A15}"/>
              </a:ext>
            </a:extLst>
          </p:cNvPr>
          <p:cNvSpPr txBox="1"/>
          <p:nvPr/>
        </p:nvSpPr>
        <p:spPr>
          <a:xfrm>
            <a:off x="8085069" y="322581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1E5E33C-8CFC-334B-4593-E730FD9EA6B7}"/>
              </a:ext>
            </a:extLst>
          </p:cNvPr>
          <p:cNvSpPr txBox="1"/>
          <p:nvPr/>
        </p:nvSpPr>
        <p:spPr>
          <a:xfrm>
            <a:off x="8082875" y="3804872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7B5A477-60D1-C184-143E-F283CFF41D85}"/>
              </a:ext>
            </a:extLst>
          </p:cNvPr>
          <p:cNvSpPr txBox="1"/>
          <p:nvPr/>
        </p:nvSpPr>
        <p:spPr>
          <a:xfrm>
            <a:off x="8090359" y="438392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E0B2B88-CCE4-F3AD-BB3A-53328832BC06}"/>
              </a:ext>
            </a:extLst>
          </p:cNvPr>
          <p:cNvSpPr txBox="1"/>
          <p:nvPr/>
        </p:nvSpPr>
        <p:spPr>
          <a:xfrm>
            <a:off x="8082875" y="4977224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8566" y="3565278"/>
            <a:ext cx="2924987" cy="530118"/>
          </a:xfrm>
        </p:spPr>
        <p:txBody>
          <a:bodyPr>
            <a:normAutofit/>
          </a:bodyPr>
          <a:lstStyle/>
          <a:p>
            <a:r>
              <a:rPr lang="fr-FR" sz="1400" dirty="0"/>
              <a:t>{{fiche1_titre}}</a:t>
            </a:r>
          </a:p>
        </p:txBody>
      </p:sp>
      <p:pic>
        <p:nvPicPr>
          <p:cNvPr id="5" name="fiche1_image">
            <a:extLst>
              <a:ext uri="{FF2B5EF4-FFF2-40B4-BE49-F238E27FC236}">
                <a16:creationId xmlns:a16="http://schemas.microsoft.com/office/drawing/2014/main" id="{5D7982A6-7118-576E-5274-9B022A908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616" y="1418754"/>
            <a:ext cx="2280889" cy="1973353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FD446A5-1AE0-FC42-6104-416E85007852}"/>
              </a:ext>
            </a:extLst>
          </p:cNvPr>
          <p:cNvSpPr txBox="1">
            <a:spLocks/>
          </p:cNvSpPr>
          <p:nvPr/>
        </p:nvSpPr>
        <p:spPr>
          <a:xfrm>
            <a:off x="10032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{{fiche1_description}}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D96C96BC-B8F7-C618-B100-303616F41F4F}"/>
              </a:ext>
            </a:extLst>
          </p:cNvPr>
          <p:cNvSpPr txBox="1">
            <a:spLocks/>
          </p:cNvSpPr>
          <p:nvPr/>
        </p:nvSpPr>
        <p:spPr>
          <a:xfrm>
            <a:off x="4733413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{{fiche2_titre}}</a:t>
            </a:r>
          </a:p>
        </p:txBody>
      </p:sp>
      <p:pic>
        <p:nvPicPr>
          <p:cNvPr id="10" name="fiche2_image">
            <a:extLst>
              <a:ext uri="{FF2B5EF4-FFF2-40B4-BE49-F238E27FC236}">
                <a16:creationId xmlns:a16="http://schemas.microsoft.com/office/drawing/2014/main" id="{1B6B780A-A39D-636C-4D64-802525F4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463" y="1418754"/>
            <a:ext cx="2280889" cy="1973353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DF4FAFD1-C5C8-F650-D808-D9A446485065}"/>
              </a:ext>
            </a:extLst>
          </p:cNvPr>
          <p:cNvSpPr txBox="1">
            <a:spLocks/>
          </p:cNvSpPr>
          <p:nvPr/>
        </p:nvSpPr>
        <p:spPr>
          <a:xfrm>
            <a:off x="4598090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{{fiche2_description}}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2322BB7D-3CC3-52EC-9176-598B063FF26D}"/>
              </a:ext>
            </a:extLst>
          </p:cNvPr>
          <p:cNvSpPr txBox="1">
            <a:spLocks/>
          </p:cNvSpPr>
          <p:nvPr/>
        </p:nvSpPr>
        <p:spPr>
          <a:xfrm>
            <a:off x="8529966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{{fiche3_titre}}</a:t>
            </a:r>
          </a:p>
        </p:txBody>
      </p:sp>
      <p:pic>
        <p:nvPicPr>
          <p:cNvPr id="13" name="fiche3_image">
            <a:extLst>
              <a:ext uri="{FF2B5EF4-FFF2-40B4-BE49-F238E27FC236}">
                <a16:creationId xmlns:a16="http://schemas.microsoft.com/office/drawing/2014/main" id="{39719801-C60D-A9CB-865F-AA2451EF1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2016" y="1418754"/>
            <a:ext cx="2280889" cy="1973353"/>
          </a:xfrm>
          <a:prstGeom prst="rect">
            <a:avLst/>
          </a:prstGeom>
        </p:spPr>
      </p:pic>
      <p:sp>
        <p:nvSpPr>
          <p:cNvPr id="14" name="Titre 1">
            <a:extLst>
              <a:ext uri="{FF2B5EF4-FFF2-40B4-BE49-F238E27FC236}">
                <a16:creationId xmlns:a16="http://schemas.microsoft.com/office/drawing/2014/main" id="{2B5F9271-D23A-AE1F-9887-C0E8E46B34B2}"/>
              </a:ext>
            </a:extLst>
          </p:cNvPr>
          <p:cNvSpPr txBox="1">
            <a:spLocks/>
          </p:cNvSpPr>
          <p:nvPr/>
        </p:nvSpPr>
        <p:spPr>
          <a:xfrm>
            <a:off x="83946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/>
              <a:t>{{fiche3_description}}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40094403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4E2C556-0F82-2AF8-1F6F-094222D11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7178" y="474492"/>
            <a:ext cx="9144000" cy="923761"/>
          </a:xfrm>
        </p:spPr>
        <p:txBody>
          <a:bodyPr/>
          <a:lstStyle/>
          <a:p>
            <a:r>
              <a:rPr lang="fr-FR" dirty="0"/>
              <a:t>Carte LCZ</a:t>
            </a:r>
          </a:p>
        </p:txBody>
      </p:sp>
    </p:spTree>
    <p:extLst>
      <p:ext uri="{BB962C8B-B14F-4D97-AF65-F5344CB8AC3E}">
        <p14:creationId xmlns:p14="http://schemas.microsoft.com/office/powerpoint/2010/main" val="24916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518</TotalTime>
  <Words>170</Words>
  <Application>Microsoft Office PowerPoint</Application>
  <PresentationFormat>Grand écran</PresentationFormat>
  <Paragraphs>28</Paragraphs>
  <Slides>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Thème Office</vt:lpstr>
      <vt:lpstr>{{nom_projet}}</vt:lpstr>
      <vt:lpstr>Présentation PowerPoint</vt:lpstr>
      <vt:lpstr>Solution {{n°_solution}} : {{titre_fiche_solution}}</vt:lpstr>
      <vt:lpstr>{{fiche1_titre}}</vt:lpstr>
      <vt:lpstr>Carte LCZ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41</cp:revision>
  <dcterms:created xsi:type="dcterms:W3CDTF">2026-05-22T14:14:17Z</dcterms:created>
  <dcterms:modified xsi:type="dcterms:W3CDTF">2026-08-29T20:20:33Z</dcterms:modified>
</cp:coreProperties>
</file>