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4" r:id="rId3"/>
    <p:sldId id="282" r:id="rId4"/>
    <p:sldId id="283" r:id="rId5"/>
    <p:sldId id="281" r:id="rId6"/>
    <p:sldId id="279" r:id="rId7"/>
    <p:sldId id="280" r:id="rId8"/>
    <p:sldId id="270" r:id="rId9"/>
    <p:sldId id="274" r:id="rId10"/>
    <p:sldId id="275" r:id="rId11"/>
    <p:sldId id="278" r:id="rId12"/>
    <p:sldId id="265" r:id="rId13"/>
    <p:sldId id="276" r:id="rId14"/>
    <p:sldId id="277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D4A22B3-35B8-B2AA-CEF8-1EDEF9AF0C5F}" name="Raphaël TAÏEB (Ext)" initials="R(" userId="S::raphael.taieb.ext@ademe.fr::ff5ea9b3-0b07-480c-87b6-f2a7ce5e8033" providerId="AD"/>
  <p188:author id="{CDC325DB-9363-7600-73A4-0144C121D599}" name="Bettina LEBLANC (Ext)" initials="B(" userId="S::bettina.leblanc.ext@ademe.fr::3e52b1ca-21aa-44d1-8a76-ff8fdb1085e4" providerId="AD"/>
  <p188:author id="{6BD453F1-7568-3F9D-7EA7-1C915E9D23ED}" name="Alice BOUR (EXT)" initials="A(" userId="S::alice.bour.ext@ademe.fr::9b10eec9-7284-410c-91d6-e03941a3858e" providerId="AD"/>
  <p188:author id="{23E434F2-2295-D2AE-2641-3CE0CF4F11B7}" name="Alexia BUCLET (Ext)" initials="A(" userId="S::alexia.buclet.ext@ademe.fr::8ded202f-f929-4eb7-98cb-33adf7b3059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719E"/>
    <a:srgbClr val="29A31E"/>
    <a:srgbClr val="3B87FF"/>
    <a:srgbClr val="0000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253" autoAdjust="0"/>
    <p:restoredTop sz="94660"/>
  </p:normalViewPr>
  <p:slideViewPr>
    <p:cSldViewPr snapToGrid="0">
      <p:cViewPr varScale="1">
        <p:scale>
          <a:sx n="90" d="100"/>
          <a:sy n="90" d="100"/>
        </p:scale>
        <p:origin x="96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9846415985298734E-2"/>
          <c:y val="8.0223408122376008E-2"/>
          <c:w val="0.23616668023587156"/>
          <c:h val="0.83955318375524801"/>
        </c:manualLayout>
      </c:layout>
      <c:pie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Part de la surface</c:v>
                </c:pt>
              </c:strCache>
            </c:strRef>
          </c:tx>
          <c:dPt>
            <c:idx val="0"/>
            <c:bubble3D val="0"/>
            <c:spPr>
              <a:solidFill>
                <a:srgbClr val="68687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CDE-45E8-9302-526826EE6F41}"/>
              </c:ext>
            </c:extLst>
          </c:dPt>
          <c:dPt>
            <c:idx val="1"/>
            <c:bubble3D val="0"/>
            <c:spPr>
              <a:solidFill>
                <a:srgbClr val="3B87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CDE-45E8-9302-526826EE6F41}"/>
              </c:ext>
            </c:extLst>
          </c:dPt>
          <c:dPt>
            <c:idx val="2"/>
            <c:bubble3D val="0"/>
            <c:spPr>
              <a:solidFill>
                <a:srgbClr val="00A95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CDE-45E8-9302-526826EE6F41}"/>
              </c:ext>
            </c:extLst>
          </c:dPt>
          <c:dPt>
            <c:idx val="3"/>
            <c:bubble3D val="0"/>
            <c:spPr>
              <a:solidFill>
                <a:srgbClr val="B7B7D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CDE-45E8-9302-526826EE6F41}"/>
              </c:ext>
            </c:extLst>
          </c:dPt>
          <c:cat>
            <c:strRef>
              <c:f>Feuil1!$A$2:$A$5</c:f>
              <c:strCache>
                <c:ptCount val="4"/>
                <c:pt idx="0">
                  <c:v>Revêtement de sol</c:v>
                </c:pt>
                <c:pt idx="1">
                  <c:v>Fontainerie, bassins en eau</c:v>
                </c:pt>
                <c:pt idx="2">
                  <c:v>Surface végétalisées au sol</c:v>
                </c:pt>
                <c:pt idx="3">
                  <c:v>Toitures</c:v>
                </c:pt>
              </c:strCache>
            </c:strRef>
          </c:cat>
          <c:val>
            <c:numRef>
              <c:f>Feuil1!$B$2:$B$5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CDE-45E8-9302-526826EE6F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0.14162194394752534"/>
          <c:y val="6.7400870685264097E-2"/>
          <c:w val="0.79298350228582781"/>
          <c:h val="0.8506116101705134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arianne" panose="02000000000000000000" pitchFamily="50" charset="0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Marianne" panose="02000000000000000000" pitchFamily="50" charset="0"/>
        </a:defRPr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638A9C-6ED0-4718-B5E7-9D405962C144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68AD46-B04C-426F-AD53-1ADC867E01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1162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D1F06-EBEC-48E7-718E-679E9C7AB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188976-03C7-BDC5-F35A-502E38D967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392900-84C4-792B-45B3-9A38832A4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A749C-0CD8-8944-6CB6-BFC00D52AF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349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D1F06-EBEC-48E7-718E-679E9C7AB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188976-03C7-BDC5-F35A-502E38D967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392900-84C4-792B-45B3-9A38832A4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A749C-0CD8-8944-6CB6-BFC00D52AF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91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D1F06-EBEC-48E7-718E-679E9C7AB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188976-03C7-BDC5-F35A-502E38D967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392900-84C4-792B-45B3-9A38832A4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A749C-0CD8-8944-6CB6-BFC00D52AF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4771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D1F06-EBEC-48E7-718E-679E9C7AB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188976-03C7-BDC5-F35A-502E38D967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392900-84C4-792B-45B3-9A38832A4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A749C-0CD8-8944-6CB6-BFC00D52AF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5186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D1F06-EBEC-48E7-718E-679E9C7AB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188976-03C7-BDC5-F35A-502E38D967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392900-84C4-792B-45B3-9A38832A4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A749C-0CD8-8944-6CB6-BFC00D52AF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0607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D1F06-EBEC-48E7-718E-679E9C7AB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188976-03C7-BDC5-F35A-502E38D967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392900-84C4-792B-45B3-9A38832A4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A749C-0CD8-8944-6CB6-BFC00D52AF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641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51F3E0-F62C-2DC9-E805-EA9BC78202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0BFC53C-6840-85FC-CC7D-ACF50725C4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C2B2351-BA08-8543-B6E9-51B2D2B90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7F8B9-DFDB-4965-877D-C04A580740C9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1C3682F-C699-F365-A134-71A7EBF12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3416E99-1E6F-D260-FADD-53997FBA8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16D3B-283D-4C69-820F-0983BC96EB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2056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6062FF-9B14-0758-A470-0C1C34699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45D7879-1085-4DE8-3BB3-08AE285D0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163CC25-7451-7A9D-952E-C28652730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7F8B9-DFDB-4965-877D-C04A580740C9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1186715-C73F-5D9E-7724-9675515B7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1257789-08D4-5679-CBA2-02A49C3E3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16D3B-283D-4C69-820F-0983BC96EB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458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C86D54-0A35-F257-CF3A-F5BF470C7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3BB5F6C-9A69-B8C1-E69A-A025AFBC67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DB1854-8E92-B20F-F402-70DF25AA4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7F8B9-DFDB-4965-877D-C04A580740C9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5FA73AF-5114-758E-7484-C7292D82B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E5E9363-AB5F-C53F-7F62-83A237CC6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16D3B-283D-4C69-820F-0983BC96EB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5076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D0E8C7-BC68-412C-4152-FF9544754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630DDF-D3D2-202E-CEB4-1F8F464379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79626A1-B432-B8B2-7555-D204FF185A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D5BDA1A-0847-48E6-93CF-FB3C8419D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7F8B9-DFDB-4965-877D-C04A580740C9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9CADF9A-9CB3-7537-F5B2-E11FD874B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E45253E-5DB5-A084-30F8-BD42D74F0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16D3B-283D-4C69-820F-0983BC96EB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6897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61640F-DB27-0228-A73B-A9DE53300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6F0C32B-89DA-1160-31E6-5B748EABD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DD50C67-8342-3DCE-AEE1-91004EF73C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831EB5C-F431-21F3-51CD-E33990A39D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AEFF447-53CF-6961-B5AB-F8E0B300A5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851F7AF-84B7-5DA2-6B41-761D8FC62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7F8B9-DFDB-4965-877D-C04A580740C9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85BDD33-26AF-7DFB-FB52-D3F7CE40A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9D31FF0-0C37-E947-9494-8F21ED8BA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16D3B-283D-4C69-820F-0983BC96EB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9809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4D1136-B29D-C5EC-9270-6F828FCC9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3D23F9F-1866-DF11-0A53-018444B72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7F8B9-DFDB-4965-877D-C04A580740C9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7DE2FE5-12D5-59AF-3226-50F61DDD0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72B8593-D8C4-D1C0-3FE2-317B6E87E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16D3B-283D-4C69-820F-0983BC96EB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7161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C61EC05-99BC-030C-81E0-758E2EB4A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7F8B9-DFDB-4965-877D-C04A580740C9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298EB90-5D48-54B2-47D2-D6F9BE96D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3830089-C919-9CAE-498B-AAA120AA9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16D3B-283D-4C69-820F-0983BC96EB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8062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3839C6-2C2B-1F0C-5D7A-C54E626A3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CA82DF2-C8B2-6724-3254-E2A4E8C18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5A7ACB0-0484-15F2-85D7-026268042A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474C68C-FCDD-860A-F1F8-6E9D2B2E0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7F8B9-DFDB-4965-877D-C04A580740C9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EAC4B5B-E64A-629F-D002-6D3AC3D29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17E13F2-B174-08B8-2D4E-D9FE4B1F5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16D3B-283D-4C69-820F-0983BC96EB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6995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FE9A32-52AE-EEF7-C729-36AC4499C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3C3A4AC-1EFE-5428-F37E-D940A07484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48CBC4C-38D2-C904-CF15-752F5359D7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539F71C-1DCD-274B-4BBA-0E0033424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7F8B9-DFDB-4965-877D-C04A580740C9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0D24098-5980-21A9-901A-6647E45E5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C9A77E6-59CB-3D6E-6FDB-3E114FD23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16D3B-283D-4C69-820F-0983BC96EB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8277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2A1DC7-F506-8E98-C42E-BA1D11222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904C793-71A5-129F-70AD-6819995CE7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62D5F24-B75F-A9F7-A30B-FB07DAA82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7F8B9-DFDB-4965-877D-C04A580740C9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15AD9AB-D11E-32F0-D3F0-4E4CC4493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DD0C63-7BC0-8F01-1D70-31280F466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16D3B-283D-4C69-820F-0983BC96EB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5043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123AE3C-0005-07C9-224A-3F7F4FCF27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81E6B87-64E1-ED1C-3835-E41AA3105D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7D665B4-7AE4-2EBD-4809-10B120963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7F8B9-DFDB-4965-877D-C04A580740C9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B3ED578-80DF-B547-C444-3C9766686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B776DE-B6B0-DE59-E4FC-FE20714E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16D3B-283D-4C69-820F-0983BC96EB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57116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7628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F6881F4-BA15-2739-75B7-BD4D9B511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6DDC8D-77A8-13E0-E103-683EC960F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1C815D9-F433-6AB2-E24C-F6B2F03A9F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E7F8B9-DFDB-4965-877D-C04A580740C9}" type="datetimeFigureOut">
              <a:rPr lang="fr-FR" smtClean="0"/>
              <a:t>12/10/2026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2830845-4AE2-639F-0CE3-DB6205E790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18AD715-CCB9-24A8-5E95-5B75D628D4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F16D3B-283D-4C69-820F-0983BC96EB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7137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%7b%7baide_lien%7d%7d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72A99C-E15F-6CD3-39F4-5747E50DB9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3485" y="2581845"/>
            <a:ext cx="8805030" cy="1655762"/>
          </a:xfrm>
        </p:spPr>
        <p:txBody>
          <a:bodyPr anchor="t">
            <a:normAutofit/>
          </a:bodyPr>
          <a:lstStyle/>
          <a:p>
            <a:r>
              <a:rPr lang="fr-FR" sz="3800" dirty="0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{{</a:t>
            </a:r>
            <a:r>
              <a:rPr lang="fr-FR" sz="3800" dirty="0" err="1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nom_projet</a:t>
            </a:r>
            <a:r>
              <a:rPr lang="fr-FR" sz="3800" dirty="0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}}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3E938B3-38C3-2BDF-45FF-A415208A80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28737"/>
            <a:ext cx="9144000" cy="1655762"/>
          </a:xfrm>
        </p:spPr>
        <p:txBody>
          <a:bodyPr>
            <a:normAutofit/>
          </a:bodyPr>
          <a:lstStyle/>
          <a:p>
            <a:r>
              <a:rPr lang="fr-FR" sz="1600" dirty="0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{{</a:t>
            </a:r>
            <a:r>
              <a:rPr lang="fr-FR" sz="1600" dirty="0" err="1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commune_projet</a:t>
            </a:r>
            <a:r>
              <a:rPr lang="fr-FR" sz="1600" dirty="0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}} ({{</a:t>
            </a:r>
            <a:r>
              <a:rPr lang="fr-FR" sz="1600" dirty="0" err="1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code_postal_projet</a:t>
            </a:r>
            <a:r>
              <a:rPr lang="fr-FR" sz="1600" dirty="0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}})</a:t>
            </a:r>
          </a:p>
          <a:p>
            <a:r>
              <a:rPr lang="fr-FR" sz="1600" dirty="0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{{</a:t>
            </a:r>
            <a:r>
              <a:rPr lang="fr-FR" sz="1600" dirty="0" err="1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adresse_projet</a:t>
            </a:r>
            <a:r>
              <a:rPr lang="fr-FR" sz="1600" dirty="0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}}</a:t>
            </a:r>
          </a:p>
        </p:txBody>
      </p:sp>
      <p:pic>
        <p:nvPicPr>
          <p:cNvPr id="4" name="Picture 2" descr="L'agence de la transition écologique - ADEME">
            <a:extLst>
              <a:ext uri="{FF2B5EF4-FFF2-40B4-BE49-F238E27FC236}">
                <a16:creationId xmlns:a16="http://schemas.microsoft.com/office/drawing/2014/main" id="{B6E6D3F6-9BA9-58C1-F95E-456440679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951" y="131647"/>
            <a:ext cx="686944" cy="810086"/>
          </a:xfrm>
          <a:prstGeom prst="rect">
            <a:avLst/>
          </a:prstGeom>
        </p:spPr>
      </p:pic>
      <p:sp>
        <p:nvSpPr>
          <p:cNvPr id="6" name="Text 10">
            <a:extLst>
              <a:ext uri="{FF2B5EF4-FFF2-40B4-BE49-F238E27FC236}">
                <a16:creationId xmlns:a16="http://schemas.microsoft.com/office/drawing/2014/main" id="{8CD713CB-3BC6-C09D-7C54-788D2169DE28}"/>
              </a:ext>
            </a:extLst>
          </p:cNvPr>
          <p:cNvSpPr/>
          <p:nvPr/>
        </p:nvSpPr>
        <p:spPr>
          <a:xfrm>
            <a:off x="2072640" y="638510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 err="1">
                <a:solidFill>
                  <a:srgbClr val="A0A0A0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Projet</a:t>
            </a:r>
            <a:r>
              <a:rPr lang="en-US" sz="1000" i="1" dirty="0">
                <a:solidFill>
                  <a:srgbClr val="A0A0A0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A0A0A0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généré</a:t>
            </a:r>
            <a:r>
              <a:rPr lang="en-US" sz="1000" i="1" dirty="0">
                <a:solidFill>
                  <a:srgbClr val="A0A0A0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 le {{</a:t>
            </a:r>
            <a:r>
              <a:rPr lang="en-US" sz="1000" i="1" dirty="0" err="1">
                <a:solidFill>
                  <a:srgbClr val="A0A0A0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date_generation_synthese</a:t>
            </a:r>
            <a:r>
              <a:rPr lang="en-US" sz="1000" i="1" dirty="0">
                <a:solidFill>
                  <a:srgbClr val="A0A0A0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}} via Plus </a:t>
            </a:r>
            <a:r>
              <a:rPr lang="en-US" sz="1000" i="1" dirty="0" err="1">
                <a:solidFill>
                  <a:srgbClr val="A0A0A0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fraîche</a:t>
            </a:r>
            <a:r>
              <a:rPr lang="en-US" sz="1000" i="1" dirty="0">
                <a:solidFill>
                  <a:srgbClr val="A0A0A0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 ma </a:t>
            </a:r>
            <a:r>
              <a:rPr lang="en-US" sz="1000" i="1" dirty="0" err="1">
                <a:solidFill>
                  <a:srgbClr val="A0A0A0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ville</a:t>
            </a:r>
            <a:r>
              <a:rPr lang="en-US" sz="1000" i="1" dirty="0">
                <a:solidFill>
                  <a:srgbClr val="A0A0A0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 (ADEME)</a:t>
            </a:r>
            <a:endParaRPr lang="en-US" sz="1000" dirty="0">
              <a:latin typeface="Marianne" panose="02000000000000000000" pitchFamily="50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00E88AC-0844-103F-0759-EAAA7C2FE3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97" y="469"/>
            <a:ext cx="1048610" cy="1072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aphique 7">
            <a:extLst>
              <a:ext uri="{FF2B5EF4-FFF2-40B4-BE49-F238E27FC236}">
                <a16:creationId xmlns:a16="http://schemas.microsoft.com/office/drawing/2014/main" id="{BD74F861-89B9-3A97-795C-647E043BB058}"/>
              </a:ext>
            </a:extLst>
          </p:cNvPr>
          <p:cNvGrpSpPr/>
          <p:nvPr/>
        </p:nvGrpSpPr>
        <p:grpSpPr>
          <a:xfrm>
            <a:off x="10659199" y="183863"/>
            <a:ext cx="1333272" cy="561489"/>
            <a:chOff x="10659199" y="183863"/>
            <a:chExt cx="1333272" cy="561489"/>
          </a:xfrm>
        </p:grpSpPr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9AFCF2ED-C9C4-711D-A65D-14BAC2A72857}"/>
                </a:ext>
              </a:extLst>
            </p:cNvPr>
            <p:cNvSpPr/>
            <p:nvPr/>
          </p:nvSpPr>
          <p:spPr>
            <a:xfrm>
              <a:off x="10877319" y="183863"/>
              <a:ext cx="342519" cy="338206"/>
            </a:xfrm>
            <a:custGeom>
              <a:avLst/>
              <a:gdLst>
                <a:gd name="connsiteX0" fmla="*/ 287037 w 342519"/>
                <a:gd name="connsiteY0" fmla="*/ 228581 h 338206"/>
                <a:gd name="connsiteX1" fmla="*/ 287037 w 342519"/>
                <a:gd name="connsiteY1" fmla="*/ 228470 h 338206"/>
                <a:gd name="connsiteX2" fmla="*/ 166428 w 342519"/>
                <a:gd name="connsiteY2" fmla="*/ 228470 h 338206"/>
                <a:gd name="connsiteX3" fmla="*/ 110952 w 342519"/>
                <a:gd name="connsiteY3" fmla="*/ 173654 h 338206"/>
                <a:gd name="connsiteX4" fmla="*/ 110952 w 342519"/>
                <a:gd name="connsiteY4" fmla="*/ 54816 h 338206"/>
                <a:gd name="connsiteX5" fmla="*/ 55476 w 342519"/>
                <a:gd name="connsiteY5" fmla="*/ 0 h 338206"/>
                <a:gd name="connsiteX6" fmla="*/ 0 w 342519"/>
                <a:gd name="connsiteY6" fmla="*/ 54816 h 338206"/>
                <a:gd name="connsiteX7" fmla="*/ 109 w 342519"/>
                <a:gd name="connsiteY7" fmla="*/ 222447 h 338206"/>
                <a:gd name="connsiteX8" fmla="*/ 109 w 342519"/>
                <a:gd name="connsiteY8" fmla="*/ 251819 h 338206"/>
                <a:gd name="connsiteX9" fmla="*/ 87542 w 342519"/>
                <a:gd name="connsiteY9" fmla="*/ 338206 h 338206"/>
                <a:gd name="connsiteX10" fmla="*/ 287044 w 342519"/>
                <a:gd name="connsiteY10" fmla="*/ 338206 h 338206"/>
                <a:gd name="connsiteX11" fmla="*/ 342519 w 342519"/>
                <a:gd name="connsiteY11" fmla="*/ 283390 h 338206"/>
                <a:gd name="connsiteX12" fmla="*/ 287044 w 342519"/>
                <a:gd name="connsiteY12" fmla="*/ 228574 h 338206"/>
                <a:gd name="connsiteX13" fmla="*/ 287037 w 342519"/>
                <a:gd name="connsiteY13" fmla="*/ 228581 h 338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519" h="338206">
                  <a:moveTo>
                    <a:pt x="287037" y="228581"/>
                  </a:moveTo>
                  <a:lnTo>
                    <a:pt x="287037" y="228470"/>
                  </a:lnTo>
                  <a:lnTo>
                    <a:pt x="166428" y="228470"/>
                  </a:lnTo>
                  <a:cubicBezTo>
                    <a:pt x="135803" y="228470"/>
                    <a:pt x="110952" y="203912"/>
                    <a:pt x="110952" y="173654"/>
                  </a:cubicBezTo>
                  <a:lnTo>
                    <a:pt x="110952" y="54816"/>
                  </a:lnTo>
                  <a:cubicBezTo>
                    <a:pt x="110952" y="24558"/>
                    <a:pt x="86100" y="0"/>
                    <a:pt x="55476" y="0"/>
                  </a:cubicBezTo>
                  <a:cubicBezTo>
                    <a:pt x="24851" y="0"/>
                    <a:pt x="0" y="24558"/>
                    <a:pt x="0" y="54816"/>
                  </a:cubicBezTo>
                  <a:lnTo>
                    <a:pt x="109" y="222447"/>
                  </a:lnTo>
                  <a:lnTo>
                    <a:pt x="109" y="251819"/>
                  </a:lnTo>
                  <a:cubicBezTo>
                    <a:pt x="109" y="299512"/>
                    <a:pt x="39274" y="338206"/>
                    <a:pt x="87542" y="338206"/>
                  </a:cubicBezTo>
                  <a:lnTo>
                    <a:pt x="287044" y="338206"/>
                  </a:lnTo>
                  <a:cubicBezTo>
                    <a:pt x="317668" y="338206"/>
                    <a:pt x="342519" y="313648"/>
                    <a:pt x="342519" y="283390"/>
                  </a:cubicBezTo>
                  <a:cubicBezTo>
                    <a:pt x="342519" y="253132"/>
                    <a:pt x="317668" y="228574"/>
                    <a:pt x="287044" y="228574"/>
                  </a:cubicBezTo>
                  <a:lnTo>
                    <a:pt x="287037" y="228581"/>
                  </a:lnTo>
                  <a:close/>
                </a:path>
              </a:pathLst>
            </a:custGeom>
            <a:solidFill>
              <a:srgbClr val="417DC4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EB06C131-AF3D-4192-B0E6-0D5D041CD392}"/>
                </a:ext>
              </a:extLst>
            </p:cNvPr>
            <p:cNvSpPr/>
            <p:nvPr/>
          </p:nvSpPr>
          <p:spPr>
            <a:xfrm>
              <a:off x="10892183" y="523615"/>
              <a:ext cx="108630" cy="221737"/>
            </a:xfrm>
            <a:custGeom>
              <a:avLst/>
              <a:gdLst>
                <a:gd name="connsiteX0" fmla="*/ 81928 w 108630"/>
                <a:gd name="connsiteY0" fmla="*/ 21632 h 221737"/>
                <a:gd name="connsiteX1" fmla="*/ 0 w 108630"/>
                <a:gd name="connsiteY1" fmla="*/ 0 h 221737"/>
                <a:gd name="connsiteX2" fmla="*/ 0 w 108630"/>
                <a:gd name="connsiteY2" fmla="*/ 167424 h 221737"/>
                <a:gd name="connsiteX3" fmla="*/ 54315 w 108630"/>
                <a:gd name="connsiteY3" fmla="*/ 221738 h 221737"/>
                <a:gd name="connsiteX4" fmla="*/ 108630 w 108630"/>
                <a:gd name="connsiteY4" fmla="*/ 167424 h 221737"/>
                <a:gd name="connsiteX5" fmla="*/ 108630 w 108630"/>
                <a:gd name="connsiteY5" fmla="*/ 21626 h 221737"/>
                <a:gd name="connsiteX6" fmla="*/ 81928 w 108630"/>
                <a:gd name="connsiteY6" fmla="*/ 21626 h 221737"/>
                <a:gd name="connsiteX7" fmla="*/ 81928 w 108630"/>
                <a:gd name="connsiteY7" fmla="*/ 21632 h 221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8630" h="221737">
                  <a:moveTo>
                    <a:pt x="81928" y="21632"/>
                  </a:moveTo>
                  <a:cubicBezTo>
                    <a:pt x="45763" y="21632"/>
                    <a:pt x="18939" y="14362"/>
                    <a:pt x="0" y="0"/>
                  </a:cubicBezTo>
                  <a:lnTo>
                    <a:pt x="0" y="167424"/>
                  </a:lnTo>
                  <a:cubicBezTo>
                    <a:pt x="0" y="197419"/>
                    <a:pt x="24320" y="221738"/>
                    <a:pt x="54315" y="221738"/>
                  </a:cubicBezTo>
                  <a:cubicBezTo>
                    <a:pt x="84311" y="221738"/>
                    <a:pt x="108630" y="197419"/>
                    <a:pt x="108630" y="167424"/>
                  </a:cubicBezTo>
                  <a:lnTo>
                    <a:pt x="108630" y="21626"/>
                  </a:lnTo>
                  <a:lnTo>
                    <a:pt x="81928" y="21626"/>
                  </a:lnTo>
                  <a:lnTo>
                    <a:pt x="81928" y="21632"/>
                  </a:lnTo>
                  <a:close/>
                </a:path>
              </a:pathLst>
            </a:custGeom>
            <a:solidFill>
              <a:srgbClr val="FCC63A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A7FC9E1E-ACD2-236B-A75A-051559983049}"/>
                </a:ext>
              </a:extLst>
            </p:cNvPr>
            <p:cNvSpPr/>
            <p:nvPr/>
          </p:nvSpPr>
          <p:spPr>
            <a:xfrm>
              <a:off x="10659199" y="406603"/>
              <a:ext cx="223576" cy="108630"/>
            </a:xfrm>
            <a:custGeom>
              <a:avLst/>
              <a:gdLst>
                <a:gd name="connsiteX0" fmla="*/ 195824 w 223576"/>
                <a:gd name="connsiteY0" fmla="*/ 18120 h 108630"/>
                <a:gd name="connsiteX1" fmla="*/ 195824 w 223576"/>
                <a:gd name="connsiteY1" fmla="*/ 0 h 108630"/>
                <a:gd name="connsiteX2" fmla="*/ 54315 w 223576"/>
                <a:gd name="connsiteY2" fmla="*/ 0 h 108630"/>
                <a:gd name="connsiteX3" fmla="*/ 0 w 223576"/>
                <a:gd name="connsiteY3" fmla="*/ 54315 h 108630"/>
                <a:gd name="connsiteX4" fmla="*/ 54315 w 223576"/>
                <a:gd name="connsiteY4" fmla="*/ 108630 h 108630"/>
                <a:gd name="connsiteX5" fmla="*/ 223577 w 223576"/>
                <a:gd name="connsiteY5" fmla="*/ 108630 h 108630"/>
                <a:gd name="connsiteX6" fmla="*/ 195824 w 223576"/>
                <a:gd name="connsiteY6" fmla="*/ 18120 h 108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3576" h="108630">
                  <a:moveTo>
                    <a:pt x="195824" y="18120"/>
                  </a:moveTo>
                  <a:lnTo>
                    <a:pt x="195824" y="0"/>
                  </a:lnTo>
                  <a:lnTo>
                    <a:pt x="54315" y="0"/>
                  </a:lnTo>
                  <a:cubicBezTo>
                    <a:pt x="24320" y="0"/>
                    <a:pt x="0" y="24319"/>
                    <a:pt x="0" y="54315"/>
                  </a:cubicBezTo>
                  <a:cubicBezTo>
                    <a:pt x="0" y="84310"/>
                    <a:pt x="24320" y="108630"/>
                    <a:pt x="54315" y="108630"/>
                  </a:cubicBezTo>
                  <a:lnTo>
                    <a:pt x="223577" y="108630"/>
                  </a:lnTo>
                  <a:cubicBezTo>
                    <a:pt x="204248" y="88440"/>
                    <a:pt x="195824" y="58170"/>
                    <a:pt x="195824" y="18120"/>
                  </a:cubicBezTo>
                  <a:close/>
                </a:path>
              </a:pathLst>
            </a:custGeom>
            <a:solidFill>
              <a:srgbClr val="F25255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0D655834-0EEF-A4BC-F5E1-28CD82146D8D}"/>
                </a:ext>
              </a:extLst>
            </p:cNvPr>
            <p:cNvSpPr/>
            <p:nvPr/>
          </p:nvSpPr>
          <p:spPr>
            <a:xfrm>
              <a:off x="11319644" y="190969"/>
              <a:ext cx="672826" cy="552695"/>
            </a:xfrm>
            <a:custGeom>
              <a:avLst/>
              <a:gdLst>
                <a:gd name="connsiteX0" fmla="*/ 4474 w 672826"/>
                <a:gd name="connsiteY0" fmla="*/ 139817 h 552695"/>
                <a:gd name="connsiteX1" fmla="*/ 4474 w 672826"/>
                <a:gd name="connsiteY1" fmla="*/ 9321 h 552695"/>
                <a:gd name="connsiteX2" fmla="*/ 44555 w 672826"/>
                <a:gd name="connsiteY2" fmla="*/ 9321 h 552695"/>
                <a:gd name="connsiteX3" fmla="*/ 88737 w 672826"/>
                <a:gd name="connsiteY3" fmla="*/ 46978 h 552695"/>
                <a:gd name="connsiteX4" fmla="*/ 44555 w 672826"/>
                <a:gd name="connsiteY4" fmla="*/ 84636 h 552695"/>
                <a:gd name="connsiteX5" fmla="*/ 25726 w 672826"/>
                <a:gd name="connsiteY5" fmla="*/ 84636 h 552695"/>
                <a:gd name="connsiteX6" fmla="*/ 25726 w 672826"/>
                <a:gd name="connsiteY6" fmla="*/ 139817 h 552695"/>
                <a:gd name="connsiteX7" fmla="*/ 4474 w 672826"/>
                <a:gd name="connsiteY7" fmla="*/ 139817 h 552695"/>
                <a:gd name="connsiteX8" fmla="*/ 45488 w 672826"/>
                <a:gd name="connsiteY8" fmla="*/ 27404 h 552695"/>
                <a:gd name="connsiteX9" fmla="*/ 25726 w 672826"/>
                <a:gd name="connsiteY9" fmla="*/ 27404 h 552695"/>
                <a:gd name="connsiteX10" fmla="*/ 25726 w 672826"/>
                <a:gd name="connsiteY10" fmla="*/ 66553 h 552695"/>
                <a:gd name="connsiteX11" fmla="*/ 45488 w 672826"/>
                <a:gd name="connsiteY11" fmla="*/ 66553 h 552695"/>
                <a:gd name="connsiteX12" fmla="*/ 66553 w 672826"/>
                <a:gd name="connsiteY12" fmla="*/ 46606 h 552695"/>
                <a:gd name="connsiteX13" fmla="*/ 45488 w 672826"/>
                <a:gd name="connsiteY13" fmla="*/ 27404 h 552695"/>
                <a:gd name="connsiteX14" fmla="*/ 110528 w 672826"/>
                <a:gd name="connsiteY14" fmla="*/ 139817 h 552695"/>
                <a:gd name="connsiteX15" fmla="*/ 110528 w 672826"/>
                <a:gd name="connsiteY15" fmla="*/ 0 h 552695"/>
                <a:gd name="connsiteX16" fmla="*/ 129730 w 672826"/>
                <a:gd name="connsiteY16" fmla="*/ 0 h 552695"/>
                <a:gd name="connsiteX17" fmla="*/ 129730 w 672826"/>
                <a:gd name="connsiteY17" fmla="*/ 139817 h 552695"/>
                <a:gd name="connsiteX18" fmla="*/ 110528 w 672826"/>
                <a:gd name="connsiteY18" fmla="*/ 139817 h 552695"/>
                <a:gd name="connsiteX19" fmla="*/ 225825 w 672826"/>
                <a:gd name="connsiteY19" fmla="*/ 99550 h 552695"/>
                <a:gd name="connsiteX20" fmla="*/ 225825 w 672826"/>
                <a:gd name="connsiteY20" fmla="*/ 45860 h 552695"/>
                <a:gd name="connsiteX21" fmla="*/ 245214 w 672826"/>
                <a:gd name="connsiteY21" fmla="*/ 45860 h 552695"/>
                <a:gd name="connsiteX22" fmla="*/ 245214 w 672826"/>
                <a:gd name="connsiteY22" fmla="*/ 98617 h 552695"/>
                <a:gd name="connsiteX23" fmla="*/ 202713 w 672826"/>
                <a:gd name="connsiteY23" fmla="*/ 143545 h 552695"/>
                <a:gd name="connsiteX24" fmla="*/ 160021 w 672826"/>
                <a:gd name="connsiteY24" fmla="*/ 98617 h 552695"/>
                <a:gd name="connsiteX25" fmla="*/ 160021 w 672826"/>
                <a:gd name="connsiteY25" fmla="*/ 45860 h 552695"/>
                <a:gd name="connsiteX26" fmla="*/ 179408 w 672826"/>
                <a:gd name="connsiteY26" fmla="*/ 45860 h 552695"/>
                <a:gd name="connsiteX27" fmla="*/ 179408 w 672826"/>
                <a:gd name="connsiteY27" fmla="*/ 99550 h 552695"/>
                <a:gd name="connsiteX28" fmla="*/ 202713 w 672826"/>
                <a:gd name="connsiteY28" fmla="*/ 125462 h 552695"/>
                <a:gd name="connsiteX29" fmla="*/ 225825 w 672826"/>
                <a:gd name="connsiteY29" fmla="*/ 99550 h 552695"/>
                <a:gd name="connsiteX30" fmla="*/ 265463 w 672826"/>
                <a:gd name="connsiteY30" fmla="*/ 126580 h 552695"/>
                <a:gd name="connsiteX31" fmla="*/ 278698 w 672826"/>
                <a:gd name="connsiteY31" fmla="*/ 115022 h 552695"/>
                <a:gd name="connsiteX32" fmla="*/ 301627 w 672826"/>
                <a:gd name="connsiteY32" fmla="*/ 127886 h 552695"/>
                <a:gd name="connsiteX33" fmla="*/ 315797 w 672826"/>
                <a:gd name="connsiteY33" fmla="*/ 115209 h 552695"/>
                <a:gd name="connsiteX34" fmla="*/ 269747 w 672826"/>
                <a:gd name="connsiteY34" fmla="*/ 69908 h 552695"/>
                <a:gd name="connsiteX35" fmla="*/ 301627 w 672826"/>
                <a:gd name="connsiteY35" fmla="*/ 42132 h 552695"/>
                <a:gd name="connsiteX36" fmla="*/ 334250 w 672826"/>
                <a:gd name="connsiteY36" fmla="*/ 57791 h 552695"/>
                <a:gd name="connsiteX37" fmla="*/ 321199 w 672826"/>
                <a:gd name="connsiteY37" fmla="*/ 69163 h 552695"/>
                <a:gd name="connsiteX38" fmla="*/ 301819 w 672826"/>
                <a:gd name="connsiteY38" fmla="*/ 57791 h 552695"/>
                <a:gd name="connsiteX39" fmla="*/ 288392 w 672826"/>
                <a:gd name="connsiteY39" fmla="*/ 69349 h 552695"/>
                <a:gd name="connsiteX40" fmla="*/ 334442 w 672826"/>
                <a:gd name="connsiteY40" fmla="*/ 114091 h 552695"/>
                <a:gd name="connsiteX41" fmla="*/ 301819 w 672826"/>
                <a:gd name="connsiteY41" fmla="*/ 143545 h 552695"/>
                <a:gd name="connsiteX42" fmla="*/ 265463 w 672826"/>
                <a:gd name="connsiteY42" fmla="*/ 126580 h 552695"/>
                <a:gd name="connsiteX43" fmla="*/ 0 w 672826"/>
                <a:gd name="connsiteY43" fmla="*/ 548968 h 552695"/>
                <a:gd name="connsiteX44" fmla="*/ 0 w 672826"/>
                <a:gd name="connsiteY44" fmla="*/ 455011 h 552695"/>
                <a:gd name="connsiteX45" fmla="*/ 19202 w 672826"/>
                <a:gd name="connsiteY45" fmla="*/ 455011 h 552695"/>
                <a:gd name="connsiteX46" fmla="*/ 19202 w 672826"/>
                <a:gd name="connsiteY46" fmla="*/ 463772 h 552695"/>
                <a:gd name="connsiteX47" fmla="*/ 47165 w 672826"/>
                <a:gd name="connsiteY47" fmla="*/ 451282 h 552695"/>
                <a:gd name="connsiteX48" fmla="*/ 76806 w 672826"/>
                <a:gd name="connsiteY48" fmla="*/ 468246 h 552695"/>
                <a:gd name="connsiteX49" fmla="*/ 109617 w 672826"/>
                <a:gd name="connsiteY49" fmla="*/ 451282 h 552695"/>
                <a:gd name="connsiteX50" fmla="*/ 144291 w 672826"/>
                <a:gd name="connsiteY50" fmla="*/ 490618 h 552695"/>
                <a:gd name="connsiteX51" fmla="*/ 144291 w 672826"/>
                <a:gd name="connsiteY51" fmla="*/ 548968 h 552695"/>
                <a:gd name="connsiteX52" fmla="*/ 124903 w 672826"/>
                <a:gd name="connsiteY52" fmla="*/ 548968 h 552695"/>
                <a:gd name="connsiteX53" fmla="*/ 124903 w 672826"/>
                <a:gd name="connsiteY53" fmla="*/ 491363 h 552695"/>
                <a:gd name="connsiteX54" fmla="*/ 105143 w 672826"/>
                <a:gd name="connsiteY54" fmla="*/ 469365 h 552695"/>
                <a:gd name="connsiteX55" fmla="*/ 81653 w 672826"/>
                <a:gd name="connsiteY55" fmla="*/ 485397 h 552695"/>
                <a:gd name="connsiteX56" fmla="*/ 81839 w 672826"/>
                <a:gd name="connsiteY56" fmla="*/ 490618 h 552695"/>
                <a:gd name="connsiteX57" fmla="*/ 81839 w 672826"/>
                <a:gd name="connsiteY57" fmla="*/ 548968 h 552695"/>
                <a:gd name="connsiteX58" fmla="*/ 62451 w 672826"/>
                <a:gd name="connsiteY58" fmla="*/ 548968 h 552695"/>
                <a:gd name="connsiteX59" fmla="*/ 62451 w 672826"/>
                <a:gd name="connsiteY59" fmla="*/ 491363 h 552695"/>
                <a:gd name="connsiteX60" fmla="*/ 42691 w 672826"/>
                <a:gd name="connsiteY60" fmla="*/ 469365 h 552695"/>
                <a:gd name="connsiteX61" fmla="*/ 19202 w 672826"/>
                <a:gd name="connsiteY61" fmla="*/ 485584 h 552695"/>
                <a:gd name="connsiteX62" fmla="*/ 19202 w 672826"/>
                <a:gd name="connsiteY62" fmla="*/ 548968 h 552695"/>
                <a:gd name="connsiteX63" fmla="*/ 0 w 672826"/>
                <a:gd name="connsiteY63" fmla="*/ 548968 h 552695"/>
                <a:gd name="connsiteX64" fmla="*/ 200884 w 672826"/>
                <a:gd name="connsiteY64" fmla="*/ 551764 h 552695"/>
                <a:gd name="connsiteX65" fmla="*/ 169569 w 672826"/>
                <a:gd name="connsiteY65" fmla="*/ 524546 h 552695"/>
                <a:gd name="connsiteX66" fmla="*/ 200517 w 672826"/>
                <a:gd name="connsiteY66" fmla="*/ 496769 h 552695"/>
                <a:gd name="connsiteX67" fmla="*/ 230902 w 672826"/>
                <a:gd name="connsiteY67" fmla="*/ 491736 h 552695"/>
                <a:gd name="connsiteX68" fmla="*/ 230902 w 672826"/>
                <a:gd name="connsiteY68" fmla="*/ 486889 h 552695"/>
                <a:gd name="connsiteX69" fmla="*/ 210211 w 672826"/>
                <a:gd name="connsiteY69" fmla="*/ 468246 h 552695"/>
                <a:gd name="connsiteX70" fmla="*/ 186530 w 672826"/>
                <a:gd name="connsiteY70" fmla="*/ 480550 h 552695"/>
                <a:gd name="connsiteX71" fmla="*/ 172179 w 672826"/>
                <a:gd name="connsiteY71" fmla="*/ 469551 h 552695"/>
                <a:gd name="connsiteX72" fmla="*/ 210770 w 672826"/>
                <a:gd name="connsiteY72" fmla="*/ 451282 h 552695"/>
                <a:gd name="connsiteX73" fmla="*/ 250107 w 672826"/>
                <a:gd name="connsiteY73" fmla="*/ 486889 h 552695"/>
                <a:gd name="connsiteX74" fmla="*/ 250107 w 672826"/>
                <a:gd name="connsiteY74" fmla="*/ 548968 h 552695"/>
                <a:gd name="connsiteX75" fmla="*/ 230902 w 672826"/>
                <a:gd name="connsiteY75" fmla="*/ 548968 h 552695"/>
                <a:gd name="connsiteX76" fmla="*/ 230902 w 672826"/>
                <a:gd name="connsiteY76" fmla="*/ 538341 h 552695"/>
                <a:gd name="connsiteX77" fmla="*/ 200884 w 672826"/>
                <a:gd name="connsiteY77" fmla="*/ 551764 h 552695"/>
                <a:gd name="connsiteX78" fmla="*/ 188960 w 672826"/>
                <a:gd name="connsiteY78" fmla="*/ 523801 h 552695"/>
                <a:gd name="connsiteX79" fmla="*/ 204433 w 672826"/>
                <a:gd name="connsiteY79" fmla="*/ 536104 h 552695"/>
                <a:gd name="connsiteX80" fmla="*/ 230902 w 672826"/>
                <a:gd name="connsiteY80" fmla="*/ 521564 h 552695"/>
                <a:gd name="connsiteX81" fmla="*/ 230902 w 672826"/>
                <a:gd name="connsiteY81" fmla="*/ 505345 h 552695"/>
                <a:gd name="connsiteX82" fmla="*/ 205552 w 672826"/>
                <a:gd name="connsiteY82" fmla="*/ 509632 h 552695"/>
                <a:gd name="connsiteX83" fmla="*/ 188960 w 672826"/>
                <a:gd name="connsiteY83" fmla="*/ 523801 h 552695"/>
                <a:gd name="connsiteX84" fmla="*/ 318519 w 672826"/>
                <a:gd name="connsiteY84" fmla="*/ 455011 h 552695"/>
                <a:gd name="connsiteX85" fmla="*/ 339210 w 672826"/>
                <a:gd name="connsiteY85" fmla="*/ 455011 h 552695"/>
                <a:gd name="connsiteX86" fmla="*/ 366799 w 672826"/>
                <a:gd name="connsiteY86" fmla="*/ 528088 h 552695"/>
                <a:gd name="connsiteX87" fmla="*/ 394204 w 672826"/>
                <a:gd name="connsiteY87" fmla="*/ 455011 h 552695"/>
                <a:gd name="connsiteX88" fmla="*/ 415087 w 672826"/>
                <a:gd name="connsiteY88" fmla="*/ 455011 h 552695"/>
                <a:gd name="connsiteX89" fmla="*/ 379474 w 672826"/>
                <a:gd name="connsiteY89" fmla="*/ 548968 h 552695"/>
                <a:gd name="connsiteX90" fmla="*/ 353940 w 672826"/>
                <a:gd name="connsiteY90" fmla="*/ 548968 h 552695"/>
                <a:gd name="connsiteX91" fmla="*/ 318519 w 672826"/>
                <a:gd name="connsiteY91" fmla="*/ 455011 h 552695"/>
                <a:gd name="connsiteX92" fmla="*/ 443068 w 672826"/>
                <a:gd name="connsiteY92" fmla="*/ 434132 h 552695"/>
                <a:gd name="connsiteX93" fmla="*/ 430017 w 672826"/>
                <a:gd name="connsiteY93" fmla="*/ 421082 h 552695"/>
                <a:gd name="connsiteX94" fmla="*/ 443068 w 672826"/>
                <a:gd name="connsiteY94" fmla="*/ 408032 h 552695"/>
                <a:gd name="connsiteX95" fmla="*/ 456119 w 672826"/>
                <a:gd name="connsiteY95" fmla="*/ 421082 h 552695"/>
                <a:gd name="connsiteX96" fmla="*/ 443068 w 672826"/>
                <a:gd name="connsiteY96" fmla="*/ 434132 h 552695"/>
                <a:gd name="connsiteX97" fmla="*/ 433374 w 672826"/>
                <a:gd name="connsiteY97" fmla="*/ 548968 h 552695"/>
                <a:gd name="connsiteX98" fmla="*/ 433374 w 672826"/>
                <a:gd name="connsiteY98" fmla="*/ 455011 h 552695"/>
                <a:gd name="connsiteX99" fmla="*/ 452579 w 672826"/>
                <a:gd name="connsiteY99" fmla="*/ 455011 h 552695"/>
                <a:gd name="connsiteX100" fmla="*/ 452579 w 672826"/>
                <a:gd name="connsiteY100" fmla="*/ 548968 h 552695"/>
                <a:gd name="connsiteX101" fmla="*/ 433374 w 672826"/>
                <a:gd name="connsiteY101" fmla="*/ 548968 h 552695"/>
                <a:gd name="connsiteX102" fmla="*/ 484918 w 672826"/>
                <a:gd name="connsiteY102" fmla="*/ 548968 h 552695"/>
                <a:gd name="connsiteX103" fmla="*/ 484918 w 672826"/>
                <a:gd name="connsiteY103" fmla="*/ 409151 h 552695"/>
                <a:gd name="connsiteX104" fmla="*/ 504115 w 672826"/>
                <a:gd name="connsiteY104" fmla="*/ 409151 h 552695"/>
                <a:gd name="connsiteX105" fmla="*/ 504115 w 672826"/>
                <a:gd name="connsiteY105" fmla="*/ 548968 h 552695"/>
                <a:gd name="connsiteX106" fmla="*/ 484918 w 672826"/>
                <a:gd name="connsiteY106" fmla="*/ 548968 h 552695"/>
                <a:gd name="connsiteX107" fmla="*/ 536463 w 672826"/>
                <a:gd name="connsiteY107" fmla="*/ 548968 h 552695"/>
                <a:gd name="connsiteX108" fmla="*/ 536463 w 672826"/>
                <a:gd name="connsiteY108" fmla="*/ 409151 h 552695"/>
                <a:gd name="connsiteX109" fmla="*/ 555660 w 672826"/>
                <a:gd name="connsiteY109" fmla="*/ 409151 h 552695"/>
                <a:gd name="connsiteX110" fmla="*/ 555660 w 672826"/>
                <a:gd name="connsiteY110" fmla="*/ 548968 h 552695"/>
                <a:gd name="connsiteX111" fmla="*/ 536463 w 672826"/>
                <a:gd name="connsiteY111" fmla="*/ 548968 h 552695"/>
                <a:gd name="connsiteX112" fmla="*/ 672827 w 672826"/>
                <a:gd name="connsiteY112" fmla="*/ 533681 h 552695"/>
                <a:gd name="connsiteX113" fmla="*/ 632187 w 672826"/>
                <a:gd name="connsiteY113" fmla="*/ 552696 h 552695"/>
                <a:gd name="connsiteX114" fmla="*/ 580543 w 672826"/>
                <a:gd name="connsiteY114" fmla="*/ 501989 h 552695"/>
                <a:gd name="connsiteX115" fmla="*/ 628271 w 672826"/>
                <a:gd name="connsiteY115" fmla="*/ 451282 h 552695"/>
                <a:gd name="connsiteX116" fmla="*/ 670965 w 672826"/>
                <a:gd name="connsiteY116" fmla="*/ 492855 h 552695"/>
                <a:gd name="connsiteX117" fmla="*/ 669654 w 672826"/>
                <a:gd name="connsiteY117" fmla="*/ 504226 h 552695"/>
                <a:gd name="connsiteX118" fmla="*/ 600307 w 672826"/>
                <a:gd name="connsiteY118" fmla="*/ 504226 h 552695"/>
                <a:gd name="connsiteX119" fmla="*/ 632187 w 672826"/>
                <a:gd name="connsiteY119" fmla="*/ 535359 h 552695"/>
                <a:gd name="connsiteX120" fmla="*/ 658841 w 672826"/>
                <a:gd name="connsiteY120" fmla="*/ 522496 h 552695"/>
                <a:gd name="connsiteX121" fmla="*/ 672827 w 672826"/>
                <a:gd name="connsiteY121" fmla="*/ 533681 h 552695"/>
                <a:gd name="connsiteX122" fmla="*/ 627896 w 672826"/>
                <a:gd name="connsiteY122" fmla="*/ 467315 h 552695"/>
                <a:gd name="connsiteX123" fmla="*/ 601242 w 672826"/>
                <a:gd name="connsiteY123" fmla="*/ 489871 h 552695"/>
                <a:gd name="connsiteX124" fmla="*/ 651760 w 672826"/>
                <a:gd name="connsiteY124" fmla="*/ 489871 h 552695"/>
                <a:gd name="connsiteX125" fmla="*/ 627896 w 672826"/>
                <a:gd name="connsiteY125" fmla="*/ 467315 h 552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2826" h="552695">
                  <a:moveTo>
                    <a:pt x="4474" y="139817"/>
                  </a:moveTo>
                  <a:lnTo>
                    <a:pt x="4474" y="9321"/>
                  </a:lnTo>
                  <a:lnTo>
                    <a:pt x="44555" y="9321"/>
                  </a:lnTo>
                  <a:cubicBezTo>
                    <a:pt x="71959" y="9321"/>
                    <a:pt x="88737" y="23862"/>
                    <a:pt x="88737" y="46978"/>
                  </a:cubicBezTo>
                  <a:cubicBezTo>
                    <a:pt x="88737" y="70095"/>
                    <a:pt x="71959" y="84636"/>
                    <a:pt x="44555" y="84636"/>
                  </a:cubicBezTo>
                  <a:lnTo>
                    <a:pt x="25726" y="84636"/>
                  </a:lnTo>
                  <a:lnTo>
                    <a:pt x="25726" y="139817"/>
                  </a:lnTo>
                  <a:lnTo>
                    <a:pt x="4474" y="139817"/>
                  </a:lnTo>
                  <a:close/>
                  <a:moveTo>
                    <a:pt x="45488" y="27404"/>
                  </a:moveTo>
                  <a:lnTo>
                    <a:pt x="25726" y="27404"/>
                  </a:lnTo>
                  <a:lnTo>
                    <a:pt x="25726" y="66553"/>
                  </a:lnTo>
                  <a:lnTo>
                    <a:pt x="45488" y="66553"/>
                  </a:lnTo>
                  <a:cubicBezTo>
                    <a:pt x="58723" y="66553"/>
                    <a:pt x="66553" y="59096"/>
                    <a:pt x="66553" y="46606"/>
                  </a:cubicBezTo>
                  <a:cubicBezTo>
                    <a:pt x="66553" y="34861"/>
                    <a:pt x="58723" y="27404"/>
                    <a:pt x="45488" y="27404"/>
                  </a:cubicBezTo>
                  <a:close/>
                  <a:moveTo>
                    <a:pt x="110528" y="139817"/>
                  </a:moveTo>
                  <a:lnTo>
                    <a:pt x="110528" y="0"/>
                  </a:lnTo>
                  <a:lnTo>
                    <a:pt x="129730" y="0"/>
                  </a:lnTo>
                  <a:lnTo>
                    <a:pt x="129730" y="139817"/>
                  </a:lnTo>
                  <a:lnTo>
                    <a:pt x="110528" y="139817"/>
                  </a:lnTo>
                  <a:close/>
                  <a:moveTo>
                    <a:pt x="225825" y="99550"/>
                  </a:moveTo>
                  <a:lnTo>
                    <a:pt x="225825" y="45860"/>
                  </a:lnTo>
                  <a:lnTo>
                    <a:pt x="245214" y="45860"/>
                  </a:lnTo>
                  <a:lnTo>
                    <a:pt x="245214" y="98617"/>
                  </a:lnTo>
                  <a:cubicBezTo>
                    <a:pt x="245214" y="126768"/>
                    <a:pt x="228998" y="143545"/>
                    <a:pt x="202713" y="143545"/>
                  </a:cubicBezTo>
                  <a:cubicBezTo>
                    <a:pt x="176243" y="143545"/>
                    <a:pt x="160021" y="126768"/>
                    <a:pt x="160021" y="98617"/>
                  </a:cubicBezTo>
                  <a:lnTo>
                    <a:pt x="160021" y="45860"/>
                  </a:lnTo>
                  <a:lnTo>
                    <a:pt x="179408" y="45860"/>
                  </a:lnTo>
                  <a:lnTo>
                    <a:pt x="179408" y="99550"/>
                  </a:lnTo>
                  <a:cubicBezTo>
                    <a:pt x="179408" y="115768"/>
                    <a:pt x="187983" y="125462"/>
                    <a:pt x="202713" y="125462"/>
                  </a:cubicBezTo>
                  <a:cubicBezTo>
                    <a:pt x="217066" y="125462"/>
                    <a:pt x="225825" y="115768"/>
                    <a:pt x="225825" y="99550"/>
                  </a:cubicBezTo>
                  <a:close/>
                  <a:moveTo>
                    <a:pt x="265463" y="126580"/>
                  </a:moveTo>
                  <a:lnTo>
                    <a:pt x="278698" y="115022"/>
                  </a:lnTo>
                  <a:cubicBezTo>
                    <a:pt x="284852" y="122852"/>
                    <a:pt x="292308" y="127886"/>
                    <a:pt x="301627" y="127886"/>
                  </a:cubicBezTo>
                  <a:cubicBezTo>
                    <a:pt x="310762" y="127886"/>
                    <a:pt x="315797" y="122293"/>
                    <a:pt x="315797" y="115209"/>
                  </a:cubicBezTo>
                  <a:cubicBezTo>
                    <a:pt x="315797" y="96194"/>
                    <a:pt x="269747" y="103092"/>
                    <a:pt x="269747" y="69908"/>
                  </a:cubicBezTo>
                  <a:cubicBezTo>
                    <a:pt x="269747" y="54435"/>
                    <a:pt x="282798" y="42132"/>
                    <a:pt x="301627" y="42132"/>
                  </a:cubicBezTo>
                  <a:cubicBezTo>
                    <a:pt x="315421" y="42132"/>
                    <a:pt x="327545" y="48843"/>
                    <a:pt x="334250" y="57791"/>
                  </a:cubicBezTo>
                  <a:lnTo>
                    <a:pt x="321199" y="69163"/>
                  </a:lnTo>
                  <a:cubicBezTo>
                    <a:pt x="316173" y="62452"/>
                    <a:pt x="309643" y="57791"/>
                    <a:pt x="301819" y="57791"/>
                  </a:cubicBezTo>
                  <a:cubicBezTo>
                    <a:pt x="292868" y="57791"/>
                    <a:pt x="288392" y="63011"/>
                    <a:pt x="288392" y="69349"/>
                  </a:cubicBezTo>
                  <a:cubicBezTo>
                    <a:pt x="288392" y="88178"/>
                    <a:pt x="334442" y="81839"/>
                    <a:pt x="334442" y="114091"/>
                  </a:cubicBezTo>
                  <a:cubicBezTo>
                    <a:pt x="334250" y="132547"/>
                    <a:pt x="319337" y="143545"/>
                    <a:pt x="301819" y="143545"/>
                  </a:cubicBezTo>
                  <a:cubicBezTo>
                    <a:pt x="285971" y="143545"/>
                    <a:pt x="274222" y="137207"/>
                    <a:pt x="265463" y="126580"/>
                  </a:cubicBezTo>
                  <a:close/>
                  <a:moveTo>
                    <a:pt x="0" y="548968"/>
                  </a:moveTo>
                  <a:lnTo>
                    <a:pt x="0" y="455011"/>
                  </a:lnTo>
                  <a:lnTo>
                    <a:pt x="19202" y="455011"/>
                  </a:lnTo>
                  <a:lnTo>
                    <a:pt x="19202" y="463772"/>
                  </a:lnTo>
                  <a:cubicBezTo>
                    <a:pt x="25913" y="456502"/>
                    <a:pt x="34674" y="451282"/>
                    <a:pt x="47165" y="451282"/>
                  </a:cubicBezTo>
                  <a:cubicBezTo>
                    <a:pt x="60028" y="451282"/>
                    <a:pt x="70841" y="457062"/>
                    <a:pt x="76806" y="468246"/>
                  </a:cubicBezTo>
                  <a:cubicBezTo>
                    <a:pt x="84076" y="458925"/>
                    <a:pt x="93397" y="451282"/>
                    <a:pt x="109617" y="451282"/>
                  </a:cubicBezTo>
                  <a:cubicBezTo>
                    <a:pt x="129191" y="451282"/>
                    <a:pt x="144291" y="464704"/>
                    <a:pt x="144291" y="490618"/>
                  </a:cubicBezTo>
                  <a:lnTo>
                    <a:pt x="144291" y="548968"/>
                  </a:lnTo>
                  <a:lnTo>
                    <a:pt x="124903" y="548968"/>
                  </a:lnTo>
                  <a:lnTo>
                    <a:pt x="124903" y="491363"/>
                  </a:lnTo>
                  <a:cubicBezTo>
                    <a:pt x="124903" y="477567"/>
                    <a:pt x="117260" y="469365"/>
                    <a:pt x="105143" y="469365"/>
                  </a:cubicBezTo>
                  <a:cubicBezTo>
                    <a:pt x="93957" y="469365"/>
                    <a:pt x="86687" y="476449"/>
                    <a:pt x="81653" y="485397"/>
                  </a:cubicBezTo>
                  <a:cubicBezTo>
                    <a:pt x="81839" y="487076"/>
                    <a:pt x="81839" y="488753"/>
                    <a:pt x="81839" y="490618"/>
                  </a:cubicBezTo>
                  <a:lnTo>
                    <a:pt x="81839" y="548968"/>
                  </a:lnTo>
                  <a:lnTo>
                    <a:pt x="62451" y="548968"/>
                  </a:lnTo>
                  <a:lnTo>
                    <a:pt x="62451" y="491363"/>
                  </a:lnTo>
                  <a:cubicBezTo>
                    <a:pt x="62451" y="477567"/>
                    <a:pt x="54995" y="469365"/>
                    <a:pt x="42691" y="469365"/>
                  </a:cubicBezTo>
                  <a:cubicBezTo>
                    <a:pt x="30760" y="469365"/>
                    <a:pt x="23676" y="477567"/>
                    <a:pt x="19202" y="485584"/>
                  </a:cubicBezTo>
                  <a:lnTo>
                    <a:pt x="19202" y="548968"/>
                  </a:lnTo>
                  <a:lnTo>
                    <a:pt x="0" y="548968"/>
                  </a:lnTo>
                  <a:close/>
                  <a:moveTo>
                    <a:pt x="200884" y="551764"/>
                  </a:moveTo>
                  <a:cubicBezTo>
                    <a:pt x="182247" y="551764"/>
                    <a:pt x="169569" y="541138"/>
                    <a:pt x="169569" y="524546"/>
                  </a:cubicBezTo>
                  <a:cubicBezTo>
                    <a:pt x="169569" y="510378"/>
                    <a:pt x="180568" y="500125"/>
                    <a:pt x="200517" y="496769"/>
                  </a:cubicBezTo>
                  <a:lnTo>
                    <a:pt x="230902" y="491736"/>
                  </a:lnTo>
                  <a:lnTo>
                    <a:pt x="230902" y="486889"/>
                  </a:lnTo>
                  <a:cubicBezTo>
                    <a:pt x="230902" y="475331"/>
                    <a:pt x="222327" y="468246"/>
                    <a:pt x="210211" y="468246"/>
                  </a:cubicBezTo>
                  <a:cubicBezTo>
                    <a:pt x="199957" y="468246"/>
                    <a:pt x="191941" y="472907"/>
                    <a:pt x="186530" y="480550"/>
                  </a:cubicBezTo>
                  <a:lnTo>
                    <a:pt x="172179" y="469551"/>
                  </a:lnTo>
                  <a:cubicBezTo>
                    <a:pt x="180568" y="458367"/>
                    <a:pt x="193987" y="451282"/>
                    <a:pt x="210770" y="451282"/>
                  </a:cubicBezTo>
                  <a:cubicBezTo>
                    <a:pt x="236121" y="451282"/>
                    <a:pt x="250107" y="466196"/>
                    <a:pt x="250107" y="486889"/>
                  </a:cubicBezTo>
                  <a:lnTo>
                    <a:pt x="250107" y="548968"/>
                  </a:lnTo>
                  <a:lnTo>
                    <a:pt x="230902" y="548968"/>
                  </a:lnTo>
                  <a:lnTo>
                    <a:pt x="230902" y="538341"/>
                  </a:lnTo>
                  <a:cubicBezTo>
                    <a:pt x="224189" y="546544"/>
                    <a:pt x="212449" y="551764"/>
                    <a:pt x="200884" y="551764"/>
                  </a:cubicBezTo>
                  <a:close/>
                  <a:moveTo>
                    <a:pt x="188960" y="523801"/>
                  </a:moveTo>
                  <a:cubicBezTo>
                    <a:pt x="188960" y="531071"/>
                    <a:pt x="194738" y="536104"/>
                    <a:pt x="204433" y="536104"/>
                  </a:cubicBezTo>
                  <a:cubicBezTo>
                    <a:pt x="216173" y="536104"/>
                    <a:pt x="225308" y="530512"/>
                    <a:pt x="230902" y="521564"/>
                  </a:cubicBezTo>
                  <a:lnTo>
                    <a:pt x="230902" y="505345"/>
                  </a:lnTo>
                  <a:lnTo>
                    <a:pt x="205552" y="509632"/>
                  </a:lnTo>
                  <a:cubicBezTo>
                    <a:pt x="193803" y="511683"/>
                    <a:pt x="188960" y="516717"/>
                    <a:pt x="188960" y="523801"/>
                  </a:cubicBezTo>
                  <a:close/>
                  <a:moveTo>
                    <a:pt x="318519" y="455011"/>
                  </a:moveTo>
                  <a:lnTo>
                    <a:pt x="339210" y="455011"/>
                  </a:lnTo>
                  <a:lnTo>
                    <a:pt x="366799" y="528088"/>
                  </a:lnTo>
                  <a:lnTo>
                    <a:pt x="394204" y="455011"/>
                  </a:lnTo>
                  <a:lnTo>
                    <a:pt x="415087" y="455011"/>
                  </a:lnTo>
                  <a:lnTo>
                    <a:pt x="379474" y="548968"/>
                  </a:lnTo>
                  <a:lnTo>
                    <a:pt x="353940" y="548968"/>
                  </a:lnTo>
                  <a:lnTo>
                    <a:pt x="318519" y="455011"/>
                  </a:lnTo>
                  <a:close/>
                  <a:moveTo>
                    <a:pt x="443068" y="434132"/>
                  </a:moveTo>
                  <a:cubicBezTo>
                    <a:pt x="435987" y="434132"/>
                    <a:pt x="430017" y="428165"/>
                    <a:pt x="430017" y="421082"/>
                  </a:cubicBezTo>
                  <a:cubicBezTo>
                    <a:pt x="430017" y="413998"/>
                    <a:pt x="435987" y="408032"/>
                    <a:pt x="443068" y="408032"/>
                  </a:cubicBezTo>
                  <a:cubicBezTo>
                    <a:pt x="450149" y="408032"/>
                    <a:pt x="456119" y="413998"/>
                    <a:pt x="456119" y="421082"/>
                  </a:cubicBezTo>
                  <a:cubicBezTo>
                    <a:pt x="456119" y="428165"/>
                    <a:pt x="450149" y="434132"/>
                    <a:pt x="443068" y="434132"/>
                  </a:cubicBezTo>
                  <a:close/>
                  <a:moveTo>
                    <a:pt x="433374" y="548968"/>
                  </a:moveTo>
                  <a:lnTo>
                    <a:pt x="433374" y="455011"/>
                  </a:lnTo>
                  <a:lnTo>
                    <a:pt x="452579" y="455011"/>
                  </a:lnTo>
                  <a:lnTo>
                    <a:pt x="452579" y="548968"/>
                  </a:lnTo>
                  <a:lnTo>
                    <a:pt x="433374" y="548968"/>
                  </a:lnTo>
                  <a:close/>
                  <a:moveTo>
                    <a:pt x="484918" y="548968"/>
                  </a:moveTo>
                  <a:lnTo>
                    <a:pt x="484918" y="409151"/>
                  </a:lnTo>
                  <a:lnTo>
                    <a:pt x="504115" y="409151"/>
                  </a:lnTo>
                  <a:lnTo>
                    <a:pt x="504115" y="548968"/>
                  </a:lnTo>
                  <a:lnTo>
                    <a:pt x="484918" y="548968"/>
                  </a:lnTo>
                  <a:close/>
                  <a:moveTo>
                    <a:pt x="536463" y="548968"/>
                  </a:moveTo>
                  <a:lnTo>
                    <a:pt x="536463" y="409151"/>
                  </a:lnTo>
                  <a:lnTo>
                    <a:pt x="555660" y="409151"/>
                  </a:lnTo>
                  <a:lnTo>
                    <a:pt x="555660" y="548968"/>
                  </a:lnTo>
                  <a:lnTo>
                    <a:pt x="536463" y="548968"/>
                  </a:lnTo>
                  <a:close/>
                  <a:moveTo>
                    <a:pt x="672827" y="533681"/>
                  </a:moveTo>
                  <a:cubicBezTo>
                    <a:pt x="664059" y="545426"/>
                    <a:pt x="649706" y="552696"/>
                    <a:pt x="632187" y="552696"/>
                  </a:cubicBezTo>
                  <a:cubicBezTo>
                    <a:pt x="599748" y="552696"/>
                    <a:pt x="580543" y="529394"/>
                    <a:pt x="580543" y="501989"/>
                  </a:cubicBezTo>
                  <a:cubicBezTo>
                    <a:pt x="580543" y="473839"/>
                    <a:pt x="598445" y="451282"/>
                    <a:pt x="628271" y="451282"/>
                  </a:cubicBezTo>
                  <a:cubicBezTo>
                    <a:pt x="654181" y="451282"/>
                    <a:pt x="670965" y="468992"/>
                    <a:pt x="670965" y="492855"/>
                  </a:cubicBezTo>
                  <a:cubicBezTo>
                    <a:pt x="670965" y="497142"/>
                    <a:pt x="670405" y="501430"/>
                    <a:pt x="669654" y="504226"/>
                  </a:cubicBezTo>
                  <a:lnTo>
                    <a:pt x="600307" y="504226"/>
                  </a:lnTo>
                  <a:cubicBezTo>
                    <a:pt x="601610" y="524733"/>
                    <a:pt x="614101" y="535359"/>
                    <a:pt x="632187" y="535359"/>
                  </a:cubicBezTo>
                  <a:cubicBezTo>
                    <a:pt x="643560" y="535359"/>
                    <a:pt x="653062" y="530325"/>
                    <a:pt x="658841" y="522496"/>
                  </a:cubicBezTo>
                  <a:lnTo>
                    <a:pt x="672827" y="533681"/>
                  </a:lnTo>
                  <a:close/>
                  <a:moveTo>
                    <a:pt x="627896" y="467315"/>
                  </a:moveTo>
                  <a:cubicBezTo>
                    <a:pt x="613918" y="467315"/>
                    <a:pt x="604223" y="475331"/>
                    <a:pt x="601242" y="489871"/>
                  </a:cubicBezTo>
                  <a:lnTo>
                    <a:pt x="651760" y="489871"/>
                  </a:lnTo>
                  <a:cubicBezTo>
                    <a:pt x="651384" y="478127"/>
                    <a:pt x="643001" y="467315"/>
                    <a:pt x="627896" y="467315"/>
                  </a:cubicBezTo>
                  <a:close/>
                </a:path>
              </a:pathLst>
            </a:custGeom>
            <a:solidFill>
              <a:srgbClr val="000091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B35EDD32-B973-E245-22C8-20F715ECA90A}"/>
                </a:ext>
              </a:extLst>
            </p:cNvPr>
            <p:cNvSpPr/>
            <p:nvPr/>
          </p:nvSpPr>
          <p:spPr>
            <a:xfrm>
              <a:off x="11305180" y="390105"/>
              <a:ext cx="671976" cy="153415"/>
            </a:xfrm>
            <a:custGeom>
              <a:avLst/>
              <a:gdLst>
                <a:gd name="connsiteX0" fmla="*/ 0 w 671976"/>
                <a:gd name="connsiteY0" fmla="*/ 49014 h 153415"/>
                <a:gd name="connsiteX1" fmla="*/ 18728 w 671976"/>
                <a:gd name="connsiteY1" fmla="*/ 49014 h 153415"/>
                <a:gd name="connsiteX2" fmla="*/ 18728 w 671976"/>
                <a:gd name="connsiteY2" fmla="*/ 39848 h 153415"/>
                <a:gd name="connsiteX3" fmla="*/ 60569 w 671976"/>
                <a:gd name="connsiteY3" fmla="*/ 0 h 153415"/>
                <a:gd name="connsiteX4" fmla="*/ 84877 w 671976"/>
                <a:gd name="connsiteY4" fmla="*/ 5380 h 153415"/>
                <a:gd name="connsiteX5" fmla="*/ 71528 w 671976"/>
                <a:gd name="connsiteY5" fmla="*/ 31879 h 153415"/>
                <a:gd name="connsiteX6" fmla="*/ 61167 w 671976"/>
                <a:gd name="connsiteY6" fmla="*/ 28292 h 153415"/>
                <a:gd name="connsiteX7" fmla="*/ 50607 w 671976"/>
                <a:gd name="connsiteY7" fmla="*/ 38852 h 153415"/>
                <a:gd name="connsiteX8" fmla="*/ 50607 w 671976"/>
                <a:gd name="connsiteY8" fmla="*/ 49014 h 153415"/>
                <a:gd name="connsiteX9" fmla="*/ 78103 w 671976"/>
                <a:gd name="connsiteY9" fmla="*/ 49014 h 153415"/>
                <a:gd name="connsiteX10" fmla="*/ 78103 w 671976"/>
                <a:gd name="connsiteY10" fmla="*/ 77305 h 153415"/>
                <a:gd name="connsiteX11" fmla="*/ 50607 w 671976"/>
                <a:gd name="connsiteY11" fmla="*/ 77305 h 153415"/>
                <a:gd name="connsiteX12" fmla="*/ 50607 w 671976"/>
                <a:gd name="connsiteY12" fmla="*/ 149431 h 153415"/>
                <a:gd name="connsiteX13" fmla="*/ 18728 w 671976"/>
                <a:gd name="connsiteY13" fmla="*/ 149431 h 153415"/>
                <a:gd name="connsiteX14" fmla="*/ 18728 w 671976"/>
                <a:gd name="connsiteY14" fmla="*/ 77305 h 153415"/>
                <a:gd name="connsiteX15" fmla="*/ 0 w 671976"/>
                <a:gd name="connsiteY15" fmla="*/ 77305 h 153415"/>
                <a:gd name="connsiteX16" fmla="*/ 0 w 671976"/>
                <a:gd name="connsiteY16" fmla="*/ 49014 h 153415"/>
                <a:gd name="connsiteX17" fmla="*/ 94212 w 671976"/>
                <a:gd name="connsiteY17" fmla="*/ 149431 h 153415"/>
                <a:gd name="connsiteX18" fmla="*/ 94212 w 671976"/>
                <a:gd name="connsiteY18" fmla="*/ 49014 h 153415"/>
                <a:gd name="connsiteX19" fmla="*/ 125892 w 671976"/>
                <a:gd name="connsiteY19" fmla="*/ 49014 h 153415"/>
                <a:gd name="connsiteX20" fmla="*/ 125892 w 671976"/>
                <a:gd name="connsiteY20" fmla="*/ 57183 h 153415"/>
                <a:gd name="connsiteX21" fmla="*/ 150199 w 671976"/>
                <a:gd name="connsiteY21" fmla="*/ 47021 h 153415"/>
                <a:gd name="connsiteX22" fmla="*/ 159364 w 671976"/>
                <a:gd name="connsiteY22" fmla="*/ 48416 h 153415"/>
                <a:gd name="connsiteX23" fmla="*/ 159364 w 671976"/>
                <a:gd name="connsiteY23" fmla="*/ 79697 h 153415"/>
                <a:gd name="connsiteX24" fmla="*/ 147012 w 671976"/>
                <a:gd name="connsiteY24" fmla="*/ 78301 h 153415"/>
                <a:gd name="connsiteX25" fmla="*/ 125892 w 671976"/>
                <a:gd name="connsiteY25" fmla="*/ 88463 h 153415"/>
                <a:gd name="connsiteX26" fmla="*/ 125892 w 671976"/>
                <a:gd name="connsiteY26" fmla="*/ 149431 h 153415"/>
                <a:gd name="connsiteX27" fmla="*/ 94212 w 671976"/>
                <a:gd name="connsiteY27" fmla="*/ 149431 h 153415"/>
                <a:gd name="connsiteX28" fmla="*/ 201286 w 671976"/>
                <a:gd name="connsiteY28" fmla="*/ 152420 h 153415"/>
                <a:gd name="connsiteX29" fmla="*/ 166816 w 671976"/>
                <a:gd name="connsiteY29" fmla="*/ 121139 h 153415"/>
                <a:gd name="connsiteX30" fmla="*/ 200485 w 671976"/>
                <a:gd name="connsiteY30" fmla="*/ 90456 h 153415"/>
                <a:gd name="connsiteX31" fmla="*/ 228783 w 671976"/>
                <a:gd name="connsiteY31" fmla="*/ 85674 h 153415"/>
                <a:gd name="connsiteX32" fmla="*/ 212642 w 671976"/>
                <a:gd name="connsiteY32" fmla="*/ 72324 h 153415"/>
                <a:gd name="connsiteX33" fmla="*/ 193513 w 671976"/>
                <a:gd name="connsiteY33" fmla="*/ 82885 h 153415"/>
                <a:gd name="connsiteX34" fmla="*/ 170402 w 671976"/>
                <a:gd name="connsiteY34" fmla="*/ 65351 h 153415"/>
                <a:gd name="connsiteX35" fmla="*/ 213636 w 671976"/>
                <a:gd name="connsiteY35" fmla="*/ 45028 h 153415"/>
                <a:gd name="connsiteX36" fmla="*/ 260263 w 671976"/>
                <a:gd name="connsiteY36" fmla="*/ 86072 h 153415"/>
                <a:gd name="connsiteX37" fmla="*/ 260263 w 671976"/>
                <a:gd name="connsiteY37" fmla="*/ 149431 h 153415"/>
                <a:gd name="connsiteX38" fmla="*/ 228783 w 671976"/>
                <a:gd name="connsiteY38" fmla="*/ 149431 h 153415"/>
                <a:gd name="connsiteX39" fmla="*/ 228783 w 671976"/>
                <a:gd name="connsiteY39" fmla="*/ 141860 h 153415"/>
                <a:gd name="connsiteX40" fmla="*/ 201286 w 671976"/>
                <a:gd name="connsiteY40" fmla="*/ 152420 h 153415"/>
                <a:gd name="connsiteX41" fmla="*/ 198097 w 671976"/>
                <a:gd name="connsiteY41" fmla="*/ 119545 h 153415"/>
                <a:gd name="connsiteX42" fmla="*/ 208259 w 671976"/>
                <a:gd name="connsiteY42" fmla="*/ 127913 h 153415"/>
                <a:gd name="connsiteX43" fmla="*/ 228783 w 671976"/>
                <a:gd name="connsiteY43" fmla="*/ 117154 h 153415"/>
                <a:gd name="connsiteX44" fmla="*/ 228783 w 671976"/>
                <a:gd name="connsiteY44" fmla="*/ 107192 h 153415"/>
                <a:gd name="connsiteX45" fmla="*/ 209052 w 671976"/>
                <a:gd name="connsiteY45" fmla="*/ 110579 h 153415"/>
                <a:gd name="connsiteX46" fmla="*/ 198097 w 671976"/>
                <a:gd name="connsiteY46" fmla="*/ 119545 h 153415"/>
                <a:gd name="connsiteX47" fmla="*/ 289362 w 671976"/>
                <a:gd name="connsiteY47" fmla="*/ 33074 h 153415"/>
                <a:gd name="connsiteX48" fmla="*/ 262066 w 671976"/>
                <a:gd name="connsiteY48" fmla="*/ 33074 h 153415"/>
                <a:gd name="connsiteX49" fmla="*/ 282390 w 671976"/>
                <a:gd name="connsiteY49" fmla="*/ 0 h 153415"/>
                <a:gd name="connsiteX50" fmla="*/ 321836 w 671976"/>
                <a:gd name="connsiteY50" fmla="*/ 0 h 153415"/>
                <a:gd name="connsiteX51" fmla="*/ 342160 w 671976"/>
                <a:gd name="connsiteY51" fmla="*/ 33074 h 153415"/>
                <a:gd name="connsiteX52" fmla="*/ 314863 w 671976"/>
                <a:gd name="connsiteY52" fmla="*/ 33074 h 153415"/>
                <a:gd name="connsiteX53" fmla="*/ 302113 w 671976"/>
                <a:gd name="connsiteY53" fmla="*/ 13747 h 153415"/>
                <a:gd name="connsiteX54" fmla="*/ 289362 w 671976"/>
                <a:gd name="connsiteY54" fmla="*/ 33074 h 153415"/>
                <a:gd name="connsiteX55" fmla="*/ 286173 w 671976"/>
                <a:gd name="connsiteY55" fmla="*/ 149431 h 153415"/>
                <a:gd name="connsiteX56" fmla="*/ 286173 w 671976"/>
                <a:gd name="connsiteY56" fmla="*/ 49014 h 153415"/>
                <a:gd name="connsiteX57" fmla="*/ 317853 w 671976"/>
                <a:gd name="connsiteY57" fmla="*/ 49014 h 153415"/>
                <a:gd name="connsiteX58" fmla="*/ 317853 w 671976"/>
                <a:gd name="connsiteY58" fmla="*/ 149431 h 153415"/>
                <a:gd name="connsiteX59" fmla="*/ 286173 w 671976"/>
                <a:gd name="connsiteY59" fmla="*/ 149431 h 153415"/>
                <a:gd name="connsiteX60" fmla="*/ 394706 w 671976"/>
                <a:gd name="connsiteY60" fmla="*/ 123729 h 153415"/>
                <a:gd name="connsiteX61" fmla="*/ 412642 w 671976"/>
                <a:gd name="connsiteY61" fmla="*/ 114564 h 153415"/>
                <a:gd name="connsiteX62" fmla="*/ 437350 w 671976"/>
                <a:gd name="connsiteY62" fmla="*/ 133292 h 153415"/>
                <a:gd name="connsiteX63" fmla="*/ 394506 w 671976"/>
                <a:gd name="connsiteY63" fmla="*/ 153416 h 153415"/>
                <a:gd name="connsiteX64" fmla="*/ 338719 w 671976"/>
                <a:gd name="connsiteY64" fmla="*/ 99222 h 153415"/>
                <a:gd name="connsiteX65" fmla="*/ 394506 w 671976"/>
                <a:gd name="connsiteY65" fmla="*/ 45028 h 153415"/>
                <a:gd name="connsiteX66" fmla="*/ 437350 w 671976"/>
                <a:gd name="connsiteY66" fmla="*/ 65152 h 153415"/>
                <a:gd name="connsiteX67" fmla="*/ 412642 w 671976"/>
                <a:gd name="connsiteY67" fmla="*/ 83881 h 153415"/>
                <a:gd name="connsiteX68" fmla="*/ 394113 w 671976"/>
                <a:gd name="connsiteY68" fmla="*/ 74715 h 153415"/>
                <a:gd name="connsiteX69" fmla="*/ 371593 w 671976"/>
                <a:gd name="connsiteY69" fmla="*/ 99222 h 153415"/>
                <a:gd name="connsiteX70" fmla="*/ 394706 w 671976"/>
                <a:gd name="connsiteY70" fmla="*/ 123729 h 153415"/>
                <a:gd name="connsiteX71" fmla="*/ 453816 w 671976"/>
                <a:gd name="connsiteY71" fmla="*/ 149431 h 153415"/>
                <a:gd name="connsiteX72" fmla="*/ 453816 w 671976"/>
                <a:gd name="connsiteY72" fmla="*/ 0 h 153415"/>
                <a:gd name="connsiteX73" fmla="*/ 485496 w 671976"/>
                <a:gd name="connsiteY73" fmla="*/ 0 h 153415"/>
                <a:gd name="connsiteX74" fmla="*/ 485496 w 671976"/>
                <a:gd name="connsiteY74" fmla="*/ 54592 h 153415"/>
                <a:gd name="connsiteX75" fmla="*/ 512191 w 671976"/>
                <a:gd name="connsiteY75" fmla="*/ 45028 h 153415"/>
                <a:gd name="connsiteX76" fmla="*/ 551044 w 671976"/>
                <a:gd name="connsiteY76" fmla="*/ 90456 h 153415"/>
                <a:gd name="connsiteX77" fmla="*/ 551044 w 671976"/>
                <a:gd name="connsiteY77" fmla="*/ 149431 h 153415"/>
                <a:gd name="connsiteX78" fmla="*/ 519163 w 671976"/>
                <a:gd name="connsiteY78" fmla="*/ 149431 h 153415"/>
                <a:gd name="connsiteX79" fmla="*/ 519163 w 671976"/>
                <a:gd name="connsiteY79" fmla="*/ 91850 h 153415"/>
                <a:gd name="connsiteX80" fmla="*/ 503624 w 671976"/>
                <a:gd name="connsiteY80" fmla="*/ 74715 h 153415"/>
                <a:gd name="connsiteX81" fmla="*/ 485496 w 671976"/>
                <a:gd name="connsiteY81" fmla="*/ 86869 h 153415"/>
                <a:gd name="connsiteX82" fmla="*/ 485496 w 671976"/>
                <a:gd name="connsiteY82" fmla="*/ 149431 h 153415"/>
                <a:gd name="connsiteX83" fmla="*/ 453816 w 671976"/>
                <a:gd name="connsiteY83" fmla="*/ 149431 h 153415"/>
                <a:gd name="connsiteX84" fmla="*/ 671977 w 671976"/>
                <a:gd name="connsiteY84" fmla="*/ 133292 h 153415"/>
                <a:gd name="connsiteX85" fmla="*/ 627346 w 671976"/>
                <a:gd name="connsiteY85" fmla="*/ 153416 h 153415"/>
                <a:gd name="connsiteX86" fmla="*/ 570958 w 671976"/>
                <a:gd name="connsiteY86" fmla="*/ 99222 h 153415"/>
                <a:gd name="connsiteX87" fmla="*/ 623163 w 671976"/>
                <a:gd name="connsiteY87" fmla="*/ 45028 h 153415"/>
                <a:gd name="connsiteX88" fmla="*/ 670382 w 671976"/>
                <a:gd name="connsiteY88" fmla="*/ 91252 h 153415"/>
                <a:gd name="connsiteX89" fmla="*/ 668386 w 671976"/>
                <a:gd name="connsiteY89" fmla="*/ 107989 h 153415"/>
                <a:gd name="connsiteX90" fmla="*/ 603432 w 671976"/>
                <a:gd name="connsiteY90" fmla="*/ 107989 h 153415"/>
                <a:gd name="connsiteX91" fmla="*/ 627146 w 671976"/>
                <a:gd name="connsiteY91" fmla="*/ 125123 h 153415"/>
                <a:gd name="connsiteX92" fmla="*/ 649657 w 671976"/>
                <a:gd name="connsiteY92" fmla="*/ 115560 h 153415"/>
                <a:gd name="connsiteX93" fmla="*/ 671977 w 671976"/>
                <a:gd name="connsiteY93" fmla="*/ 133292 h 153415"/>
                <a:gd name="connsiteX94" fmla="*/ 622361 w 671976"/>
                <a:gd name="connsiteY94" fmla="*/ 70532 h 153415"/>
                <a:gd name="connsiteX95" fmla="*/ 603632 w 671976"/>
                <a:gd name="connsiteY95" fmla="*/ 85674 h 153415"/>
                <a:gd name="connsiteX96" fmla="*/ 639696 w 671976"/>
                <a:gd name="connsiteY96" fmla="*/ 85674 h 153415"/>
                <a:gd name="connsiteX97" fmla="*/ 622361 w 671976"/>
                <a:gd name="connsiteY97" fmla="*/ 70532 h 153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671976" h="153415">
                  <a:moveTo>
                    <a:pt x="0" y="49014"/>
                  </a:moveTo>
                  <a:lnTo>
                    <a:pt x="18728" y="49014"/>
                  </a:lnTo>
                  <a:lnTo>
                    <a:pt x="18728" y="39848"/>
                  </a:lnTo>
                  <a:cubicBezTo>
                    <a:pt x="18728" y="18530"/>
                    <a:pt x="33074" y="0"/>
                    <a:pt x="60569" y="0"/>
                  </a:cubicBezTo>
                  <a:cubicBezTo>
                    <a:pt x="69734" y="0"/>
                    <a:pt x="77704" y="1992"/>
                    <a:pt x="84877" y="5380"/>
                  </a:cubicBezTo>
                  <a:lnTo>
                    <a:pt x="71528" y="31879"/>
                  </a:lnTo>
                  <a:cubicBezTo>
                    <a:pt x="69336" y="30085"/>
                    <a:pt x="65750" y="28292"/>
                    <a:pt x="61167" y="28292"/>
                  </a:cubicBezTo>
                  <a:cubicBezTo>
                    <a:pt x="54592" y="28292"/>
                    <a:pt x="50607" y="32675"/>
                    <a:pt x="50607" y="38852"/>
                  </a:cubicBezTo>
                  <a:lnTo>
                    <a:pt x="50607" y="49014"/>
                  </a:lnTo>
                  <a:lnTo>
                    <a:pt x="78103" y="49014"/>
                  </a:lnTo>
                  <a:lnTo>
                    <a:pt x="78103" y="77305"/>
                  </a:lnTo>
                  <a:lnTo>
                    <a:pt x="50607" y="77305"/>
                  </a:lnTo>
                  <a:lnTo>
                    <a:pt x="50607" y="149431"/>
                  </a:lnTo>
                  <a:lnTo>
                    <a:pt x="18728" y="149431"/>
                  </a:lnTo>
                  <a:lnTo>
                    <a:pt x="18728" y="77305"/>
                  </a:lnTo>
                  <a:lnTo>
                    <a:pt x="0" y="77305"/>
                  </a:lnTo>
                  <a:lnTo>
                    <a:pt x="0" y="49014"/>
                  </a:lnTo>
                  <a:close/>
                  <a:moveTo>
                    <a:pt x="94212" y="149431"/>
                  </a:moveTo>
                  <a:lnTo>
                    <a:pt x="94212" y="49014"/>
                  </a:lnTo>
                  <a:lnTo>
                    <a:pt x="125892" y="49014"/>
                  </a:lnTo>
                  <a:lnTo>
                    <a:pt x="125892" y="57183"/>
                  </a:lnTo>
                  <a:cubicBezTo>
                    <a:pt x="132069" y="51404"/>
                    <a:pt x="139839" y="47021"/>
                    <a:pt x="150199" y="47021"/>
                  </a:cubicBezTo>
                  <a:cubicBezTo>
                    <a:pt x="153786" y="47021"/>
                    <a:pt x="156974" y="47618"/>
                    <a:pt x="159364" y="48416"/>
                  </a:cubicBezTo>
                  <a:lnTo>
                    <a:pt x="159364" y="79697"/>
                  </a:lnTo>
                  <a:cubicBezTo>
                    <a:pt x="155978" y="78899"/>
                    <a:pt x="152192" y="78301"/>
                    <a:pt x="147012" y="78301"/>
                  </a:cubicBezTo>
                  <a:cubicBezTo>
                    <a:pt x="135456" y="78301"/>
                    <a:pt x="127885" y="85076"/>
                    <a:pt x="125892" y="88463"/>
                  </a:cubicBezTo>
                  <a:lnTo>
                    <a:pt x="125892" y="149431"/>
                  </a:lnTo>
                  <a:lnTo>
                    <a:pt x="94212" y="149431"/>
                  </a:lnTo>
                  <a:close/>
                  <a:moveTo>
                    <a:pt x="201286" y="152420"/>
                  </a:moveTo>
                  <a:cubicBezTo>
                    <a:pt x="180962" y="152420"/>
                    <a:pt x="166816" y="140664"/>
                    <a:pt x="166816" y="121139"/>
                  </a:cubicBezTo>
                  <a:cubicBezTo>
                    <a:pt x="166816" y="105797"/>
                    <a:pt x="178571" y="94042"/>
                    <a:pt x="200485" y="90456"/>
                  </a:cubicBezTo>
                  <a:lnTo>
                    <a:pt x="228783" y="85674"/>
                  </a:lnTo>
                  <a:cubicBezTo>
                    <a:pt x="228583" y="78103"/>
                    <a:pt x="222003" y="72324"/>
                    <a:pt x="212642" y="72324"/>
                  </a:cubicBezTo>
                  <a:cubicBezTo>
                    <a:pt x="204276" y="72324"/>
                    <a:pt x="198097" y="76309"/>
                    <a:pt x="193513" y="82885"/>
                  </a:cubicBezTo>
                  <a:lnTo>
                    <a:pt x="170402" y="65351"/>
                  </a:lnTo>
                  <a:cubicBezTo>
                    <a:pt x="179567" y="52600"/>
                    <a:pt x="194907" y="45028"/>
                    <a:pt x="213636" y="45028"/>
                  </a:cubicBezTo>
                  <a:cubicBezTo>
                    <a:pt x="245516" y="45028"/>
                    <a:pt x="260263" y="64156"/>
                    <a:pt x="260263" y="86072"/>
                  </a:cubicBezTo>
                  <a:lnTo>
                    <a:pt x="260263" y="149431"/>
                  </a:lnTo>
                  <a:lnTo>
                    <a:pt x="228783" y="149431"/>
                  </a:lnTo>
                  <a:lnTo>
                    <a:pt x="228783" y="141860"/>
                  </a:lnTo>
                  <a:cubicBezTo>
                    <a:pt x="223205" y="148037"/>
                    <a:pt x="211841" y="152420"/>
                    <a:pt x="201286" y="152420"/>
                  </a:cubicBezTo>
                  <a:close/>
                  <a:moveTo>
                    <a:pt x="198097" y="119545"/>
                  </a:moveTo>
                  <a:cubicBezTo>
                    <a:pt x="198097" y="124725"/>
                    <a:pt x="202080" y="127913"/>
                    <a:pt x="208259" y="127913"/>
                  </a:cubicBezTo>
                  <a:cubicBezTo>
                    <a:pt x="218421" y="127913"/>
                    <a:pt x="224792" y="123131"/>
                    <a:pt x="228783" y="117154"/>
                  </a:cubicBezTo>
                  <a:lnTo>
                    <a:pt x="228783" y="107192"/>
                  </a:lnTo>
                  <a:lnTo>
                    <a:pt x="209052" y="110579"/>
                  </a:lnTo>
                  <a:cubicBezTo>
                    <a:pt x="200886" y="111974"/>
                    <a:pt x="198097" y="114962"/>
                    <a:pt x="198097" y="119545"/>
                  </a:cubicBezTo>
                  <a:close/>
                  <a:moveTo>
                    <a:pt x="289362" y="33074"/>
                  </a:moveTo>
                  <a:lnTo>
                    <a:pt x="262066" y="33074"/>
                  </a:lnTo>
                  <a:lnTo>
                    <a:pt x="282390" y="0"/>
                  </a:lnTo>
                  <a:lnTo>
                    <a:pt x="321836" y="0"/>
                  </a:lnTo>
                  <a:lnTo>
                    <a:pt x="342160" y="33074"/>
                  </a:lnTo>
                  <a:lnTo>
                    <a:pt x="314863" y="33074"/>
                  </a:lnTo>
                  <a:lnTo>
                    <a:pt x="302113" y="13747"/>
                  </a:lnTo>
                  <a:lnTo>
                    <a:pt x="289362" y="33074"/>
                  </a:lnTo>
                  <a:close/>
                  <a:moveTo>
                    <a:pt x="286173" y="149431"/>
                  </a:moveTo>
                  <a:lnTo>
                    <a:pt x="286173" y="49014"/>
                  </a:lnTo>
                  <a:lnTo>
                    <a:pt x="317853" y="49014"/>
                  </a:lnTo>
                  <a:lnTo>
                    <a:pt x="317853" y="149431"/>
                  </a:lnTo>
                  <a:lnTo>
                    <a:pt x="286173" y="149431"/>
                  </a:lnTo>
                  <a:close/>
                  <a:moveTo>
                    <a:pt x="394706" y="123729"/>
                  </a:moveTo>
                  <a:cubicBezTo>
                    <a:pt x="402680" y="123729"/>
                    <a:pt x="409052" y="119744"/>
                    <a:pt x="412642" y="114564"/>
                  </a:cubicBezTo>
                  <a:lnTo>
                    <a:pt x="437350" y="133292"/>
                  </a:lnTo>
                  <a:cubicBezTo>
                    <a:pt x="427981" y="145645"/>
                    <a:pt x="413035" y="153416"/>
                    <a:pt x="394506" y="153416"/>
                  </a:cubicBezTo>
                  <a:cubicBezTo>
                    <a:pt x="359043" y="153416"/>
                    <a:pt x="338719" y="128511"/>
                    <a:pt x="338719" y="99222"/>
                  </a:cubicBezTo>
                  <a:cubicBezTo>
                    <a:pt x="338719" y="69934"/>
                    <a:pt x="359043" y="45028"/>
                    <a:pt x="394506" y="45028"/>
                  </a:cubicBezTo>
                  <a:cubicBezTo>
                    <a:pt x="413035" y="45028"/>
                    <a:pt x="427981" y="52799"/>
                    <a:pt x="437350" y="65152"/>
                  </a:cubicBezTo>
                  <a:lnTo>
                    <a:pt x="412642" y="83881"/>
                  </a:lnTo>
                  <a:cubicBezTo>
                    <a:pt x="409052" y="78701"/>
                    <a:pt x="402881" y="74715"/>
                    <a:pt x="394113" y="74715"/>
                  </a:cubicBezTo>
                  <a:cubicBezTo>
                    <a:pt x="381163" y="74715"/>
                    <a:pt x="371593" y="84478"/>
                    <a:pt x="371593" y="99222"/>
                  </a:cubicBezTo>
                  <a:cubicBezTo>
                    <a:pt x="371593" y="114166"/>
                    <a:pt x="381163" y="123729"/>
                    <a:pt x="394706" y="123729"/>
                  </a:cubicBezTo>
                  <a:close/>
                  <a:moveTo>
                    <a:pt x="453816" y="149431"/>
                  </a:moveTo>
                  <a:lnTo>
                    <a:pt x="453816" y="0"/>
                  </a:lnTo>
                  <a:lnTo>
                    <a:pt x="485496" y="0"/>
                  </a:lnTo>
                  <a:lnTo>
                    <a:pt x="485496" y="54592"/>
                  </a:lnTo>
                  <a:cubicBezTo>
                    <a:pt x="492067" y="49014"/>
                    <a:pt x="500434" y="45028"/>
                    <a:pt x="512191" y="45028"/>
                  </a:cubicBezTo>
                  <a:cubicBezTo>
                    <a:pt x="533509" y="45028"/>
                    <a:pt x="551044" y="59971"/>
                    <a:pt x="551044" y="90456"/>
                  </a:cubicBezTo>
                  <a:lnTo>
                    <a:pt x="551044" y="149431"/>
                  </a:lnTo>
                  <a:lnTo>
                    <a:pt x="519163" y="149431"/>
                  </a:lnTo>
                  <a:lnTo>
                    <a:pt x="519163" y="91850"/>
                  </a:lnTo>
                  <a:cubicBezTo>
                    <a:pt x="519163" y="81689"/>
                    <a:pt x="513786" y="74715"/>
                    <a:pt x="503624" y="74715"/>
                  </a:cubicBezTo>
                  <a:cubicBezTo>
                    <a:pt x="492468" y="74715"/>
                    <a:pt x="487483" y="83482"/>
                    <a:pt x="485496" y="86869"/>
                  </a:cubicBezTo>
                  <a:lnTo>
                    <a:pt x="485496" y="149431"/>
                  </a:lnTo>
                  <a:lnTo>
                    <a:pt x="453816" y="149431"/>
                  </a:lnTo>
                  <a:close/>
                  <a:moveTo>
                    <a:pt x="671977" y="133292"/>
                  </a:moveTo>
                  <a:cubicBezTo>
                    <a:pt x="662408" y="145845"/>
                    <a:pt x="646668" y="153416"/>
                    <a:pt x="627346" y="153416"/>
                  </a:cubicBezTo>
                  <a:cubicBezTo>
                    <a:pt x="590481" y="153416"/>
                    <a:pt x="570958" y="128511"/>
                    <a:pt x="570958" y="99222"/>
                  </a:cubicBezTo>
                  <a:cubicBezTo>
                    <a:pt x="570958" y="70133"/>
                    <a:pt x="589086" y="45028"/>
                    <a:pt x="623163" y="45028"/>
                  </a:cubicBezTo>
                  <a:cubicBezTo>
                    <a:pt x="651653" y="45028"/>
                    <a:pt x="670382" y="63956"/>
                    <a:pt x="670382" y="91252"/>
                  </a:cubicBezTo>
                  <a:cubicBezTo>
                    <a:pt x="670382" y="98027"/>
                    <a:pt x="669380" y="104403"/>
                    <a:pt x="668386" y="107989"/>
                  </a:cubicBezTo>
                  <a:lnTo>
                    <a:pt x="603432" y="107989"/>
                  </a:lnTo>
                  <a:cubicBezTo>
                    <a:pt x="606421" y="121537"/>
                    <a:pt x="615188" y="125123"/>
                    <a:pt x="627146" y="125123"/>
                  </a:cubicBezTo>
                  <a:cubicBezTo>
                    <a:pt x="636707" y="125123"/>
                    <a:pt x="645073" y="121338"/>
                    <a:pt x="649657" y="115560"/>
                  </a:cubicBezTo>
                  <a:lnTo>
                    <a:pt x="671977" y="133292"/>
                  </a:lnTo>
                  <a:close/>
                  <a:moveTo>
                    <a:pt x="622361" y="70532"/>
                  </a:moveTo>
                  <a:cubicBezTo>
                    <a:pt x="612199" y="70532"/>
                    <a:pt x="606028" y="75513"/>
                    <a:pt x="603632" y="85674"/>
                  </a:cubicBezTo>
                  <a:lnTo>
                    <a:pt x="639696" y="85674"/>
                  </a:lnTo>
                  <a:cubicBezTo>
                    <a:pt x="639295" y="78899"/>
                    <a:pt x="634118" y="70532"/>
                    <a:pt x="622361" y="70532"/>
                  </a:cubicBezTo>
                  <a:close/>
                </a:path>
              </a:pathLst>
            </a:custGeom>
            <a:solidFill>
              <a:srgbClr val="417DC4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647536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CEECE-80BD-24F5-29ED-51D02A8DC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3AA7DA23-AC46-53C2-5481-F11CF1FF75EA}"/>
              </a:ext>
            </a:extLst>
          </p:cNvPr>
          <p:cNvSpPr/>
          <p:nvPr/>
        </p:nvSpPr>
        <p:spPr>
          <a:xfrm>
            <a:off x="609600" y="220222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 err="1">
                <a:solidFill>
                  <a:srgbClr val="1A1A1A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Analyse</a:t>
            </a:r>
            <a:r>
              <a:rPr lang="en-US" sz="3733" b="1" dirty="0">
                <a:solidFill>
                  <a:srgbClr val="1A1A1A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3733" b="1" dirty="0" err="1">
                <a:solidFill>
                  <a:srgbClr val="1A1A1A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l’espace</a:t>
            </a:r>
            <a:r>
              <a:rPr lang="en-US" sz="3733" b="1" dirty="0">
                <a:solidFill>
                  <a:srgbClr val="1A1A1A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 à </a:t>
            </a:r>
            <a:r>
              <a:rPr lang="en-US" sz="3733" b="1" dirty="0" err="1">
                <a:solidFill>
                  <a:srgbClr val="1A1A1A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rafraîchir</a:t>
            </a:r>
            <a:endParaRPr lang="en-US" sz="3733" dirty="0"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02F78CA-65FF-9043-6070-1584BC6D4D54}"/>
              </a:ext>
            </a:extLst>
          </p:cNvPr>
          <p:cNvSpPr/>
          <p:nvPr/>
        </p:nvSpPr>
        <p:spPr>
          <a:xfrm>
            <a:off x="609600" y="3080044"/>
            <a:ext cx="731520" cy="4876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 sz="2400"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A3CAC41A-66B0-361D-B372-62D87EE7A9F8}"/>
              </a:ext>
            </a:extLst>
          </p:cNvPr>
          <p:cNvCxnSpPr>
            <a:cxnSpLocks/>
          </p:cNvCxnSpPr>
          <p:nvPr/>
        </p:nvCxnSpPr>
        <p:spPr>
          <a:xfrm>
            <a:off x="576263" y="6512991"/>
            <a:ext cx="1161573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3">
            <a:extLst>
              <a:ext uri="{FF2B5EF4-FFF2-40B4-BE49-F238E27FC236}">
                <a16:creationId xmlns:a16="http://schemas.microsoft.com/office/drawing/2014/main" id="{515558A7-65FA-3B23-4336-CA7CF66783E3}"/>
              </a:ext>
            </a:extLst>
          </p:cNvPr>
          <p:cNvSpPr/>
          <p:nvPr/>
        </p:nvSpPr>
        <p:spPr>
          <a:xfrm>
            <a:off x="576263" y="6598217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A0A0A0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Données issues de Plus fraîche ma ville (ADEME)</a:t>
            </a:r>
            <a:endParaRPr lang="en-US" sz="1000"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" name="Graphique 7">
            <a:extLst>
              <a:ext uri="{FF2B5EF4-FFF2-40B4-BE49-F238E27FC236}">
                <a16:creationId xmlns:a16="http://schemas.microsoft.com/office/drawing/2014/main" id="{C43F6DCE-5E5F-BC6D-277E-63EC768AA35B}"/>
              </a:ext>
            </a:extLst>
          </p:cNvPr>
          <p:cNvGrpSpPr/>
          <p:nvPr/>
        </p:nvGrpSpPr>
        <p:grpSpPr>
          <a:xfrm>
            <a:off x="10659199" y="183863"/>
            <a:ext cx="1333272" cy="561489"/>
            <a:chOff x="10659199" y="183863"/>
            <a:chExt cx="1333272" cy="561489"/>
          </a:xfrm>
        </p:grpSpPr>
        <p:sp>
          <p:nvSpPr>
            <p:cNvPr id="6" name="Forme libre : forme 5">
              <a:extLst>
                <a:ext uri="{FF2B5EF4-FFF2-40B4-BE49-F238E27FC236}">
                  <a16:creationId xmlns:a16="http://schemas.microsoft.com/office/drawing/2014/main" id="{FBE643FE-43BF-E7D9-DC0F-C8E7F8CF6C13}"/>
                </a:ext>
              </a:extLst>
            </p:cNvPr>
            <p:cNvSpPr/>
            <p:nvPr/>
          </p:nvSpPr>
          <p:spPr>
            <a:xfrm>
              <a:off x="10877319" y="183863"/>
              <a:ext cx="342519" cy="338206"/>
            </a:xfrm>
            <a:custGeom>
              <a:avLst/>
              <a:gdLst>
                <a:gd name="connsiteX0" fmla="*/ 287037 w 342519"/>
                <a:gd name="connsiteY0" fmla="*/ 228581 h 338206"/>
                <a:gd name="connsiteX1" fmla="*/ 287037 w 342519"/>
                <a:gd name="connsiteY1" fmla="*/ 228470 h 338206"/>
                <a:gd name="connsiteX2" fmla="*/ 166428 w 342519"/>
                <a:gd name="connsiteY2" fmla="*/ 228470 h 338206"/>
                <a:gd name="connsiteX3" fmla="*/ 110952 w 342519"/>
                <a:gd name="connsiteY3" fmla="*/ 173654 h 338206"/>
                <a:gd name="connsiteX4" fmla="*/ 110952 w 342519"/>
                <a:gd name="connsiteY4" fmla="*/ 54816 h 338206"/>
                <a:gd name="connsiteX5" fmla="*/ 55476 w 342519"/>
                <a:gd name="connsiteY5" fmla="*/ 0 h 338206"/>
                <a:gd name="connsiteX6" fmla="*/ 0 w 342519"/>
                <a:gd name="connsiteY6" fmla="*/ 54816 h 338206"/>
                <a:gd name="connsiteX7" fmla="*/ 109 w 342519"/>
                <a:gd name="connsiteY7" fmla="*/ 222447 h 338206"/>
                <a:gd name="connsiteX8" fmla="*/ 109 w 342519"/>
                <a:gd name="connsiteY8" fmla="*/ 251819 h 338206"/>
                <a:gd name="connsiteX9" fmla="*/ 87542 w 342519"/>
                <a:gd name="connsiteY9" fmla="*/ 338206 h 338206"/>
                <a:gd name="connsiteX10" fmla="*/ 287044 w 342519"/>
                <a:gd name="connsiteY10" fmla="*/ 338206 h 338206"/>
                <a:gd name="connsiteX11" fmla="*/ 342519 w 342519"/>
                <a:gd name="connsiteY11" fmla="*/ 283390 h 338206"/>
                <a:gd name="connsiteX12" fmla="*/ 287044 w 342519"/>
                <a:gd name="connsiteY12" fmla="*/ 228574 h 338206"/>
                <a:gd name="connsiteX13" fmla="*/ 287037 w 342519"/>
                <a:gd name="connsiteY13" fmla="*/ 228581 h 338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519" h="338206">
                  <a:moveTo>
                    <a:pt x="287037" y="228581"/>
                  </a:moveTo>
                  <a:lnTo>
                    <a:pt x="287037" y="228470"/>
                  </a:lnTo>
                  <a:lnTo>
                    <a:pt x="166428" y="228470"/>
                  </a:lnTo>
                  <a:cubicBezTo>
                    <a:pt x="135803" y="228470"/>
                    <a:pt x="110952" y="203912"/>
                    <a:pt x="110952" y="173654"/>
                  </a:cubicBezTo>
                  <a:lnTo>
                    <a:pt x="110952" y="54816"/>
                  </a:lnTo>
                  <a:cubicBezTo>
                    <a:pt x="110952" y="24558"/>
                    <a:pt x="86100" y="0"/>
                    <a:pt x="55476" y="0"/>
                  </a:cubicBezTo>
                  <a:cubicBezTo>
                    <a:pt x="24851" y="0"/>
                    <a:pt x="0" y="24558"/>
                    <a:pt x="0" y="54816"/>
                  </a:cubicBezTo>
                  <a:lnTo>
                    <a:pt x="109" y="222447"/>
                  </a:lnTo>
                  <a:lnTo>
                    <a:pt x="109" y="251819"/>
                  </a:lnTo>
                  <a:cubicBezTo>
                    <a:pt x="109" y="299512"/>
                    <a:pt x="39274" y="338206"/>
                    <a:pt x="87542" y="338206"/>
                  </a:cubicBezTo>
                  <a:lnTo>
                    <a:pt x="287044" y="338206"/>
                  </a:lnTo>
                  <a:cubicBezTo>
                    <a:pt x="317668" y="338206"/>
                    <a:pt x="342519" y="313648"/>
                    <a:pt x="342519" y="283390"/>
                  </a:cubicBezTo>
                  <a:cubicBezTo>
                    <a:pt x="342519" y="253132"/>
                    <a:pt x="317668" y="228574"/>
                    <a:pt x="287044" y="228574"/>
                  </a:cubicBezTo>
                  <a:lnTo>
                    <a:pt x="287037" y="228581"/>
                  </a:lnTo>
                  <a:close/>
                </a:path>
              </a:pathLst>
            </a:custGeom>
            <a:solidFill>
              <a:srgbClr val="417DC4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4C035087-EBAC-FB7B-4DE1-50885F7CAF6F}"/>
                </a:ext>
              </a:extLst>
            </p:cNvPr>
            <p:cNvSpPr/>
            <p:nvPr/>
          </p:nvSpPr>
          <p:spPr>
            <a:xfrm>
              <a:off x="10892183" y="523615"/>
              <a:ext cx="108630" cy="221737"/>
            </a:xfrm>
            <a:custGeom>
              <a:avLst/>
              <a:gdLst>
                <a:gd name="connsiteX0" fmla="*/ 81928 w 108630"/>
                <a:gd name="connsiteY0" fmla="*/ 21632 h 221737"/>
                <a:gd name="connsiteX1" fmla="*/ 0 w 108630"/>
                <a:gd name="connsiteY1" fmla="*/ 0 h 221737"/>
                <a:gd name="connsiteX2" fmla="*/ 0 w 108630"/>
                <a:gd name="connsiteY2" fmla="*/ 167424 h 221737"/>
                <a:gd name="connsiteX3" fmla="*/ 54315 w 108630"/>
                <a:gd name="connsiteY3" fmla="*/ 221738 h 221737"/>
                <a:gd name="connsiteX4" fmla="*/ 108630 w 108630"/>
                <a:gd name="connsiteY4" fmla="*/ 167424 h 221737"/>
                <a:gd name="connsiteX5" fmla="*/ 108630 w 108630"/>
                <a:gd name="connsiteY5" fmla="*/ 21626 h 221737"/>
                <a:gd name="connsiteX6" fmla="*/ 81928 w 108630"/>
                <a:gd name="connsiteY6" fmla="*/ 21626 h 221737"/>
                <a:gd name="connsiteX7" fmla="*/ 81928 w 108630"/>
                <a:gd name="connsiteY7" fmla="*/ 21632 h 221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8630" h="221737">
                  <a:moveTo>
                    <a:pt x="81928" y="21632"/>
                  </a:moveTo>
                  <a:cubicBezTo>
                    <a:pt x="45763" y="21632"/>
                    <a:pt x="18939" y="14362"/>
                    <a:pt x="0" y="0"/>
                  </a:cubicBezTo>
                  <a:lnTo>
                    <a:pt x="0" y="167424"/>
                  </a:lnTo>
                  <a:cubicBezTo>
                    <a:pt x="0" y="197419"/>
                    <a:pt x="24320" y="221738"/>
                    <a:pt x="54315" y="221738"/>
                  </a:cubicBezTo>
                  <a:cubicBezTo>
                    <a:pt x="84311" y="221738"/>
                    <a:pt x="108630" y="197419"/>
                    <a:pt x="108630" y="167424"/>
                  </a:cubicBezTo>
                  <a:lnTo>
                    <a:pt x="108630" y="21626"/>
                  </a:lnTo>
                  <a:lnTo>
                    <a:pt x="81928" y="21626"/>
                  </a:lnTo>
                  <a:lnTo>
                    <a:pt x="81928" y="21632"/>
                  </a:lnTo>
                  <a:close/>
                </a:path>
              </a:pathLst>
            </a:custGeom>
            <a:solidFill>
              <a:srgbClr val="FCC63A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ED10D7D8-7E5A-EC0D-0A0D-FFED05660E9F}"/>
                </a:ext>
              </a:extLst>
            </p:cNvPr>
            <p:cNvSpPr/>
            <p:nvPr/>
          </p:nvSpPr>
          <p:spPr>
            <a:xfrm>
              <a:off x="10659199" y="406603"/>
              <a:ext cx="223576" cy="108630"/>
            </a:xfrm>
            <a:custGeom>
              <a:avLst/>
              <a:gdLst>
                <a:gd name="connsiteX0" fmla="*/ 195824 w 223576"/>
                <a:gd name="connsiteY0" fmla="*/ 18120 h 108630"/>
                <a:gd name="connsiteX1" fmla="*/ 195824 w 223576"/>
                <a:gd name="connsiteY1" fmla="*/ 0 h 108630"/>
                <a:gd name="connsiteX2" fmla="*/ 54315 w 223576"/>
                <a:gd name="connsiteY2" fmla="*/ 0 h 108630"/>
                <a:gd name="connsiteX3" fmla="*/ 0 w 223576"/>
                <a:gd name="connsiteY3" fmla="*/ 54315 h 108630"/>
                <a:gd name="connsiteX4" fmla="*/ 54315 w 223576"/>
                <a:gd name="connsiteY4" fmla="*/ 108630 h 108630"/>
                <a:gd name="connsiteX5" fmla="*/ 223577 w 223576"/>
                <a:gd name="connsiteY5" fmla="*/ 108630 h 108630"/>
                <a:gd name="connsiteX6" fmla="*/ 195824 w 223576"/>
                <a:gd name="connsiteY6" fmla="*/ 18120 h 108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3576" h="108630">
                  <a:moveTo>
                    <a:pt x="195824" y="18120"/>
                  </a:moveTo>
                  <a:lnTo>
                    <a:pt x="195824" y="0"/>
                  </a:lnTo>
                  <a:lnTo>
                    <a:pt x="54315" y="0"/>
                  </a:lnTo>
                  <a:cubicBezTo>
                    <a:pt x="24320" y="0"/>
                    <a:pt x="0" y="24319"/>
                    <a:pt x="0" y="54315"/>
                  </a:cubicBezTo>
                  <a:cubicBezTo>
                    <a:pt x="0" y="84310"/>
                    <a:pt x="24320" y="108630"/>
                    <a:pt x="54315" y="108630"/>
                  </a:cubicBezTo>
                  <a:lnTo>
                    <a:pt x="223577" y="108630"/>
                  </a:lnTo>
                  <a:cubicBezTo>
                    <a:pt x="204248" y="88440"/>
                    <a:pt x="195824" y="58170"/>
                    <a:pt x="195824" y="18120"/>
                  </a:cubicBezTo>
                  <a:close/>
                </a:path>
              </a:pathLst>
            </a:custGeom>
            <a:solidFill>
              <a:srgbClr val="F25255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D1EF2DCC-D171-5005-E233-B62FBBDAB095}"/>
                </a:ext>
              </a:extLst>
            </p:cNvPr>
            <p:cNvSpPr/>
            <p:nvPr/>
          </p:nvSpPr>
          <p:spPr>
            <a:xfrm>
              <a:off x="11319644" y="190969"/>
              <a:ext cx="672826" cy="552695"/>
            </a:xfrm>
            <a:custGeom>
              <a:avLst/>
              <a:gdLst>
                <a:gd name="connsiteX0" fmla="*/ 4474 w 672826"/>
                <a:gd name="connsiteY0" fmla="*/ 139817 h 552695"/>
                <a:gd name="connsiteX1" fmla="*/ 4474 w 672826"/>
                <a:gd name="connsiteY1" fmla="*/ 9321 h 552695"/>
                <a:gd name="connsiteX2" fmla="*/ 44555 w 672826"/>
                <a:gd name="connsiteY2" fmla="*/ 9321 h 552695"/>
                <a:gd name="connsiteX3" fmla="*/ 88737 w 672826"/>
                <a:gd name="connsiteY3" fmla="*/ 46978 h 552695"/>
                <a:gd name="connsiteX4" fmla="*/ 44555 w 672826"/>
                <a:gd name="connsiteY4" fmla="*/ 84636 h 552695"/>
                <a:gd name="connsiteX5" fmla="*/ 25726 w 672826"/>
                <a:gd name="connsiteY5" fmla="*/ 84636 h 552695"/>
                <a:gd name="connsiteX6" fmla="*/ 25726 w 672826"/>
                <a:gd name="connsiteY6" fmla="*/ 139817 h 552695"/>
                <a:gd name="connsiteX7" fmla="*/ 4474 w 672826"/>
                <a:gd name="connsiteY7" fmla="*/ 139817 h 552695"/>
                <a:gd name="connsiteX8" fmla="*/ 45488 w 672826"/>
                <a:gd name="connsiteY8" fmla="*/ 27404 h 552695"/>
                <a:gd name="connsiteX9" fmla="*/ 25726 w 672826"/>
                <a:gd name="connsiteY9" fmla="*/ 27404 h 552695"/>
                <a:gd name="connsiteX10" fmla="*/ 25726 w 672826"/>
                <a:gd name="connsiteY10" fmla="*/ 66553 h 552695"/>
                <a:gd name="connsiteX11" fmla="*/ 45488 w 672826"/>
                <a:gd name="connsiteY11" fmla="*/ 66553 h 552695"/>
                <a:gd name="connsiteX12" fmla="*/ 66553 w 672826"/>
                <a:gd name="connsiteY12" fmla="*/ 46606 h 552695"/>
                <a:gd name="connsiteX13" fmla="*/ 45488 w 672826"/>
                <a:gd name="connsiteY13" fmla="*/ 27404 h 552695"/>
                <a:gd name="connsiteX14" fmla="*/ 110528 w 672826"/>
                <a:gd name="connsiteY14" fmla="*/ 139817 h 552695"/>
                <a:gd name="connsiteX15" fmla="*/ 110528 w 672826"/>
                <a:gd name="connsiteY15" fmla="*/ 0 h 552695"/>
                <a:gd name="connsiteX16" fmla="*/ 129730 w 672826"/>
                <a:gd name="connsiteY16" fmla="*/ 0 h 552695"/>
                <a:gd name="connsiteX17" fmla="*/ 129730 w 672826"/>
                <a:gd name="connsiteY17" fmla="*/ 139817 h 552695"/>
                <a:gd name="connsiteX18" fmla="*/ 110528 w 672826"/>
                <a:gd name="connsiteY18" fmla="*/ 139817 h 552695"/>
                <a:gd name="connsiteX19" fmla="*/ 225825 w 672826"/>
                <a:gd name="connsiteY19" fmla="*/ 99550 h 552695"/>
                <a:gd name="connsiteX20" fmla="*/ 225825 w 672826"/>
                <a:gd name="connsiteY20" fmla="*/ 45860 h 552695"/>
                <a:gd name="connsiteX21" fmla="*/ 245214 w 672826"/>
                <a:gd name="connsiteY21" fmla="*/ 45860 h 552695"/>
                <a:gd name="connsiteX22" fmla="*/ 245214 w 672826"/>
                <a:gd name="connsiteY22" fmla="*/ 98617 h 552695"/>
                <a:gd name="connsiteX23" fmla="*/ 202713 w 672826"/>
                <a:gd name="connsiteY23" fmla="*/ 143545 h 552695"/>
                <a:gd name="connsiteX24" fmla="*/ 160021 w 672826"/>
                <a:gd name="connsiteY24" fmla="*/ 98617 h 552695"/>
                <a:gd name="connsiteX25" fmla="*/ 160021 w 672826"/>
                <a:gd name="connsiteY25" fmla="*/ 45860 h 552695"/>
                <a:gd name="connsiteX26" fmla="*/ 179408 w 672826"/>
                <a:gd name="connsiteY26" fmla="*/ 45860 h 552695"/>
                <a:gd name="connsiteX27" fmla="*/ 179408 w 672826"/>
                <a:gd name="connsiteY27" fmla="*/ 99550 h 552695"/>
                <a:gd name="connsiteX28" fmla="*/ 202713 w 672826"/>
                <a:gd name="connsiteY28" fmla="*/ 125462 h 552695"/>
                <a:gd name="connsiteX29" fmla="*/ 225825 w 672826"/>
                <a:gd name="connsiteY29" fmla="*/ 99550 h 552695"/>
                <a:gd name="connsiteX30" fmla="*/ 265463 w 672826"/>
                <a:gd name="connsiteY30" fmla="*/ 126580 h 552695"/>
                <a:gd name="connsiteX31" fmla="*/ 278698 w 672826"/>
                <a:gd name="connsiteY31" fmla="*/ 115022 h 552695"/>
                <a:gd name="connsiteX32" fmla="*/ 301627 w 672826"/>
                <a:gd name="connsiteY32" fmla="*/ 127886 h 552695"/>
                <a:gd name="connsiteX33" fmla="*/ 315797 w 672826"/>
                <a:gd name="connsiteY33" fmla="*/ 115209 h 552695"/>
                <a:gd name="connsiteX34" fmla="*/ 269747 w 672826"/>
                <a:gd name="connsiteY34" fmla="*/ 69908 h 552695"/>
                <a:gd name="connsiteX35" fmla="*/ 301627 w 672826"/>
                <a:gd name="connsiteY35" fmla="*/ 42132 h 552695"/>
                <a:gd name="connsiteX36" fmla="*/ 334250 w 672826"/>
                <a:gd name="connsiteY36" fmla="*/ 57791 h 552695"/>
                <a:gd name="connsiteX37" fmla="*/ 321199 w 672826"/>
                <a:gd name="connsiteY37" fmla="*/ 69163 h 552695"/>
                <a:gd name="connsiteX38" fmla="*/ 301819 w 672826"/>
                <a:gd name="connsiteY38" fmla="*/ 57791 h 552695"/>
                <a:gd name="connsiteX39" fmla="*/ 288392 w 672826"/>
                <a:gd name="connsiteY39" fmla="*/ 69349 h 552695"/>
                <a:gd name="connsiteX40" fmla="*/ 334442 w 672826"/>
                <a:gd name="connsiteY40" fmla="*/ 114091 h 552695"/>
                <a:gd name="connsiteX41" fmla="*/ 301819 w 672826"/>
                <a:gd name="connsiteY41" fmla="*/ 143545 h 552695"/>
                <a:gd name="connsiteX42" fmla="*/ 265463 w 672826"/>
                <a:gd name="connsiteY42" fmla="*/ 126580 h 552695"/>
                <a:gd name="connsiteX43" fmla="*/ 0 w 672826"/>
                <a:gd name="connsiteY43" fmla="*/ 548968 h 552695"/>
                <a:gd name="connsiteX44" fmla="*/ 0 w 672826"/>
                <a:gd name="connsiteY44" fmla="*/ 455011 h 552695"/>
                <a:gd name="connsiteX45" fmla="*/ 19202 w 672826"/>
                <a:gd name="connsiteY45" fmla="*/ 455011 h 552695"/>
                <a:gd name="connsiteX46" fmla="*/ 19202 w 672826"/>
                <a:gd name="connsiteY46" fmla="*/ 463772 h 552695"/>
                <a:gd name="connsiteX47" fmla="*/ 47165 w 672826"/>
                <a:gd name="connsiteY47" fmla="*/ 451282 h 552695"/>
                <a:gd name="connsiteX48" fmla="*/ 76806 w 672826"/>
                <a:gd name="connsiteY48" fmla="*/ 468246 h 552695"/>
                <a:gd name="connsiteX49" fmla="*/ 109617 w 672826"/>
                <a:gd name="connsiteY49" fmla="*/ 451282 h 552695"/>
                <a:gd name="connsiteX50" fmla="*/ 144291 w 672826"/>
                <a:gd name="connsiteY50" fmla="*/ 490618 h 552695"/>
                <a:gd name="connsiteX51" fmla="*/ 144291 w 672826"/>
                <a:gd name="connsiteY51" fmla="*/ 548968 h 552695"/>
                <a:gd name="connsiteX52" fmla="*/ 124903 w 672826"/>
                <a:gd name="connsiteY52" fmla="*/ 548968 h 552695"/>
                <a:gd name="connsiteX53" fmla="*/ 124903 w 672826"/>
                <a:gd name="connsiteY53" fmla="*/ 491363 h 552695"/>
                <a:gd name="connsiteX54" fmla="*/ 105143 w 672826"/>
                <a:gd name="connsiteY54" fmla="*/ 469365 h 552695"/>
                <a:gd name="connsiteX55" fmla="*/ 81653 w 672826"/>
                <a:gd name="connsiteY55" fmla="*/ 485397 h 552695"/>
                <a:gd name="connsiteX56" fmla="*/ 81839 w 672826"/>
                <a:gd name="connsiteY56" fmla="*/ 490618 h 552695"/>
                <a:gd name="connsiteX57" fmla="*/ 81839 w 672826"/>
                <a:gd name="connsiteY57" fmla="*/ 548968 h 552695"/>
                <a:gd name="connsiteX58" fmla="*/ 62451 w 672826"/>
                <a:gd name="connsiteY58" fmla="*/ 548968 h 552695"/>
                <a:gd name="connsiteX59" fmla="*/ 62451 w 672826"/>
                <a:gd name="connsiteY59" fmla="*/ 491363 h 552695"/>
                <a:gd name="connsiteX60" fmla="*/ 42691 w 672826"/>
                <a:gd name="connsiteY60" fmla="*/ 469365 h 552695"/>
                <a:gd name="connsiteX61" fmla="*/ 19202 w 672826"/>
                <a:gd name="connsiteY61" fmla="*/ 485584 h 552695"/>
                <a:gd name="connsiteX62" fmla="*/ 19202 w 672826"/>
                <a:gd name="connsiteY62" fmla="*/ 548968 h 552695"/>
                <a:gd name="connsiteX63" fmla="*/ 0 w 672826"/>
                <a:gd name="connsiteY63" fmla="*/ 548968 h 552695"/>
                <a:gd name="connsiteX64" fmla="*/ 200884 w 672826"/>
                <a:gd name="connsiteY64" fmla="*/ 551764 h 552695"/>
                <a:gd name="connsiteX65" fmla="*/ 169569 w 672826"/>
                <a:gd name="connsiteY65" fmla="*/ 524546 h 552695"/>
                <a:gd name="connsiteX66" fmla="*/ 200517 w 672826"/>
                <a:gd name="connsiteY66" fmla="*/ 496769 h 552695"/>
                <a:gd name="connsiteX67" fmla="*/ 230902 w 672826"/>
                <a:gd name="connsiteY67" fmla="*/ 491736 h 552695"/>
                <a:gd name="connsiteX68" fmla="*/ 230902 w 672826"/>
                <a:gd name="connsiteY68" fmla="*/ 486889 h 552695"/>
                <a:gd name="connsiteX69" fmla="*/ 210211 w 672826"/>
                <a:gd name="connsiteY69" fmla="*/ 468246 h 552695"/>
                <a:gd name="connsiteX70" fmla="*/ 186530 w 672826"/>
                <a:gd name="connsiteY70" fmla="*/ 480550 h 552695"/>
                <a:gd name="connsiteX71" fmla="*/ 172179 w 672826"/>
                <a:gd name="connsiteY71" fmla="*/ 469551 h 552695"/>
                <a:gd name="connsiteX72" fmla="*/ 210770 w 672826"/>
                <a:gd name="connsiteY72" fmla="*/ 451282 h 552695"/>
                <a:gd name="connsiteX73" fmla="*/ 250107 w 672826"/>
                <a:gd name="connsiteY73" fmla="*/ 486889 h 552695"/>
                <a:gd name="connsiteX74" fmla="*/ 250107 w 672826"/>
                <a:gd name="connsiteY74" fmla="*/ 548968 h 552695"/>
                <a:gd name="connsiteX75" fmla="*/ 230902 w 672826"/>
                <a:gd name="connsiteY75" fmla="*/ 548968 h 552695"/>
                <a:gd name="connsiteX76" fmla="*/ 230902 w 672826"/>
                <a:gd name="connsiteY76" fmla="*/ 538341 h 552695"/>
                <a:gd name="connsiteX77" fmla="*/ 200884 w 672826"/>
                <a:gd name="connsiteY77" fmla="*/ 551764 h 552695"/>
                <a:gd name="connsiteX78" fmla="*/ 188960 w 672826"/>
                <a:gd name="connsiteY78" fmla="*/ 523801 h 552695"/>
                <a:gd name="connsiteX79" fmla="*/ 204433 w 672826"/>
                <a:gd name="connsiteY79" fmla="*/ 536104 h 552695"/>
                <a:gd name="connsiteX80" fmla="*/ 230902 w 672826"/>
                <a:gd name="connsiteY80" fmla="*/ 521564 h 552695"/>
                <a:gd name="connsiteX81" fmla="*/ 230902 w 672826"/>
                <a:gd name="connsiteY81" fmla="*/ 505345 h 552695"/>
                <a:gd name="connsiteX82" fmla="*/ 205552 w 672826"/>
                <a:gd name="connsiteY82" fmla="*/ 509632 h 552695"/>
                <a:gd name="connsiteX83" fmla="*/ 188960 w 672826"/>
                <a:gd name="connsiteY83" fmla="*/ 523801 h 552695"/>
                <a:gd name="connsiteX84" fmla="*/ 318519 w 672826"/>
                <a:gd name="connsiteY84" fmla="*/ 455011 h 552695"/>
                <a:gd name="connsiteX85" fmla="*/ 339210 w 672826"/>
                <a:gd name="connsiteY85" fmla="*/ 455011 h 552695"/>
                <a:gd name="connsiteX86" fmla="*/ 366799 w 672826"/>
                <a:gd name="connsiteY86" fmla="*/ 528088 h 552695"/>
                <a:gd name="connsiteX87" fmla="*/ 394204 w 672826"/>
                <a:gd name="connsiteY87" fmla="*/ 455011 h 552695"/>
                <a:gd name="connsiteX88" fmla="*/ 415087 w 672826"/>
                <a:gd name="connsiteY88" fmla="*/ 455011 h 552695"/>
                <a:gd name="connsiteX89" fmla="*/ 379474 w 672826"/>
                <a:gd name="connsiteY89" fmla="*/ 548968 h 552695"/>
                <a:gd name="connsiteX90" fmla="*/ 353940 w 672826"/>
                <a:gd name="connsiteY90" fmla="*/ 548968 h 552695"/>
                <a:gd name="connsiteX91" fmla="*/ 318519 w 672826"/>
                <a:gd name="connsiteY91" fmla="*/ 455011 h 552695"/>
                <a:gd name="connsiteX92" fmla="*/ 443068 w 672826"/>
                <a:gd name="connsiteY92" fmla="*/ 434132 h 552695"/>
                <a:gd name="connsiteX93" fmla="*/ 430017 w 672826"/>
                <a:gd name="connsiteY93" fmla="*/ 421082 h 552695"/>
                <a:gd name="connsiteX94" fmla="*/ 443068 w 672826"/>
                <a:gd name="connsiteY94" fmla="*/ 408032 h 552695"/>
                <a:gd name="connsiteX95" fmla="*/ 456119 w 672826"/>
                <a:gd name="connsiteY95" fmla="*/ 421082 h 552695"/>
                <a:gd name="connsiteX96" fmla="*/ 443068 w 672826"/>
                <a:gd name="connsiteY96" fmla="*/ 434132 h 552695"/>
                <a:gd name="connsiteX97" fmla="*/ 433374 w 672826"/>
                <a:gd name="connsiteY97" fmla="*/ 548968 h 552695"/>
                <a:gd name="connsiteX98" fmla="*/ 433374 w 672826"/>
                <a:gd name="connsiteY98" fmla="*/ 455011 h 552695"/>
                <a:gd name="connsiteX99" fmla="*/ 452579 w 672826"/>
                <a:gd name="connsiteY99" fmla="*/ 455011 h 552695"/>
                <a:gd name="connsiteX100" fmla="*/ 452579 w 672826"/>
                <a:gd name="connsiteY100" fmla="*/ 548968 h 552695"/>
                <a:gd name="connsiteX101" fmla="*/ 433374 w 672826"/>
                <a:gd name="connsiteY101" fmla="*/ 548968 h 552695"/>
                <a:gd name="connsiteX102" fmla="*/ 484918 w 672826"/>
                <a:gd name="connsiteY102" fmla="*/ 548968 h 552695"/>
                <a:gd name="connsiteX103" fmla="*/ 484918 w 672826"/>
                <a:gd name="connsiteY103" fmla="*/ 409151 h 552695"/>
                <a:gd name="connsiteX104" fmla="*/ 504115 w 672826"/>
                <a:gd name="connsiteY104" fmla="*/ 409151 h 552695"/>
                <a:gd name="connsiteX105" fmla="*/ 504115 w 672826"/>
                <a:gd name="connsiteY105" fmla="*/ 548968 h 552695"/>
                <a:gd name="connsiteX106" fmla="*/ 484918 w 672826"/>
                <a:gd name="connsiteY106" fmla="*/ 548968 h 552695"/>
                <a:gd name="connsiteX107" fmla="*/ 536463 w 672826"/>
                <a:gd name="connsiteY107" fmla="*/ 548968 h 552695"/>
                <a:gd name="connsiteX108" fmla="*/ 536463 w 672826"/>
                <a:gd name="connsiteY108" fmla="*/ 409151 h 552695"/>
                <a:gd name="connsiteX109" fmla="*/ 555660 w 672826"/>
                <a:gd name="connsiteY109" fmla="*/ 409151 h 552695"/>
                <a:gd name="connsiteX110" fmla="*/ 555660 w 672826"/>
                <a:gd name="connsiteY110" fmla="*/ 548968 h 552695"/>
                <a:gd name="connsiteX111" fmla="*/ 536463 w 672826"/>
                <a:gd name="connsiteY111" fmla="*/ 548968 h 552695"/>
                <a:gd name="connsiteX112" fmla="*/ 672827 w 672826"/>
                <a:gd name="connsiteY112" fmla="*/ 533681 h 552695"/>
                <a:gd name="connsiteX113" fmla="*/ 632187 w 672826"/>
                <a:gd name="connsiteY113" fmla="*/ 552696 h 552695"/>
                <a:gd name="connsiteX114" fmla="*/ 580543 w 672826"/>
                <a:gd name="connsiteY114" fmla="*/ 501989 h 552695"/>
                <a:gd name="connsiteX115" fmla="*/ 628271 w 672826"/>
                <a:gd name="connsiteY115" fmla="*/ 451282 h 552695"/>
                <a:gd name="connsiteX116" fmla="*/ 670965 w 672826"/>
                <a:gd name="connsiteY116" fmla="*/ 492855 h 552695"/>
                <a:gd name="connsiteX117" fmla="*/ 669654 w 672826"/>
                <a:gd name="connsiteY117" fmla="*/ 504226 h 552695"/>
                <a:gd name="connsiteX118" fmla="*/ 600307 w 672826"/>
                <a:gd name="connsiteY118" fmla="*/ 504226 h 552695"/>
                <a:gd name="connsiteX119" fmla="*/ 632187 w 672826"/>
                <a:gd name="connsiteY119" fmla="*/ 535359 h 552695"/>
                <a:gd name="connsiteX120" fmla="*/ 658841 w 672826"/>
                <a:gd name="connsiteY120" fmla="*/ 522496 h 552695"/>
                <a:gd name="connsiteX121" fmla="*/ 672827 w 672826"/>
                <a:gd name="connsiteY121" fmla="*/ 533681 h 552695"/>
                <a:gd name="connsiteX122" fmla="*/ 627896 w 672826"/>
                <a:gd name="connsiteY122" fmla="*/ 467315 h 552695"/>
                <a:gd name="connsiteX123" fmla="*/ 601242 w 672826"/>
                <a:gd name="connsiteY123" fmla="*/ 489871 h 552695"/>
                <a:gd name="connsiteX124" fmla="*/ 651760 w 672826"/>
                <a:gd name="connsiteY124" fmla="*/ 489871 h 552695"/>
                <a:gd name="connsiteX125" fmla="*/ 627896 w 672826"/>
                <a:gd name="connsiteY125" fmla="*/ 467315 h 552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2826" h="552695">
                  <a:moveTo>
                    <a:pt x="4474" y="139817"/>
                  </a:moveTo>
                  <a:lnTo>
                    <a:pt x="4474" y="9321"/>
                  </a:lnTo>
                  <a:lnTo>
                    <a:pt x="44555" y="9321"/>
                  </a:lnTo>
                  <a:cubicBezTo>
                    <a:pt x="71959" y="9321"/>
                    <a:pt x="88737" y="23862"/>
                    <a:pt x="88737" y="46978"/>
                  </a:cubicBezTo>
                  <a:cubicBezTo>
                    <a:pt x="88737" y="70095"/>
                    <a:pt x="71959" y="84636"/>
                    <a:pt x="44555" y="84636"/>
                  </a:cubicBezTo>
                  <a:lnTo>
                    <a:pt x="25726" y="84636"/>
                  </a:lnTo>
                  <a:lnTo>
                    <a:pt x="25726" y="139817"/>
                  </a:lnTo>
                  <a:lnTo>
                    <a:pt x="4474" y="139817"/>
                  </a:lnTo>
                  <a:close/>
                  <a:moveTo>
                    <a:pt x="45488" y="27404"/>
                  </a:moveTo>
                  <a:lnTo>
                    <a:pt x="25726" y="27404"/>
                  </a:lnTo>
                  <a:lnTo>
                    <a:pt x="25726" y="66553"/>
                  </a:lnTo>
                  <a:lnTo>
                    <a:pt x="45488" y="66553"/>
                  </a:lnTo>
                  <a:cubicBezTo>
                    <a:pt x="58723" y="66553"/>
                    <a:pt x="66553" y="59096"/>
                    <a:pt x="66553" y="46606"/>
                  </a:cubicBezTo>
                  <a:cubicBezTo>
                    <a:pt x="66553" y="34861"/>
                    <a:pt x="58723" y="27404"/>
                    <a:pt x="45488" y="27404"/>
                  </a:cubicBezTo>
                  <a:close/>
                  <a:moveTo>
                    <a:pt x="110528" y="139817"/>
                  </a:moveTo>
                  <a:lnTo>
                    <a:pt x="110528" y="0"/>
                  </a:lnTo>
                  <a:lnTo>
                    <a:pt x="129730" y="0"/>
                  </a:lnTo>
                  <a:lnTo>
                    <a:pt x="129730" y="139817"/>
                  </a:lnTo>
                  <a:lnTo>
                    <a:pt x="110528" y="139817"/>
                  </a:lnTo>
                  <a:close/>
                  <a:moveTo>
                    <a:pt x="225825" y="99550"/>
                  </a:moveTo>
                  <a:lnTo>
                    <a:pt x="225825" y="45860"/>
                  </a:lnTo>
                  <a:lnTo>
                    <a:pt x="245214" y="45860"/>
                  </a:lnTo>
                  <a:lnTo>
                    <a:pt x="245214" y="98617"/>
                  </a:lnTo>
                  <a:cubicBezTo>
                    <a:pt x="245214" y="126768"/>
                    <a:pt x="228998" y="143545"/>
                    <a:pt x="202713" y="143545"/>
                  </a:cubicBezTo>
                  <a:cubicBezTo>
                    <a:pt x="176243" y="143545"/>
                    <a:pt x="160021" y="126768"/>
                    <a:pt x="160021" y="98617"/>
                  </a:cubicBezTo>
                  <a:lnTo>
                    <a:pt x="160021" y="45860"/>
                  </a:lnTo>
                  <a:lnTo>
                    <a:pt x="179408" y="45860"/>
                  </a:lnTo>
                  <a:lnTo>
                    <a:pt x="179408" y="99550"/>
                  </a:lnTo>
                  <a:cubicBezTo>
                    <a:pt x="179408" y="115768"/>
                    <a:pt x="187983" y="125462"/>
                    <a:pt x="202713" y="125462"/>
                  </a:cubicBezTo>
                  <a:cubicBezTo>
                    <a:pt x="217066" y="125462"/>
                    <a:pt x="225825" y="115768"/>
                    <a:pt x="225825" y="99550"/>
                  </a:cubicBezTo>
                  <a:close/>
                  <a:moveTo>
                    <a:pt x="265463" y="126580"/>
                  </a:moveTo>
                  <a:lnTo>
                    <a:pt x="278698" y="115022"/>
                  </a:lnTo>
                  <a:cubicBezTo>
                    <a:pt x="284852" y="122852"/>
                    <a:pt x="292308" y="127886"/>
                    <a:pt x="301627" y="127886"/>
                  </a:cubicBezTo>
                  <a:cubicBezTo>
                    <a:pt x="310762" y="127886"/>
                    <a:pt x="315797" y="122293"/>
                    <a:pt x="315797" y="115209"/>
                  </a:cubicBezTo>
                  <a:cubicBezTo>
                    <a:pt x="315797" y="96194"/>
                    <a:pt x="269747" y="103092"/>
                    <a:pt x="269747" y="69908"/>
                  </a:cubicBezTo>
                  <a:cubicBezTo>
                    <a:pt x="269747" y="54435"/>
                    <a:pt x="282798" y="42132"/>
                    <a:pt x="301627" y="42132"/>
                  </a:cubicBezTo>
                  <a:cubicBezTo>
                    <a:pt x="315421" y="42132"/>
                    <a:pt x="327545" y="48843"/>
                    <a:pt x="334250" y="57791"/>
                  </a:cubicBezTo>
                  <a:lnTo>
                    <a:pt x="321199" y="69163"/>
                  </a:lnTo>
                  <a:cubicBezTo>
                    <a:pt x="316173" y="62452"/>
                    <a:pt x="309643" y="57791"/>
                    <a:pt x="301819" y="57791"/>
                  </a:cubicBezTo>
                  <a:cubicBezTo>
                    <a:pt x="292868" y="57791"/>
                    <a:pt x="288392" y="63011"/>
                    <a:pt x="288392" y="69349"/>
                  </a:cubicBezTo>
                  <a:cubicBezTo>
                    <a:pt x="288392" y="88178"/>
                    <a:pt x="334442" y="81839"/>
                    <a:pt x="334442" y="114091"/>
                  </a:cubicBezTo>
                  <a:cubicBezTo>
                    <a:pt x="334250" y="132547"/>
                    <a:pt x="319337" y="143545"/>
                    <a:pt x="301819" y="143545"/>
                  </a:cubicBezTo>
                  <a:cubicBezTo>
                    <a:pt x="285971" y="143545"/>
                    <a:pt x="274222" y="137207"/>
                    <a:pt x="265463" y="126580"/>
                  </a:cubicBezTo>
                  <a:close/>
                  <a:moveTo>
                    <a:pt x="0" y="548968"/>
                  </a:moveTo>
                  <a:lnTo>
                    <a:pt x="0" y="455011"/>
                  </a:lnTo>
                  <a:lnTo>
                    <a:pt x="19202" y="455011"/>
                  </a:lnTo>
                  <a:lnTo>
                    <a:pt x="19202" y="463772"/>
                  </a:lnTo>
                  <a:cubicBezTo>
                    <a:pt x="25913" y="456502"/>
                    <a:pt x="34674" y="451282"/>
                    <a:pt x="47165" y="451282"/>
                  </a:cubicBezTo>
                  <a:cubicBezTo>
                    <a:pt x="60028" y="451282"/>
                    <a:pt x="70841" y="457062"/>
                    <a:pt x="76806" y="468246"/>
                  </a:cubicBezTo>
                  <a:cubicBezTo>
                    <a:pt x="84076" y="458925"/>
                    <a:pt x="93397" y="451282"/>
                    <a:pt x="109617" y="451282"/>
                  </a:cubicBezTo>
                  <a:cubicBezTo>
                    <a:pt x="129191" y="451282"/>
                    <a:pt x="144291" y="464704"/>
                    <a:pt x="144291" y="490618"/>
                  </a:cubicBezTo>
                  <a:lnTo>
                    <a:pt x="144291" y="548968"/>
                  </a:lnTo>
                  <a:lnTo>
                    <a:pt x="124903" y="548968"/>
                  </a:lnTo>
                  <a:lnTo>
                    <a:pt x="124903" y="491363"/>
                  </a:lnTo>
                  <a:cubicBezTo>
                    <a:pt x="124903" y="477567"/>
                    <a:pt x="117260" y="469365"/>
                    <a:pt x="105143" y="469365"/>
                  </a:cubicBezTo>
                  <a:cubicBezTo>
                    <a:pt x="93957" y="469365"/>
                    <a:pt x="86687" y="476449"/>
                    <a:pt x="81653" y="485397"/>
                  </a:cubicBezTo>
                  <a:cubicBezTo>
                    <a:pt x="81839" y="487076"/>
                    <a:pt x="81839" y="488753"/>
                    <a:pt x="81839" y="490618"/>
                  </a:cubicBezTo>
                  <a:lnTo>
                    <a:pt x="81839" y="548968"/>
                  </a:lnTo>
                  <a:lnTo>
                    <a:pt x="62451" y="548968"/>
                  </a:lnTo>
                  <a:lnTo>
                    <a:pt x="62451" y="491363"/>
                  </a:lnTo>
                  <a:cubicBezTo>
                    <a:pt x="62451" y="477567"/>
                    <a:pt x="54995" y="469365"/>
                    <a:pt x="42691" y="469365"/>
                  </a:cubicBezTo>
                  <a:cubicBezTo>
                    <a:pt x="30760" y="469365"/>
                    <a:pt x="23676" y="477567"/>
                    <a:pt x="19202" y="485584"/>
                  </a:cubicBezTo>
                  <a:lnTo>
                    <a:pt x="19202" y="548968"/>
                  </a:lnTo>
                  <a:lnTo>
                    <a:pt x="0" y="548968"/>
                  </a:lnTo>
                  <a:close/>
                  <a:moveTo>
                    <a:pt x="200884" y="551764"/>
                  </a:moveTo>
                  <a:cubicBezTo>
                    <a:pt x="182247" y="551764"/>
                    <a:pt x="169569" y="541138"/>
                    <a:pt x="169569" y="524546"/>
                  </a:cubicBezTo>
                  <a:cubicBezTo>
                    <a:pt x="169569" y="510378"/>
                    <a:pt x="180568" y="500125"/>
                    <a:pt x="200517" y="496769"/>
                  </a:cubicBezTo>
                  <a:lnTo>
                    <a:pt x="230902" y="491736"/>
                  </a:lnTo>
                  <a:lnTo>
                    <a:pt x="230902" y="486889"/>
                  </a:lnTo>
                  <a:cubicBezTo>
                    <a:pt x="230902" y="475331"/>
                    <a:pt x="222327" y="468246"/>
                    <a:pt x="210211" y="468246"/>
                  </a:cubicBezTo>
                  <a:cubicBezTo>
                    <a:pt x="199957" y="468246"/>
                    <a:pt x="191941" y="472907"/>
                    <a:pt x="186530" y="480550"/>
                  </a:cubicBezTo>
                  <a:lnTo>
                    <a:pt x="172179" y="469551"/>
                  </a:lnTo>
                  <a:cubicBezTo>
                    <a:pt x="180568" y="458367"/>
                    <a:pt x="193987" y="451282"/>
                    <a:pt x="210770" y="451282"/>
                  </a:cubicBezTo>
                  <a:cubicBezTo>
                    <a:pt x="236121" y="451282"/>
                    <a:pt x="250107" y="466196"/>
                    <a:pt x="250107" y="486889"/>
                  </a:cubicBezTo>
                  <a:lnTo>
                    <a:pt x="250107" y="548968"/>
                  </a:lnTo>
                  <a:lnTo>
                    <a:pt x="230902" y="548968"/>
                  </a:lnTo>
                  <a:lnTo>
                    <a:pt x="230902" y="538341"/>
                  </a:lnTo>
                  <a:cubicBezTo>
                    <a:pt x="224189" y="546544"/>
                    <a:pt x="212449" y="551764"/>
                    <a:pt x="200884" y="551764"/>
                  </a:cubicBezTo>
                  <a:close/>
                  <a:moveTo>
                    <a:pt x="188960" y="523801"/>
                  </a:moveTo>
                  <a:cubicBezTo>
                    <a:pt x="188960" y="531071"/>
                    <a:pt x="194738" y="536104"/>
                    <a:pt x="204433" y="536104"/>
                  </a:cubicBezTo>
                  <a:cubicBezTo>
                    <a:pt x="216173" y="536104"/>
                    <a:pt x="225308" y="530512"/>
                    <a:pt x="230902" y="521564"/>
                  </a:cubicBezTo>
                  <a:lnTo>
                    <a:pt x="230902" y="505345"/>
                  </a:lnTo>
                  <a:lnTo>
                    <a:pt x="205552" y="509632"/>
                  </a:lnTo>
                  <a:cubicBezTo>
                    <a:pt x="193803" y="511683"/>
                    <a:pt x="188960" y="516717"/>
                    <a:pt x="188960" y="523801"/>
                  </a:cubicBezTo>
                  <a:close/>
                  <a:moveTo>
                    <a:pt x="318519" y="455011"/>
                  </a:moveTo>
                  <a:lnTo>
                    <a:pt x="339210" y="455011"/>
                  </a:lnTo>
                  <a:lnTo>
                    <a:pt x="366799" y="528088"/>
                  </a:lnTo>
                  <a:lnTo>
                    <a:pt x="394204" y="455011"/>
                  </a:lnTo>
                  <a:lnTo>
                    <a:pt x="415087" y="455011"/>
                  </a:lnTo>
                  <a:lnTo>
                    <a:pt x="379474" y="548968"/>
                  </a:lnTo>
                  <a:lnTo>
                    <a:pt x="353940" y="548968"/>
                  </a:lnTo>
                  <a:lnTo>
                    <a:pt x="318519" y="455011"/>
                  </a:lnTo>
                  <a:close/>
                  <a:moveTo>
                    <a:pt x="443068" y="434132"/>
                  </a:moveTo>
                  <a:cubicBezTo>
                    <a:pt x="435987" y="434132"/>
                    <a:pt x="430017" y="428165"/>
                    <a:pt x="430017" y="421082"/>
                  </a:cubicBezTo>
                  <a:cubicBezTo>
                    <a:pt x="430017" y="413998"/>
                    <a:pt x="435987" y="408032"/>
                    <a:pt x="443068" y="408032"/>
                  </a:cubicBezTo>
                  <a:cubicBezTo>
                    <a:pt x="450149" y="408032"/>
                    <a:pt x="456119" y="413998"/>
                    <a:pt x="456119" y="421082"/>
                  </a:cubicBezTo>
                  <a:cubicBezTo>
                    <a:pt x="456119" y="428165"/>
                    <a:pt x="450149" y="434132"/>
                    <a:pt x="443068" y="434132"/>
                  </a:cubicBezTo>
                  <a:close/>
                  <a:moveTo>
                    <a:pt x="433374" y="548968"/>
                  </a:moveTo>
                  <a:lnTo>
                    <a:pt x="433374" y="455011"/>
                  </a:lnTo>
                  <a:lnTo>
                    <a:pt x="452579" y="455011"/>
                  </a:lnTo>
                  <a:lnTo>
                    <a:pt x="452579" y="548968"/>
                  </a:lnTo>
                  <a:lnTo>
                    <a:pt x="433374" y="548968"/>
                  </a:lnTo>
                  <a:close/>
                  <a:moveTo>
                    <a:pt x="484918" y="548968"/>
                  </a:moveTo>
                  <a:lnTo>
                    <a:pt x="484918" y="409151"/>
                  </a:lnTo>
                  <a:lnTo>
                    <a:pt x="504115" y="409151"/>
                  </a:lnTo>
                  <a:lnTo>
                    <a:pt x="504115" y="548968"/>
                  </a:lnTo>
                  <a:lnTo>
                    <a:pt x="484918" y="548968"/>
                  </a:lnTo>
                  <a:close/>
                  <a:moveTo>
                    <a:pt x="536463" y="548968"/>
                  </a:moveTo>
                  <a:lnTo>
                    <a:pt x="536463" y="409151"/>
                  </a:lnTo>
                  <a:lnTo>
                    <a:pt x="555660" y="409151"/>
                  </a:lnTo>
                  <a:lnTo>
                    <a:pt x="555660" y="548968"/>
                  </a:lnTo>
                  <a:lnTo>
                    <a:pt x="536463" y="548968"/>
                  </a:lnTo>
                  <a:close/>
                  <a:moveTo>
                    <a:pt x="672827" y="533681"/>
                  </a:moveTo>
                  <a:cubicBezTo>
                    <a:pt x="664059" y="545426"/>
                    <a:pt x="649706" y="552696"/>
                    <a:pt x="632187" y="552696"/>
                  </a:cubicBezTo>
                  <a:cubicBezTo>
                    <a:pt x="599748" y="552696"/>
                    <a:pt x="580543" y="529394"/>
                    <a:pt x="580543" y="501989"/>
                  </a:cubicBezTo>
                  <a:cubicBezTo>
                    <a:pt x="580543" y="473839"/>
                    <a:pt x="598445" y="451282"/>
                    <a:pt x="628271" y="451282"/>
                  </a:cubicBezTo>
                  <a:cubicBezTo>
                    <a:pt x="654181" y="451282"/>
                    <a:pt x="670965" y="468992"/>
                    <a:pt x="670965" y="492855"/>
                  </a:cubicBezTo>
                  <a:cubicBezTo>
                    <a:pt x="670965" y="497142"/>
                    <a:pt x="670405" y="501430"/>
                    <a:pt x="669654" y="504226"/>
                  </a:cubicBezTo>
                  <a:lnTo>
                    <a:pt x="600307" y="504226"/>
                  </a:lnTo>
                  <a:cubicBezTo>
                    <a:pt x="601610" y="524733"/>
                    <a:pt x="614101" y="535359"/>
                    <a:pt x="632187" y="535359"/>
                  </a:cubicBezTo>
                  <a:cubicBezTo>
                    <a:pt x="643560" y="535359"/>
                    <a:pt x="653062" y="530325"/>
                    <a:pt x="658841" y="522496"/>
                  </a:cubicBezTo>
                  <a:lnTo>
                    <a:pt x="672827" y="533681"/>
                  </a:lnTo>
                  <a:close/>
                  <a:moveTo>
                    <a:pt x="627896" y="467315"/>
                  </a:moveTo>
                  <a:cubicBezTo>
                    <a:pt x="613918" y="467315"/>
                    <a:pt x="604223" y="475331"/>
                    <a:pt x="601242" y="489871"/>
                  </a:cubicBezTo>
                  <a:lnTo>
                    <a:pt x="651760" y="489871"/>
                  </a:lnTo>
                  <a:cubicBezTo>
                    <a:pt x="651384" y="478127"/>
                    <a:pt x="643001" y="467315"/>
                    <a:pt x="627896" y="467315"/>
                  </a:cubicBezTo>
                  <a:close/>
                </a:path>
              </a:pathLst>
            </a:custGeom>
            <a:solidFill>
              <a:srgbClr val="000091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E7EC133D-96FD-10AF-1C41-923C943BA385}"/>
                </a:ext>
              </a:extLst>
            </p:cNvPr>
            <p:cNvSpPr/>
            <p:nvPr/>
          </p:nvSpPr>
          <p:spPr>
            <a:xfrm>
              <a:off x="11305180" y="390105"/>
              <a:ext cx="671976" cy="153415"/>
            </a:xfrm>
            <a:custGeom>
              <a:avLst/>
              <a:gdLst>
                <a:gd name="connsiteX0" fmla="*/ 0 w 671976"/>
                <a:gd name="connsiteY0" fmla="*/ 49014 h 153415"/>
                <a:gd name="connsiteX1" fmla="*/ 18728 w 671976"/>
                <a:gd name="connsiteY1" fmla="*/ 49014 h 153415"/>
                <a:gd name="connsiteX2" fmla="*/ 18728 w 671976"/>
                <a:gd name="connsiteY2" fmla="*/ 39848 h 153415"/>
                <a:gd name="connsiteX3" fmla="*/ 60569 w 671976"/>
                <a:gd name="connsiteY3" fmla="*/ 0 h 153415"/>
                <a:gd name="connsiteX4" fmla="*/ 84877 w 671976"/>
                <a:gd name="connsiteY4" fmla="*/ 5380 h 153415"/>
                <a:gd name="connsiteX5" fmla="*/ 71528 w 671976"/>
                <a:gd name="connsiteY5" fmla="*/ 31879 h 153415"/>
                <a:gd name="connsiteX6" fmla="*/ 61167 w 671976"/>
                <a:gd name="connsiteY6" fmla="*/ 28292 h 153415"/>
                <a:gd name="connsiteX7" fmla="*/ 50607 w 671976"/>
                <a:gd name="connsiteY7" fmla="*/ 38852 h 153415"/>
                <a:gd name="connsiteX8" fmla="*/ 50607 w 671976"/>
                <a:gd name="connsiteY8" fmla="*/ 49014 h 153415"/>
                <a:gd name="connsiteX9" fmla="*/ 78103 w 671976"/>
                <a:gd name="connsiteY9" fmla="*/ 49014 h 153415"/>
                <a:gd name="connsiteX10" fmla="*/ 78103 w 671976"/>
                <a:gd name="connsiteY10" fmla="*/ 77305 h 153415"/>
                <a:gd name="connsiteX11" fmla="*/ 50607 w 671976"/>
                <a:gd name="connsiteY11" fmla="*/ 77305 h 153415"/>
                <a:gd name="connsiteX12" fmla="*/ 50607 w 671976"/>
                <a:gd name="connsiteY12" fmla="*/ 149431 h 153415"/>
                <a:gd name="connsiteX13" fmla="*/ 18728 w 671976"/>
                <a:gd name="connsiteY13" fmla="*/ 149431 h 153415"/>
                <a:gd name="connsiteX14" fmla="*/ 18728 w 671976"/>
                <a:gd name="connsiteY14" fmla="*/ 77305 h 153415"/>
                <a:gd name="connsiteX15" fmla="*/ 0 w 671976"/>
                <a:gd name="connsiteY15" fmla="*/ 77305 h 153415"/>
                <a:gd name="connsiteX16" fmla="*/ 0 w 671976"/>
                <a:gd name="connsiteY16" fmla="*/ 49014 h 153415"/>
                <a:gd name="connsiteX17" fmla="*/ 94212 w 671976"/>
                <a:gd name="connsiteY17" fmla="*/ 149431 h 153415"/>
                <a:gd name="connsiteX18" fmla="*/ 94212 w 671976"/>
                <a:gd name="connsiteY18" fmla="*/ 49014 h 153415"/>
                <a:gd name="connsiteX19" fmla="*/ 125892 w 671976"/>
                <a:gd name="connsiteY19" fmla="*/ 49014 h 153415"/>
                <a:gd name="connsiteX20" fmla="*/ 125892 w 671976"/>
                <a:gd name="connsiteY20" fmla="*/ 57183 h 153415"/>
                <a:gd name="connsiteX21" fmla="*/ 150199 w 671976"/>
                <a:gd name="connsiteY21" fmla="*/ 47021 h 153415"/>
                <a:gd name="connsiteX22" fmla="*/ 159364 w 671976"/>
                <a:gd name="connsiteY22" fmla="*/ 48416 h 153415"/>
                <a:gd name="connsiteX23" fmla="*/ 159364 w 671976"/>
                <a:gd name="connsiteY23" fmla="*/ 79697 h 153415"/>
                <a:gd name="connsiteX24" fmla="*/ 147012 w 671976"/>
                <a:gd name="connsiteY24" fmla="*/ 78301 h 153415"/>
                <a:gd name="connsiteX25" fmla="*/ 125892 w 671976"/>
                <a:gd name="connsiteY25" fmla="*/ 88463 h 153415"/>
                <a:gd name="connsiteX26" fmla="*/ 125892 w 671976"/>
                <a:gd name="connsiteY26" fmla="*/ 149431 h 153415"/>
                <a:gd name="connsiteX27" fmla="*/ 94212 w 671976"/>
                <a:gd name="connsiteY27" fmla="*/ 149431 h 153415"/>
                <a:gd name="connsiteX28" fmla="*/ 201286 w 671976"/>
                <a:gd name="connsiteY28" fmla="*/ 152420 h 153415"/>
                <a:gd name="connsiteX29" fmla="*/ 166816 w 671976"/>
                <a:gd name="connsiteY29" fmla="*/ 121139 h 153415"/>
                <a:gd name="connsiteX30" fmla="*/ 200485 w 671976"/>
                <a:gd name="connsiteY30" fmla="*/ 90456 h 153415"/>
                <a:gd name="connsiteX31" fmla="*/ 228783 w 671976"/>
                <a:gd name="connsiteY31" fmla="*/ 85674 h 153415"/>
                <a:gd name="connsiteX32" fmla="*/ 212642 w 671976"/>
                <a:gd name="connsiteY32" fmla="*/ 72324 h 153415"/>
                <a:gd name="connsiteX33" fmla="*/ 193513 w 671976"/>
                <a:gd name="connsiteY33" fmla="*/ 82885 h 153415"/>
                <a:gd name="connsiteX34" fmla="*/ 170402 w 671976"/>
                <a:gd name="connsiteY34" fmla="*/ 65351 h 153415"/>
                <a:gd name="connsiteX35" fmla="*/ 213636 w 671976"/>
                <a:gd name="connsiteY35" fmla="*/ 45028 h 153415"/>
                <a:gd name="connsiteX36" fmla="*/ 260263 w 671976"/>
                <a:gd name="connsiteY36" fmla="*/ 86072 h 153415"/>
                <a:gd name="connsiteX37" fmla="*/ 260263 w 671976"/>
                <a:gd name="connsiteY37" fmla="*/ 149431 h 153415"/>
                <a:gd name="connsiteX38" fmla="*/ 228783 w 671976"/>
                <a:gd name="connsiteY38" fmla="*/ 149431 h 153415"/>
                <a:gd name="connsiteX39" fmla="*/ 228783 w 671976"/>
                <a:gd name="connsiteY39" fmla="*/ 141860 h 153415"/>
                <a:gd name="connsiteX40" fmla="*/ 201286 w 671976"/>
                <a:gd name="connsiteY40" fmla="*/ 152420 h 153415"/>
                <a:gd name="connsiteX41" fmla="*/ 198097 w 671976"/>
                <a:gd name="connsiteY41" fmla="*/ 119545 h 153415"/>
                <a:gd name="connsiteX42" fmla="*/ 208259 w 671976"/>
                <a:gd name="connsiteY42" fmla="*/ 127913 h 153415"/>
                <a:gd name="connsiteX43" fmla="*/ 228783 w 671976"/>
                <a:gd name="connsiteY43" fmla="*/ 117154 h 153415"/>
                <a:gd name="connsiteX44" fmla="*/ 228783 w 671976"/>
                <a:gd name="connsiteY44" fmla="*/ 107192 h 153415"/>
                <a:gd name="connsiteX45" fmla="*/ 209052 w 671976"/>
                <a:gd name="connsiteY45" fmla="*/ 110579 h 153415"/>
                <a:gd name="connsiteX46" fmla="*/ 198097 w 671976"/>
                <a:gd name="connsiteY46" fmla="*/ 119545 h 153415"/>
                <a:gd name="connsiteX47" fmla="*/ 289362 w 671976"/>
                <a:gd name="connsiteY47" fmla="*/ 33074 h 153415"/>
                <a:gd name="connsiteX48" fmla="*/ 262066 w 671976"/>
                <a:gd name="connsiteY48" fmla="*/ 33074 h 153415"/>
                <a:gd name="connsiteX49" fmla="*/ 282390 w 671976"/>
                <a:gd name="connsiteY49" fmla="*/ 0 h 153415"/>
                <a:gd name="connsiteX50" fmla="*/ 321836 w 671976"/>
                <a:gd name="connsiteY50" fmla="*/ 0 h 153415"/>
                <a:gd name="connsiteX51" fmla="*/ 342160 w 671976"/>
                <a:gd name="connsiteY51" fmla="*/ 33074 h 153415"/>
                <a:gd name="connsiteX52" fmla="*/ 314863 w 671976"/>
                <a:gd name="connsiteY52" fmla="*/ 33074 h 153415"/>
                <a:gd name="connsiteX53" fmla="*/ 302113 w 671976"/>
                <a:gd name="connsiteY53" fmla="*/ 13747 h 153415"/>
                <a:gd name="connsiteX54" fmla="*/ 289362 w 671976"/>
                <a:gd name="connsiteY54" fmla="*/ 33074 h 153415"/>
                <a:gd name="connsiteX55" fmla="*/ 286173 w 671976"/>
                <a:gd name="connsiteY55" fmla="*/ 149431 h 153415"/>
                <a:gd name="connsiteX56" fmla="*/ 286173 w 671976"/>
                <a:gd name="connsiteY56" fmla="*/ 49014 h 153415"/>
                <a:gd name="connsiteX57" fmla="*/ 317853 w 671976"/>
                <a:gd name="connsiteY57" fmla="*/ 49014 h 153415"/>
                <a:gd name="connsiteX58" fmla="*/ 317853 w 671976"/>
                <a:gd name="connsiteY58" fmla="*/ 149431 h 153415"/>
                <a:gd name="connsiteX59" fmla="*/ 286173 w 671976"/>
                <a:gd name="connsiteY59" fmla="*/ 149431 h 153415"/>
                <a:gd name="connsiteX60" fmla="*/ 394706 w 671976"/>
                <a:gd name="connsiteY60" fmla="*/ 123729 h 153415"/>
                <a:gd name="connsiteX61" fmla="*/ 412642 w 671976"/>
                <a:gd name="connsiteY61" fmla="*/ 114564 h 153415"/>
                <a:gd name="connsiteX62" fmla="*/ 437350 w 671976"/>
                <a:gd name="connsiteY62" fmla="*/ 133292 h 153415"/>
                <a:gd name="connsiteX63" fmla="*/ 394506 w 671976"/>
                <a:gd name="connsiteY63" fmla="*/ 153416 h 153415"/>
                <a:gd name="connsiteX64" fmla="*/ 338719 w 671976"/>
                <a:gd name="connsiteY64" fmla="*/ 99222 h 153415"/>
                <a:gd name="connsiteX65" fmla="*/ 394506 w 671976"/>
                <a:gd name="connsiteY65" fmla="*/ 45028 h 153415"/>
                <a:gd name="connsiteX66" fmla="*/ 437350 w 671976"/>
                <a:gd name="connsiteY66" fmla="*/ 65152 h 153415"/>
                <a:gd name="connsiteX67" fmla="*/ 412642 w 671976"/>
                <a:gd name="connsiteY67" fmla="*/ 83881 h 153415"/>
                <a:gd name="connsiteX68" fmla="*/ 394113 w 671976"/>
                <a:gd name="connsiteY68" fmla="*/ 74715 h 153415"/>
                <a:gd name="connsiteX69" fmla="*/ 371593 w 671976"/>
                <a:gd name="connsiteY69" fmla="*/ 99222 h 153415"/>
                <a:gd name="connsiteX70" fmla="*/ 394706 w 671976"/>
                <a:gd name="connsiteY70" fmla="*/ 123729 h 153415"/>
                <a:gd name="connsiteX71" fmla="*/ 453816 w 671976"/>
                <a:gd name="connsiteY71" fmla="*/ 149431 h 153415"/>
                <a:gd name="connsiteX72" fmla="*/ 453816 w 671976"/>
                <a:gd name="connsiteY72" fmla="*/ 0 h 153415"/>
                <a:gd name="connsiteX73" fmla="*/ 485496 w 671976"/>
                <a:gd name="connsiteY73" fmla="*/ 0 h 153415"/>
                <a:gd name="connsiteX74" fmla="*/ 485496 w 671976"/>
                <a:gd name="connsiteY74" fmla="*/ 54592 h 153415"/>
                <a:gd name="connsiteX75" fmla="*/ 512191 w 671976"/>
                <a:gd name="connsiteY75" fmla="*/ 45028 h 153415"/>
                <a:gd name="connsiteX76" fmla="*/ 551044 w 671976"/>
                <a:gd name="connsiteY76" fmla="*/ 90456 h 153415"/>
                <a:gd name="connsiteX77" fmla="*/ 551044 w 671976"/>
                <a:gd name="connsiteY77" fmla="*/ 149431 h 153415"/>
                <a:gd name="connsiteX78" fmla="*/ 519163 w 671976"/>
                <a:gd name="connsiteY78" fmla="*/ 149431 h 153415"/>
                <a:gd name="connsiteX79" fmla="*/ 519163 w 671976"/>
                <a:gd name="connsiteY79" fmla="*/ 91850 h 153415"/>
                <a:gd name="connsiteX80" fmla="*/ 503624 w 671976"/>
                <a:gd name="connsiteY80" fmla="*/ 74715 h 153415"/>
                <a:gd name="connsiteX81" fmla="*/ 485496 w 671976"/>
                <a:gd name="connsiteY81" fmla="*/ 86869 h 153415"/>
                <a:gd name="connsiteX82" fmla="*/ 485496 w 671976"/>
                <a:gd name="connsiteY82" fmla="*/ 149431 h 153415"/>
                <a:gd name="connsiteX83" fmla="*/ 453816 w 671976"/>
                <a:gd name="connsiteY83" fmla="*/ 149431 h 153415"/>
                <a:gd name="connsiteX84" fmla="*/ 671977 w 671976"/>
                <a:gd name="connsiteY84" fmla="*/ 133292 h 153415"/>
                <a:gd name="connsiteX85" fmla="*/ 627346 w 671976"/>
                <a:gd name="connsiteY85" fmla="*/ 153416 h 153415"/>
                <a:gd name="connsiteX86" fmla="*/ 570958 w 671976"/>
                <a:gd name="connsiteY86" fmla="*/ 99222 h 153415"/>
                <a:gd name="connsiteX87" fmla="*/ 623163 w 671976"/>
                <a:gd name="connsiteY87" fmla="*/ 45028 h 153415"/>
                <a:gd name="connsiteX88" fmla="*/ 670382 w 671976"/>
                <a:gd name="connsiteY88" fmla="*/ 91252 h 153415"/>
                <a:gd name="connsiteX89" fmla="*/ 668386 w 671976"/>
                <a:gd name="connsiteY89" fmla="*/ 107989 h 153415"/>
                <a:gd name="connsiteX90" fmla="*/ 603432 w 671976"/>
                <a:gd name="connsiteY90" fmla="*/ 107989 h 153415"/>
                <a:gd name="connsiteX91" fmla="*/ 627146 w 671976"/>
                <a:gd name="connsiteY91" fmla="*/ 125123 h 153415"/>
                <a:gd name="connsiteX92" fmla="*/ 649657 w 671976"/>
                <a:gd name="connsiteY92" fmla="*/ 115560 h 153415"/>
                <a:gd name="connsiteX93" fmla="*/ 671977 w 671976"/>
                <a:gd name="connsiteY93" fmla="*/ 133292 h 153415"/>
                <a:gd name="connsiteX94" fmla="*/ 622361 w 671976"/>
                <a:gd name="connsiteY94" fmla="*/ 70532 h 153415"/>
                <a:gd name="connsiteX95" fmla="*/ 603632 w 671976"/>
                <a:gd name="connsiteY95" fmla="*/ 85674 h 153415"/>
                <a:gd name="connsiteX96" fmla="*/ 639696 w 671976"/>
                <a:gd name="connsiteY96" fmla="*/ 85674 h 153415"/>
                <a:gd name="connsiteX97" fmla="*/ 622361 w 671976"/>
                <a:gd name="connsiteY97" fmla="*/ 70532 h 153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671976" h="153415">
                  <a:moveTo>
                    <a:pt x="0" y="49014"/>
                  </a:moveTo>
                  <a:lnTo>
                    <a:pt x="18728" y="49014"/>
                  </a:lnTo>
                  <a:lnTo>
                    <a:pt x="18728" y="39848"/>
                  </a:lnTo>
                  <a:cubicBezTo>
                    <a:pt x="18728" y="18530"/>
                    <a:pt x="33074" y="0"/>
                    <a:pt x="60569" y="0"/>
                  </a:cubicBezTo>
                  <a:cubicBezTo>
                    <a:pt x="69734" y="0"/>
                    <a:pt x="77704" y="1992"/>
                    <a:pt x="84877" y="5380"/>
                  </a:cubicBezTo>
                  <a:lnTo>
                    <a:pt x="71528" y="31879"/>
                  </a:lnTo>
                  <a:cubicBezTo>
                    <a:pt x="69336" y="30085"/>
                    <a:pt x="65750" y="28292"/>
                    <a:pt x="61167" y="28292"/>
                  </a:cubicBezTo>
                  <a:cubicBezTo>
                    <a:pt x="54592" y="28292"/>
                    <a:pt x="50607" y="32675"/>
                    <a:pt x="50607" y="38852"/>
                  </a:cubicBezTo>
                  <a:lnTo>
                    <a:pt x="50607" y="49014"/>
                  </a:lnTo>
                  <a:lnTo>
                    <a:pt x="78103" y="49014"/>
                  </a:lnTo>
                  <a:lnTo>
                    <a:pt x="78103" y="77305"/>
                  </a:lnTo>
                  <a:lnTo>
                    <a:pt x="50607" y="77305"/>
                  </a:lnTo>
                  <a:lnTo>
                    <a:pt x="50607" y="149431"/>
                  </a:lnTo>
                  <a:lnTo>
                    <a:pt x="18728" y="149431"/>
                  </a:lnTo>
                  <a:lnTo>
                    <a:pt x="18728" y="77305"/>
                  </a:lnTo>
                  <a:lnTo>
                    <a:pt x="0" y="77305"/>
                  </a:lnTo>
                  <a:lnTo>
                    <a:pt x="0" y="49014"/>
                  </a:lnTo>
                  <a:close/>
                  <a:moveTo>
                    <a:pt x="94212" y="149431"/>
                  </a:moveTo>
                  <a:lnTo>
                    <a:pt x="94212" y="49014"/>
                  </a:lnTo>
                  <a:lnTo>
                    <a:pt x="125892" y="49014"/>
                  </a:lnTo>
                  <a:lnTo>
                    <a:pt x="125892" y="57183"/>
                  </a:lnTo>
                  <a:cubicBezTo>
                    <a:pt x="132069" y="51404"/>
                    <a:pt x="139839" y="47021"/>
                    <a:pt x="150199" y="47021"/>
                  </a:cubicBezTo>
                  <a:cubicBezTo>
                    <a:pt x="153786" y="47021"/>
                    <a:pt x="156974" y="47618"/>
                    <a:pt x="159364" y="48416"/>
                  </a:cubicBezTo>
                  <a:lnTo>
                    <a:pt x="159364" y="79697"/>
                  </a:lnTo>
                  <a:cubicBezTo>
                    <a:pt x="155978" y="78899"/>
                    <a:pt x="152192" y="78301"/>
                    <a:pt x="147012" y="78301"/>
                  </a:cubicBezTo>
                  <a:cubicBezTo>
                    <a:pt x="135456" y="78301"/>
                    <a:pt x="127885" y="85076"/>
                    <a:pt x="125892" y="88463"/>
                  </a:cubicBezTo>
                  <a:lnTo>
                    <a:pt x="125892" y="149431"/>
                  </a:lnTo>
                  <a:lnTo>
                    <a:pt x="94212" y="149431"/>
                  </a:lnTo>
                  <a:close/>
                  <a:moveTo>
                    <a:pt x="201286" y="152420"/>
                  </a:moveTo>
                  <a:cubicBezTo>
                    <a:pt x="180962" y="152420"/>
                    <a:pt x="166816" y="140664"/>
                    <a:pt x="166816" y="121139"/>
                  </a:cubicBezTo>
                  <a:cubicBezTo>
                    <a:pt x="166816" y="105797"/>
                    <a:pt x="178571" y="94042"/>
                    <a:pt x="200485" y="90456"/>
                  </a:cubicBezTo>
                  <a:lnTo>
                    <a:pt x="228783" y="85674"/>
                  </a:lnTo>
                  <a:cubicBezTo>
                    <a:pt x="228583" y="78103"/>
                    <a:pt x="222003" y="72324"/>
                    <a:pt x="212642" y="72324"/>
                  </a:cubicBezTo>
                  <a:cubicBezTo>
                    <a:pt x="204276" y="72324"/>
                    <a:pt x="198097" y="76309"/>
                    <a:pt x="193513" y="82885"/>
                  </a:cubicBezTo>
                  <a:lnTo>
                    <a:pt x="170402" y="65351"/>
                  </a:lnTo>
                  <a:cubicBezTo>
                    <a:pt x="179567" y="52600"/>
                    <a:pt x="194907" y="45028"/>
                    <a:pt x="213636" y="45028"/>
                  </a:cubicBezTo>
                  <a:cubicBezTo>
                    <a:pt x="245516" y="45028"/>
                    <a:pt x="260263" y="64156"/>
                    <a:pt x="260263" y="86072"/>
                  </a:cubicBezTo>
                  <a:lnTo>
                    <a:pt x="260263" y="149431"/>
                  </a:lnTo>
                  <a:lnTo>
                    <a:pt x="228783" y="149431"/>
                  </a:lnTo>
                  <a:lnTo>
                    <a:pt x="228783" y="141860"/>
                  </a:lnTo>
                  <a:cubicBezTo>
                    <a:pt x="223205" y="148037"/>
                    <a:pt x="211841" y="152420"/>
                    <a:pt x="201286" y="152420"/>
                  </a:cubicBezTo>
                  <a:close/>
                  <a:moveTo>
                    <a:pt x="198097" y="119545"/>
                  </a:moveTo>
                  <a:cubicBezTo>
                    <a:pt x="198097" y="124725"/>
                    <a:pt x="202080" y="127913"/>
                    <a:pt x="208259" y="127913"/>
                  </a:cubicBezTo>
                  <a:cubicBezTo>
                    <a:pt x="218421" y="127913"/>
                    <a:pt x="224792" y="123131"/>
                    <a:pt x="228783" y="117154"/>
                  </a:cubicBezTo>
                  <a:lnTo>
                    <a:pt x="228783" y="107192"/>
                  </a:lnTo>
                  <a:lnTo>
                    <a:pt x="209052" y="110579"/>
                  </a:lnTo>
                  <a:cubicBezTo>
                    <a:pt x="200886" y="111974"/>
                    <a:pt x="198097" y="114962"/>
                    <a:pt x="198097" y="119545"/>
                  </a:cubicBezTo>
                  <a:close/>
                  <a:moveTo>
                    <a:pt x="289362" y="33074"/>
                  </a:moveTo>
                  <a:lnTo>
                    <a:pt x="262066" y="33074"/>
                  </a:lnTo>
                  <a:lnTo>
                    <a:pt x="282390" y="0"/>
                  </a:lnTo>
                  <a:lnTo>
                    <a:pt x="321836" y="0"/>
                  </a:lnTo>
                  <a:lnTo>
                    <a:pt x="342160" y="33074"/>
                  </a:lnTo>
                  <a:lnTo>
                    <a:pt x="314863" y="33074"/>
                  </a:lnTo>
                  <a:lnTo>
                    <a:pt x="302113" y="13747"/>
                  </a:lnTo>
                  <a:lnTo>
                    <a:pt x="289362" y="33074"/>
                  </a:lnTo>
                  <a:close/>
                  <a:moveTo>
                    <a:pt x="286173" y="149431"/>
                  </a:moveTo>
                  <a:lnTo>
                    <a:pt x="286173" y="49014"/>
                  </a:lnTo>
                  <a:lnTo>
                    <a:pt x="317853" y="49014"/>
                  </a:lnTo>
                  <a:lnTo>
                    <a:pt x="317853" y="149431"/>
                  </a:lnTo>
                  <a:lnTo>
                    <a:pt x="286173" y="149431"/>
                  </a:lnTo>
                  <a:close/>
                  <a:moveTo>
                    <a:pt x="394706" y="123729"/>
                  </a:moveTo>
                  <a:cubicBezTo>
                    <a:pt x="402680" y="123729"/>
                    <a:pt x="409052" y="119744"/>
                    <a:pt x="412642" y="114564"/>
                  </a:cubicBezTo>
                  <a:lnTo>
                    <a:pt x="437350" y="133292"/>
                  </a:lnTo>
                  <a:cubicBezTo>
                    <a:pt x="427981" y="145645"/>
                    <a:pt x="413035" y="153416"/>
                    <a:pt x="394506" y="153416"/>
                  </a:cubicBezTo>
                  <a:cubicBezTo>
                    <a:pt x="359043" y="153416"/>
                    <a:pt x="338719" y="128511"/>
                    <a:pt x="338719" y="99222"/>
                  </a:cubicBezTo>
                  <a:cubicBezTo>
                    <a:pt x="338719" y="69934"/>
                    <a:pt x="359043" y="45028"/>
                    <a:pt x="394506" y="45028"/>
                  </a:cubicBezTo>
                  <a:cubicBezTo>
                    <a:pt x="413035" y="45028"/>
                    <a:pt x="427981" y="52799"/>
                    <a:pt x="437350" y="65152"/>
                  </a:cubicBezTo>
                  <a:lnTo>
                    <a:pt x="412642" y="83881"/>
                  </a:lnTo>
                  <a:cubicBezTo>
                    <a:pt x="409052" y="78701"/>
                    <a:pt x="402881" y="74715"/>
                    <a:pt x="394113" y="74715"/>
                  </a:cubicBezTo>
                  <a:cubicBezTo>
                    <a:pt x="381163" y="74715"/>
                    <a:pt x="371593" y="84478"/>
                    <a:pt x="371593" y="99222"/>
                  </a:cubicBezTo>
                  <a:cubicBezTo>
                    <a:pt x="371593" y="114166"/>
                    <a:pt x="381163" y="123729"/>
                    <a:pt x="394706" y="123729"/>
                  </a:cubicBezTo>
                  <a:close/>
                  <a:moveTo>
                    <a:pt x="453816" y="149431"/>
                  </a:moveTo>
                  <a:lnTo>
                    <a:pt x="453816" y="0"/>
                  </a:lnTo>
                  <a:lnTo>
                    <a:pt x="485496" y="0"/>
                  </a:lnTo>
                  <a:lnTo>
                    <a:pt x="485496" y="54592"/>
                  </a:lnTo>
                  <a:cubicBezTo>
                    <a:pt x="492067" y="49014"/>
                    <a:pt x="500434" y="45028"/>
                    <a:pt x="512191" y="45028"/>
                  </a:cubicBezTo>
                  <a:cubicBezTo>
                    <a:pt x="533509" y="45028"/>
                    <a:pt x="551044" y="59971"/>
                    <a:pt x="551044" y="90456"/>
                  </a:cubicBezTo>
                  <a:lnTo>
                    <a:pt x="551044" y="149431"/>
                  </a:lnTo>
                  <a:lnTo>
                    <a:pt x="519163" y="149431"/>
                  </a:lnTo>
                  <a:lnTo>
                    <a:pt x="519163" y="91850"/>
                  </a:lnTo>
                  <a:cubicBezTo>
                    <a:pt x="519163" y="81689"/>
                    <a:pt x="513786" y="74715"/>
                    <a:pt x="503624" y="74715"/>
                  </a:cubicBezTo>
                  <a:cubicBezTo>
                    <a:pt x="492468" y="74715"/>
                    <a:pt x="487483" y="83482"/>
                    <a:pt x="485496" y="86869"/>
                  </a:cubicBezTo>
                  <a:lnTo>
                    <a:pt x="485496" y="149431"/>
                  </a:lnTo>
                  <a:lnTo>
                    <a:pt x="453816" y="149431"/>
                  </a:lnTo>
                  <a:close/>
                  <a:moveTo>
                    <a:pt x="671977" y="133292"/>
                  </a:moveTo>
                  <a:cubicBezTo>
                    <a:pt x="662408" y="145845"/>
                    <a:pt x="646668" y="153416"/>
                    <a:pt x="627346" y="153416"/>
                  </a:cubicBezTo>
                  <a:cubicBezTo>
                    <a:pt x="590481" y="153416"/>
                    <a:pt x="570958" y="128511"/>
                    <a:pt x="570958" y="99222"/>
                  </a:cubicBezTo>
                  <a:cubicBezTo>
                    <a:pt x="570958" y="70133"/>
                    <a:pt x="589086" y="45028"/>
                    <a:pt x="623163" y="45028"/>
                  </a:cubicBezTo>
                  <a:cubicBezTo>
                    <a:pt x="651653" y="45028"/>
                    <a:pt x="670382" y="63956"/>
                    <a:pt x="670382" y="91252"/>
                  </a:cubicBezTo>
                  <a:cubicBezTo>
                    <a:pt x="670382" y="98027"/>
                    <a:pt x="669380" y="104403"/>
                    <a:pt x="668386" y="107989"/>
                  </a:cubicBezTo>
                  <a:lnTo>
                    <a:pt x="603432" y="107989"/>
                  </a:lnTo>
                  <a:cubicBezTo>
                    <a:pt x="606421" y="121537"/>
                    <a:pt x="615188" y="125123"/>
                    <a:pt x="627146" y="125123"/>
                  </a:cubicBezTo>
                  <a:cubicBezTo>
                    <a:pt x="636707" y="125123"/>
                    <a:pt x="645073" y="121338"/>
                    <a:pt x="649657" y="115560"/>
                  </a:cubicBezTo>
                  <a:lnTo>
                    <a:pt x="671977" y="133292"/>
                  </a:lnTo>
                  <a:close/>
                  <a:moveTo>
                    <a:pt x="622361" y="70532"/>
                  </a:moveTo>
                  <a:cubicBezTo>
                    <a:pt x="612199" y="70532"/>
                    <a:pt x="606028" y="75513"/>
                    <a:pt x="603632" y="85674"/>
                  </a:cubicBezTo>
                  <a:lnTo>
                    <a:pt x="639696" y="85674"/>
                  </a:lnTo>
                  <a:cubicBezTo>
                    <a:pt x="639295" y="78899"/>
                    <a:pt x="634118" y="70532"/>
                    <a:pt x="622361" y="70532"/>
                  </a:cubicBezTo>
                  <a:close/>
                </a:path>
              </a:pathLst>
            </a:custGeom>
            <a:solidFill>
              <a:srgbClr val="417DC4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825708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7CAA9-6ECD-8F49-8289-13579AAE1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our_canopee">
            <a:extLst>
              <a:ext uri="{FF2B5EF4-FFF2-40B4-BE49-F238E27FC236}">
                <a16:creationId xmlns:a16="http://schemas.microsoft.com/office/drawing/2014/main" id="{F95FED42-B0A2-735D-296C-CFCC43A0A0FA}"/>
              </a:ext>
            </a:extLst>
          </p:cNvPr>
          <p:cNvSpPr/>
          <p:nvPr/>
        </p:nvSpPr>
        <p:spPr>
          <a:xfrm>
            <a:off x="6765678" y="5731683"/>
            <a:ext cx="5203163" cy="648121"/>
          </a:xfrm>
          <a:prstGeom prst="roundRect">
            <a:avLst>
              <a:gd name="adj" fmla="val 14417"/>
            </a:avLst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  <a:round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 dirty="0">
              <a:latin typeface="Marianne" panose="02000000000000000000" pitchFamily="50" charset="0"/>
            </a:endParaRPr>
          </a:p>
        </p:txBody>
      </p:sp>
      <p:sp>
        <p:nvSpPr>
          <p:cNvPr id="6" name="contour_repartition_sols">
            <a:extLst>
              <a:ext uri="{FF2B5EF4-FFF2-40B4-BE49-F238E27FC236}">
                <a16:creationId xmlns:a16="http://schemas.microsoft.com/office/drawing/2014/main" id="{0D2AE75D-32A2-EB1F-7572-7DA83777F56E}"/>
              </a:ext>
            </a:extLst>
          </p:cNvPr>
          <p:cNvSpPr/>
          <p:nvPr/>
        </p:nvSpPr>
        <p:spPr>
          <a:xfrm>
            <a:off x="571419" y="4332616"/>
            <a:ext cx="5644054" cy="2047191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>
              <a:latin typeface="Marianne" panose="02000000000000000000" pitchFamily="50" charset="0"/>
            </a:endParaRPr>
          </a:p>
        </p:txBody>
      </p:sp>
      <p:sp>
        <p:nvSpPr>
          <p:cNvPr id="85" name="contour_perm">
            <a:extLst>
              <a:ext uri="{FF2B5EF4-FFF2-40B4-BE49-F238E27FC236}">
                <a16:creationId xmlns:a16="http://schemas.microsoft.com/office/drawing/2014/main" id="{D8AB42B7-DFFF-113D-D131-7B6AAD2B2A4C}"/>
              </a:ext>
            </a:extLst>
          </p:cNvPr>
          <p:cNvSpPr/>
          <p:nvPr/>
        </p:nvSpPr>
        <p:spPr>
          <a:xfrm>
            <a:off x="6765679" y="1071249"/>
            <a:ext cx="5203163" cy="2399096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>
              <a:latin typeface="Marianne" panose="02000000000000000000" pitchFamily="50" charset="0"/>
            </a:endParaRPr>
          </a:p>
        </p:txBody>
      </p:sp>
      <p:sp>
        <p:nvSpPr>
          <p:cNvPr id="86" name="contour_bio">
            <a:extLst>
              <a:ext uri="{FF2B5EF4-FFF2-40B4-BE49-F238E27FC236}">
                <a16:creationId xmlns:a16="http://schemas.microsoft.com/office/drawing/2014/main" id="{4D12FAD2-60A4-A6E4-0DB5-C47B2328B29F}"/>
              </a:ext>
            </a:extLst>
          </p:cNvPr>
          <p:cNvSpPr/>
          <p:nvPr/>
        </p:nvSpPr>
        <p:spPr>
          <a:xfrm>
            <a:off x="6765680" y="3574989"/>
            <a:ext cx="5203162" cy="2047194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>
              <a:latin typeface="Marianne" panose="02000000000000000000" pitchFamily="50" charset="0"/>
            </a:endParaRPr>
          </a:p>
        </p:txBody>
      </p:sp>
      <p:sp>
        <p:nvSpPr>
          <p:cNvPr id="84" name="contour_materiau">
            <a:extLst>
              <a:ext uri="{FF2B5EF4-FFF2-40B4-BE49-F238E27FC236}">
                <a16:creationId xmlns:a16="http://schemas.microsoft.com/office/drawing/2014/main" id="{CBC5F1D2-8720-ABCF-DB73-04E78162FDA4}"/>
              </a:ext>
            </a:extLst>
          </p:cNvPr>
          <p:cNvSpPr/>
          <p:nvPr/>
        </p:nvSpPr>
        <p:spPr>
          <a:xfrm>
            <a:off x="571420" y="1071249"/>
            <a:ext cx="5644054" cy="3141521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>
              <a:latin typeface="Marianne" panose="02000000000000000000" pitchFamily="50" charset="0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74A7BA3-D950-9097-DDDD-F688CBFCC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262" y="345395"/>
            <a:ext cx="10082262" cy="6152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err="1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Analyse</a:t>
            </a:r>
            <a:r>
              <a:rPr lang="en-US" sz="2800" dirty="0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simplifiée</a:t>
            </a:r>
            <a:r>
              <a:rPr lang="en-US" sz="2800" dirty="0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 de la </a:t>
            </a:r>
            <a:r>
              <a:rPr lang="en-US" sz="2800" dirty="0" err="1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surchauffe</a:t>
            </a:r>
            <a:r>
              <a:rPr lang="en-US" sz="2800" dirty="0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2800" dirty="0" err="1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l’espace</a:t>
            </a:r>
            <a:r>
              <a:rPr lang="en-US" sz="2800" dirty="0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 à </a:t>
            </a:r>
            <a:r>
              <a:rPr lang="en-US" sz="2800" dirty="0" err="1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rafraîchir</a:t>
            </a:r>
            <a:endParaRPr lang="en-US" sz="2800" dirty="0"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B62F42A1-9E9E-D546-190A-5C7D09368113}"/>
              </a:ext>
            </a:extLst>
          </p:cNvPr>
          <p:cNvCxnSpPr>
            <a:cxnSpLocks/>
          </p:cNvCxnSpPr>
          <p:nvPr/>
        </p:nvCxnSpPr>
        <p:spPr>
          <a:xfrm>
            <a:off x="576263" y="960689"/>
            <a:ext cx="1161573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 16">
            <a:extLst>
              <a:ext uri="{FF2B5EF4-FFF2-40B4-BE49-F238E27FC236}">
                <a16:creationId xmlns:a16="http://schemas.microsoft.com/office/drawing/2014/main" id="{E91C9383-E765-31FC-91C1-919BA413B245}"/>
              </a:ext>
            </a:extLst>
          </p:cNvPr>
          <p:cNvSpPr/>
          <p:nvPr/>
        </p:nvSpPr>
        <p:spPr>
          <a:xfrm>
            <a:off x="1315923" y="1361243"/>
            <a:ext cx="3244745" cy="293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Coefficient de</a:t>
            </a:r>
            <a:br>
              <a:rPr lang="en-US" sz="1400" kern="0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b="1" kern="0" spc="150" dirty="0" err="1">
                <a:solidFill>
                  <a:srgbClr val="000091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Rafraîchissement</a:t>
            </a:r>
            <a:r>
              <a:rPr lang="en-US" sz="1400" b="1" kern="0" spc="150" dirty="0">
                <a:solidFill>
                  <a:srgbClr val="000091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kern="0" spc="150" dirty="0" err="1">
                <a:solidFill>
                  <a:srgbClr val="000091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urbain</a:t>
            </a:r>
            <a:endParaRPr lang="en-US" sz="1400" b="1" dirty="0">
              <a:solidFill>
                <a:srgbClr val="000091"/>
              </a:solidFill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BFBD2EB6-34B6-54D8-319B-95BBA847CB21}"/>
              </a:ext>
            </a:extLst>
          </p:cNvPr>
          <p:cNvCxnSpPr>
            <a:cxnSpLocks/>
          </p:cNvCxnSpPr>
          <p:nvPr/>
        </p:nvCxnSpPr>
        <p:spPr>
          <a:xfrm>
            <a:off x="576263" y="6512991"/>
            <a:ext cx="1161573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 3">
            <a:extLst>
              <a:ext uri="{FF2B5EF4-FFF2-40B4-BE49-F238E27FC236}">
                <a16:creationId xmlns:a16="http://schemas.microsoft.com/office/drawing/2014/main" id="{8B657D20-7F9C-8851-0BA6-B35DF1DB8D17}"/>
              </a:ext>
            </a:extLst>
          </p:cNvPr>
          <p:cNvSpPr/>
          <p:nvPr/>
        </p:nvSpPr>
        <p:spPr>
          <a:xfrm>
            <a:off x="576263" y="6598217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0A0A0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Données issues de Plus </a:t>
            </a:r>
            <a:r>
              <a:rPr lang="en-US" sz="1000" i="1" dirty="0" err="1">
                <a:solidFill>
                  <a:srgbClr val="A0A0A0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fraîche</a:t>
            </a:r>
            <a:r>
              <a:rPr lang="en-US" sz="1000" i="1" dirty="0">
                <a:solidFill>
                  <a:srgbClr val="A0A0A0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 ma </a:t>
            </a:r>
            <a:r>
              <a:rPr lang="en-US" sz="1000" i="1" dirty="0" err="1">
                <a:solidFill>
                  <a:srgbClr val="A0A0A0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ville</a:t>
            </a:r>
            <a:r>
              <a:rPr lang="en-US" sz="1000" i="1" dirty="0">
                <a:solidFill>
                  <a:srgbClr val="A0A0A0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 (ADEME)</a:t>
            </a:r>
            <a:endParaRPr lang="en-US" sz="1000" dirty="0"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83396D7-68F3-FCA6-1DDE-493C9D9A712C}"/>
              </a:ext>
            </a:extLst>
          </p:cNvPr>
          <p:cNvSpPr txBox="1"/>
          <p:nvPr/>
        </p:nvSpPr>
        <p:spPr>
          <a:xfrm>
            <a:off x="691795" y="2300921"/>
            <a:ext cx="4762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|</a:t>
            </a:r>
          </a:p>
          <a:p>
            <a:pPr algn="ctr"/>
            <a:r>
              <a:rPr lang="fr-F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fr-FR" sz="1200" dirty="0">
              <a:solidFill>
                <a:schemeClr val="tx1">
                  <a:lumMod val="65000"/>
                  <a:lumOff val="35000"/>
                </a:schemeClr>
              </a:solidFill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zone_coeff_ru_resultat">
            <a:extLst>
              <a:ext uri="{FF2B5EF4-FFF2-40B4-BE49-F238E27FC236}">
                <a16:creationId xmlns:a16="http://schemas.microsoft.com/office/drawing/2014/main" id="{B8474404-E488-86F0-E047-048FC0C9776E}"/>
              </a:ext>
            </a:extLst>
          </p:cNvPr>
          <p:cNvSpPr txBox="1"/>
          <p:nvPr/>
        </p:nvSpPr>
        <p:spPr>
          <a:xfrm>
            <a:off x="3037687" y="1277671"/>
            <a:ext cx="279970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{{</a:t>
            </a:r>
            <a:r>
              <a:rPr lang="fr-FR" sz="3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coeff_ru</a:t>
            </a:r>
            <a:r>
              <a:rPr lang="fr-FR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}}</a:t>
            </a:r>
            <a:r>
              <a:rPr lang="fr-F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 / 1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85DCA6C4-87A6-9194-C19C-D27B78EB3AD6}"/>
              </a:ext>
            </a:extLst>
          </p:cNvPr>
          <p:cNvSpPr txBox="1"/>
          <p:nvPr/>
        </p:nvSpPr>
        <p:spPr>
          <a:xfrm>
            <a:off x="786406" y="2707349"/>
            <a:ext cx="1570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Espace public très réchauffant</a:t>
            </a:r>
          </a:p>
        </p:txBody>
      </p:sp>
      <p:sp>
        <p:nvSpPr>
          <p:cNvPr id="26" name="zone_coeff_ru_analyse">
            <a:extLst>
              <a:ext uri="{FF2B5EF4-FFF2-40B4-BE49-F238E27FC236}">
                <a16:creationId xmlns:a16="http://schemas.microsoft.com/office/drawing/2014/main" id="{608F7C5C-B2A7-E255-DC57-2AE0D978AD00}"/>
              </a:ext>
            </a:extLst>
          </p:cNvPr>
          <p:cNvSpPr txBox="1"/>
          <p:nvPr/>
        </p:nvSpPr>
        <p:spPr>
          <a:xfrm>
            <a:off x="786406" y="3270769"/>
            <a:ext cx="4929167" cy="77207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fr-F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{{</a:t>
            </a:r>
            <a:r>
              <a:rPr lang="fr-FR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analyse_coeff_ru</a:t>
            </a:r>
            <a:r>
              <a:rPr lang="fr-F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}}</a:t>
            </a:r>
          </a:p>
        </p:txBody>
      </p:sp>
      <p:pic>
        <p:nvPicPr>
          <p:cNvPr id="16" name="zone_coeff_ru_echelle">
            <a:extLst>
              <a:ext uri="{FF2B5EF4-FFF2-40B4-BE49-F238E27FC236}">
                <a16:creationId xmlns:a16="http://schemas.microsoft.com/office/drawing/2014/main" id="{E3986F26-9F61-CA16-0FD9-A0550DCD1CF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928800" y="2124000"/>
            <a:ext cx="4798800" cy="216000"/>
          </a:xfrm>
          <a:prstGeom prst="rect">
            <a:avLst/>
          </a:prstGeom>
        </p:spPr>
      </p:pic>
      <p:sp>
        <p:nvSpPr>
          <p:cNvPr id="17" name="Graphique 18">
            <a:extLst>
              <a:ext uri="{FF2B5EF4-FFF2-40B4-BE49-F238E27FC236}">
                <a16:creationId xmlns:a16="http://schemas.microsoft.com/office/drawing/2014/main" id="{7F04C829-FC9E-0D50-4C89-B26887E9A256}"/>
              </a:ext>
            </a:extLst>
          </p:cNvPr>
          <p:cNvSpPr/>
          <p:nvPr/>
        </p:nvSpPr>
        <p:spPr>
          <a:xfrm>
            <a:off x="944450" y="1291419"/>
            <a:ext cx="231331" cy="421352"/>
          </a:xfrm>
          <a:custGeom>
            <a:avLst/>
            <a:gdLst>
              <a:gd name="connsiteX0" fmla="*/ 168541 w 231331"/>
              <a:gd name="connsiteY0" fmla="*/ 83444 h 421352"/>
              <a:gd name="connsiteX1" fmla="*/ 158627 w 231331"/>
              <a:gd name="connsiteY1" fmla="*/ 74356 h 421352"/>
              <a:gd name="connsiteX2" fmla="*/ 168541 w 231331"/>
              <a:gd name="connsiteY2" fmla="*/ 65268 h 421352"/>
              <a:gd name="connsiteX3" fmla="*/ 221417 w 231331"/>
              <a:gd name="connsiteY3" fmla="*/ 65268 h 421352"/>
              <a:gd name="connsiteX4" fmla="*/ 231331 w 231331"/>
              <a:gd name="connsiteY4" fmla="*/ 74356 h 421352"/>
              <a:gd name="connsiteX5" fmla="*/ 221417 w 231331"/>
              <a:gd name="connsiteY5" fmla="*/ 83444 h 421352"/>
              <a:gd name="connsiteX6" fmla="*/ 26438 w 231331"/>
              <a:gd name="connsiteY6" fmla="*/ 50397 h 421352"/>
              <a:gd name="connsiteX7" fmla="*/ 82618 w 231331"/>
              <a:gd name="connsiteY7" fmla="*/ 0 h 421352"/>
              <a:gd name="connsiteX8" fmla="*/ 138799 w 231331"/>
              <a:gd name="connsiteY8" fmla="*/ 50397 h 421352"/>
              <a:gd name="connsiteX9" fmla="*/ 138799 w 231331"/>
              <a:gd name="connsiteY9" fmla="*/ 292469 h 421352"/>
              <a:gd name="connsiteX10" fmla="*/ 165236 w 231331"/>
              <a:gd name="connsiteY10" fmla="*/ 346997 h 421352"/>
              <a:gd name="connsiteX11" fmla="*/ 82618 w 231331"/>
              <a:gd name="connsiteY11" fmla="*/ 421353 h 421352"/>
              <a:gd name="connsiteX12" fmla="*/ 0 w 231331"/>
              <a:gd name="connsiteY12" fmla="*/ 346997 h 421352"/>
              <a:gd name="connsiteX13" fmla="*/ 26438 w 231331"/>
              <a:gd name="connsiteY13" fmla="*/ 292469 h 421352"/>
              <a:gd name="connsiteX14" fmla="*/ 46266 w 231331"/>
              <a:gd name="connsiteY14" fmla="*/ 301557 h 421352"/>
              <a:gd name="connsiteX15" fmla="*/ 42961 w 231331"/>
              <a:gd name="connsiteY15" fmla="*/ 304035 h 421352"/>
              <a:gd name="connsiteX16" fmla="*/ 19828 w 231331"/>
              <a:gd name="connsiteY16" fmla="*/ 347823 h 421352"/>
              <a:gd name="connsiteX17" fmla="*/ 82618 w 231331"/>
              <a:gd name="connsiteY17" fmla="*/ 404003 h 421352"/>
              <a:gd name="connsiteX18" fmla="*/ 145408 w 231331"/>
              <a:gd name="connsiteY18" fmla="*/ 347823 h 421352"/>
              <a:gd name="connsiteX19" fmla="*/ 122275 w 231331"/>
              <a:gd name="connsiteY19" fmla="*/ 304035 h 421352"/>
              <a:gd name="connsiteX20" fmla="*/ 118970 w 231331"/>
              <a:gd name="connsiteY20" fmla="*/ 301557 h 421352"/>
              <a:gd name="connsiteX21" fmla="*/ 118970 w 231331"/>
              <a:gd name="connsiteY21" fmla="*/ 50397 h 421352"/>
              <a:gd name="connsiteX22" fmla="*/ 82618 w 231331"/>
              <a:gd name="connsiteY22" fmla="*/ 18176 h 421352"/>
              <a:gd name="connsiteX23" fmla="*/ 46266 w 231331"/>
              <a:gd name="connsiteY23" fmla="*/ 50397 h 421352"/>
              <a:gd name="connsiteX24" fmla="*/ 46266 w 231331"/>
              <a:gd name="connsiteY24" fmla="*/ 301557 h 421352"/>
              <a:gd name="connsiteX25" fmla="*/ 167715 w 231331"/>
              <a:gd name="connsiteY25" fmla="*/ 261074 h 421352"/>
              <a:gd name="connsiteX26" fmla="*/ 157801 w 231331"/>
              <a:gd name="connsiteY26" fmla="*/ 251986 h 421352"/>
              <a:gd name="connsiteX27" fmla="*/ 167715 w 231331"/>
              <a:gd name="connsiteY27" fmla="*/ 243724 h 421352"/>
              <a:gd name="connsiteX28" fmla="*/ 220591 w 231331"/>
              <a:gd name="connsiteY28" fmla="*/ 243724 h 421352"/>
              <a:gd name="connsiteX29" fmla="*/ 231331 w 231331"/>
              <a:gd name="connsiteY29" fmla="*/ 251986 h 421352"/>
              <a:gd name="connsiteX30" fmla="*/ 220591 w 231331"/>
              <a:gd name="connsiteY30" fmla="*/ 261074 h 421352"/>
              <a:gd name="connsiteX31" fmla="*/ 167715 w 231331"/>
              <a:gd name="connsiteY31" fmla="*/ 202415 h 421352"/>
              <a:gd name="connsiteX32" fmla="*/ 157801 w 231331"/>
              <a:gd name="connsiteY32" fmla="*/ 193327 h 421352"/>
              <a:gd name="connsiteX33" fmla="*/ 167715 w 231331"/>
              <a:gd name="connsiteY33" fmla="*/ 184239 h 421352"/>
              <a:gd name="connsiteX34" fmla="*/ 221417 w 231331"/>
              <a:gd name="connsiteY34" fmla="*/ 184239 h 421352"/>
              <a:gd name="connsiteX35" fmla="*/ 231331 w 231331"/>
              <a:gd name="connsiteY35" fmla="*/ 193327 h 421352"/>
              <a:gd name="connsiteX36" fmla="*/ 221417 w 231331"/>
              <a:gd name="connsiteY36" fmla="*/ 202415 h 421352"/>
              <a:gd name="connsiteX37" fmla="*/ 167715 w 231331"/>
              <a:gd name="connsiteY37" fmla="*/ 142930 h 421352"/>
              <a:gd name="connsiteX38" fmla="*/ 156975 w 231331"/>
              <a:gd name="connsiteY38" fmla="*/ 133842 h 421352"/>
              <a:gd name="connsiteX39" fmla="*/ 167715 w 231331"/>
              <a:gd name="connsiteY39" fmla="*/ 124754 h 421352"/>
              <a:gd name="connsiteX40" fmla="*/ 220591 w 231331"/>
              <a:gd name="connsiteY40" fmla="*/ 124754 h 421352"/>
              <a:gd name="connsiteX41" fmla="*/ 230505 w 231331"/>
              <a:gd name="connsiteY41" fmla="*/ 133842 h 421352"/>
              <a:gd name="connsiteX42" fmla="*/ 220591 w 231331"/>
              <a:gd name="connsiteY42" fmla="*/ 142930 h 421352"/>
              <a:gd name="connsiteX43" fmla="*/ 71878 w 231331"/>
              <a:gd name="connsiteY43" fmla="*/ 309818 h 421352"/>
              <a:gd name="connsiteX44" fmla="*/ 71878 w 231331"/>
              <a:gd name="connsiteY44" fmla="*/ 190022 h 421352"/>
              <a:gd name="connsiteX45" fmla="*/ 81792 w 231331"/>
              <a:gd name="connsiteY45" fmla="*/ 180934 h 421352"/>
              <a:gd name="connsiteX46" fmla="*/ 91706 w 231331"/>
              <a:gd name="connsiteY46" fmla="*/ 190022 h 421352"/>
              <a:gd name="connsiteX47" fmla="*/ 91706 w 231331"/>
              <a:gd name="connsiteY47" fmla="*/ 309818 h 421352"/>
              <a:gd name="connsiteX48" fmla="*/ 124754 w 231331"/>
              <a:gd name="connsiteY48" fmla="*/ 347823 h 421352"/>
              <a:gd name="connsiteX49" fmla="*/ 81792 w 231331"/>
              <a:gd name="connsiteY49" fmla="*/ 385827 h 421352"/>
              <a:gd name="connsiteX50" fmla="*/ 38831 w 231331"/>
              <a:gd name="connsiteY50" fmla="*/ 347823 h 421352"/>
              <a:gd name="connsiteX51" fmla="*/ 71878 w 231331"/>
              <a:gd name="connsiteY51" fmla="*/ 309818 h 421352"/>
              <a:gd name="connsiteX52" fmla="*/ 81792 w 231331"/>
              <a:gd name="connsiteY52" fmla="*/ 368477 h 421352"/>
              <a:gd name="connsiteX53" fmla="*/ 104925 w 231331"/>
              <a:gd name="connsiteY53" fmla="*/ 347823 h 421352"/>
              <a:gd name="connsiteX54" fmla="*/ 81792 w 231331"/>
              <a:gd name="connsiteY54" fmla="*/ 326342 h 421352"/>
              <a:gd name="connsiteX55" fmla="*/ 58659 w 231331"/>
              <a:gd name="connsiteY55" fmla="*/ 347823 h 421352"/>
              <a:gd name="connsiteX56" fmla="*/ 81792 w 231331"/>
              <a:gd name="connsiteY56" fmla="*/ 368477 h 421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231331" h="421352">
                <a:moveTo>
                  <a:pt x="168541" y="83444"/>
                </a:moveTo>
                <a:cubicBezTo>
                  <a:pt x="162758" y="83444"/>
                  <a:pt x="158627" y="79314"/>
                  <a:pt x="158627" y="74356"/>
                </a:cubicBezTo>
                <a:cubicBezTo>
                  <a:pt x="158627" y="69399"/>
                  <a:pt x="162758" y="65268"/>
                  <a:pt x="168541" y="65268"/>
                </a:cubicBezTo>
                <a:lnTo>
                  <a:pt x="221417" y="65268"/>
                </a:lnTo>
                <a:cubicBezTo>
                  <a:pt x="226374" y="65268"/>
                  <a:pt x="231331" y="69399"/>
                  <a:pt x="231331" y="74356"/>
                </a:cubicBezTo>
                <a:cubicBezTo>
                  <a:pt x="231331" y="79314"/>
                  <a:pt x="227200" y="83444"/>
                  <a:pt x="221417" y="83444"/>
                </a:cubicBezTo>
                <a:close/>
                <a:moveTo>
                  <a:pt x="26438" y="50397"/>
                </a:moveTo>
                <a:cubicBezTo>
                  <a:pt x="26438" y="22307"/>
                  <a:pt x="51223" y="0"/>
                  <a:pt x="82618" y="0"/>
                </a:cubicBezTo>
                <a:cubicBezTo>
                  <a:pt x="113187" y="0"/>
                  <a:pt x="138799" y="22307"/>
                  <a:pt x="138799" y="50397"/>
                </a:cubicBezTo>
                <a:lnTo>
                  <a:pt x="138799" y="292469"/>
                </a:lnTo>
                <a:cubicBezTo>
                  <a:pt x="155322" y="306514"/>
                  <a:pt x="165236" y="326342"/>
                  <a:pt x="165236" y="346997"/>
                </a:cubicBezTo>
                <a:cubicBezTo>
                  <a:pt x="165236" y="388306"/>
                  <a:pt x="128058" y="421353"/>
                  <a:pt x="82618" y="421353"/>
                </a:cubicBezTo>
                <a:cubicBezTo>
                  <a:pt x="37178" y="421353"/>
                  <a:pt x="0" y="388306"/>
                  <a:pt x="0" y="346997"/>
                </a:cubicBezTo>
                <a:cubicBezTo>
                  <a:pt x="0" y="326342"/>
                  <a:pt x="9914" y="306514"/>
                  <a:pt x="26438" y="292469"/>
                </a:cubicBezTo>
                <a:close/>
                <a:moveTo>
                  <a:pt x="46266" y="301557"/>
                </a:moveTo>
                <a:lnTo>
                  <a:pt x="42961" y="304035"/>
                </a:lnTo>
                <a:cubicBezTo>
                  <a:pt x="28090" y="314775"/>
                  <a:pt x="19828" y="330473"/>
                  <a:pt x="19828" y="347823"/>
                </a:cubicBezTo>
                <a:cubicBezTo>
                  <a:pt x="19828" y="378392"/>
                  <a:pt x="47919" y="404003"/>
                  <a:pt x="82618" y="404003"/>
                </a:cubicBezTo>
                <a:cubicBezTo>
                  <a:pt x="117318" y="404003"/>
                  <a:pt x="145408" y="378392"/>
                  <a:pt x="145408" y="347823"/>
                </a:cubicBezTo>
                <a:cubicBezTo>
                  <a:pt x="145408" y="330473"/>
                  <a:pt x="136320" y="314775"/>
                  <a:pt x="122275" y="304035"/>
                </a:cubicBezTo>
                <a:lnTo>
                  <a:pt x="118970" y="301557"/>
                </a:lnTo>
                <a:lnTo>
                  <a:pt x="118970" y="50397"/>
                </a:lnTo>
                <a:cubicBezTo>
                  <a:pt x="118970" y="33047"/>
                  <a:pt x="102447" y="18176"/>
                  <a:pt x="82618" y="18176"/>
                </a:cubicBezTo>
                <a:cubicBezTo>
                  <a:pt x="61964" y="18176"/>
                  <a:pt x="46266" y="33047"/>
                  <a:pt x="46266" y="50397"/>
                </a:cubicBezTo>
                <a:lnTo>
                  <a:pt x="46266" y="301557"/>
                </a:lnTo>
                <a:close/>
                <a:moveTo>
                  <a:pt x="167715" y="261074"/>
                </a:moveTo>
                <a:cubicBezTo>
                  <a:pt x="162758" y="261074"/>
                  <a:pt x="157801" y="257769"/>
                  <a:pt x="157801" y="251986"/>
                </a:cubicBezTo>
                <a:cubicBezTo>
                  <a:pt x="157801" y="247029"/>
                  <a:pt x="162758" y="243724"/>
                  <a:pt x="167715" y="243724"/>
                </a:cubicBezTo>
                <a:lnTo>
                  <a:pt x="220591" y="243724"/>
                </a:lnTo>
                <a:cubicBezTo>
                  <a:pt x="226374" y="243724"/>
                  <a:pt x="231331" y="247029"/>
                  <a:pt x="231331" y="251986"/>
                </a:cubicBezTo>
                <a:cubicBezTo>
                  <a:pt x="231331" y="257769"/>
                  <a:pt x="226374" y="261074"/>
                  <a:pt x="220591" y="261074"/>
                </a:cubicBezTo>
                <a:close/>
                <a:moveTo>
                  <a:pt x="167715" y="202415"/>
                </a:moveTo>
                <a:cubicBezTo>
                  <a:pt x="162758" y="202415"/>
                  <a:pt x="157801" y="198284"/>
                  <a:pt x="157801" y="193327"/>
                </a:cubicBezTo>
                <a:cubicBezTo>
                  <a:pt x="157801" y="188370"/>
                  <a:pt x="162758" y="184239"/>
                  <a:pt x="167715" y="184239"/>
                </a:cubicBezTo>
                <a:lnTo>
                  <a:pt x="221417" y="184239"/>
                </a:lnTo>
                <a:cubicBezTo>
                  <a:pt x="226374" y="184239"/>
                  <a:pt x="231331" y="188370"/>
                  <a:pt x="231331" y="193327"/>
                </a:cubicBezTo>
                <a:cubicBezTo>
                  <a:pt x="231331" y="198284"/>
                  <a:pt x="226374" y="202415"/>
                  <a:pt x="221417" y="202415"/>
                </a:cubicBezTo>
                <a:close/>
                <a:moveTo>
                  <a:pt x="167715" y="142930"/>
                </a:moveTo>
                <a:cubicBezTo>
                  <a:pt x="161932" y="142930"/>
                  <a:pt x="156975" y="138799"/>
                  <a:pt x="156975" y="133842"/>
                </a:cubicBezTo>
                <a:cubicBezTo>
                  <a:pt x="156975" y="128884"/>
                  <a:pt x="161932" y="124754"/>
                  <a:pt x="167715" y="124754"/>
                </a:cubicBezTo>
                <a:lnTo>
                  <a:pt x="220591" y="124754"/>
                </a:lnTo>
                <a:cubicBezTo>
                  <a:pt x="225548" y="124754"/>
                  <a:pt x="230505" y="128884"/>
                  <a:pt x="230505" y="133842"/>
                </a:cubicBezTo>
                <a:cubicBezTo>
                  <a:pt x="230505" y="138799"/>
                  <a:pt x="225548" y="142930"/>
                  <a:pt x="220591" y="142930"/>
                </a:cubicBezTo>
                <a:close/>
                <a:moveTo>
                  <a:pt x="71878" y="309818"/>
                </a:moveTo>
                <a:lnTo>
                  <a:pt x="71878" y="190022"/>
                </a:lnTo>
                <a:cubicBezTo>
                  <a:pt x="71878" y="185065"/>
                  <a:pt x="76009" y="180934"/>
                  <a:pt x="81792" y="180934"/>
                </a:cubicBezTo>
                <a:cubicBezTo>
                  <a:pt x="86749" y="180934"/>
                  <a:pt x="91706" y="184239"/>
                  <a:pt x="91706" y="190022"/>
                </a:cubicBezTo>
                <a:lnTo>
                  <a:pt x="91706" y="309818"/>
                </a:lnTo>
                <a:cubicBezTo>
                  <a:pt x="110708" y="313949"/>
                  <a:pt x="124754" y="329647"/>
                  <a:pt x="124754" y="347823"/>
                </a:cubicBezTo>
                <a:cubicBezTo>
                  <a:pt x="124754" y="368477"/>
                  <a:pt x="105751" y="385827"/>
                  <a:pt x="81792" y="385827"/>
                </a:cubicBezTo>
                <a:cubicBezTo>
                  <a:pt x="57833" y="385827"/>
                  <a:pt x="38831" y="368477"/>
                  <a:pt x="38831" y="347823"/>
                </a:cubicBezTo>
                <a:cubicBezTo>
                  <a:pt x="38831" y="328821"/>
                  <a:pt x="52876" y="313949"/>
                  <a:pt x="71878" y="309818"/>
                </a:cubicBezTo>
                <a:close/>
                <a:moveTo>
                  <a:pt x="81792" y="368477"/>
                </a:moveTo>
                <a:cubicBezTo>
                  <a:pt x="95011" y="368477"/>
                  <a:pt x="104925" y="358563"/>
                  <a:pt x="104925" y="347823"/>
                </a:cubicBezTo>
                <a:cubicBezTo>
                  <a:pt x="104925" y="336256"/>
                  <a:pt x="95011" y="326342"/>
                  <a:pt x="81792" y="326342"/>
                </a:cubicBezTo>
                <a:cubicBezTo>
                  <a:pt x="69399" y="326342"/>
                  <a:pt x="58659" y="336256"/>
                  <a:pt x="58659" y="347823"/>
                </a:cubicBezTo>
                <a:cubicBezTo>
                  <a:pt x="58659" y="358563"/>
                  <a:pt x="69399" y="368477"/>
                  <a:pt x="81792" y="368477"/>
                </a:cubicBezTo>
                <a:close/>
              </a:path>
            </a:pathLst>
          </a:custGeom>
          <a:solidFill>
            <a:srgbClr val="000091"/>
          </a:solidFill>
          <a:ln w="8218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2CCBF05D-7C66-27DA-1E1D-7F954CC00891}"/>
              </a:ext>
            </a:extLst>
          </p:cNvPr>
          <p:cNvSpPr txBox="1"/>
          <p:nvPr/>
        </p:nvSpPr>
        <p:spPr>
          <a:xfrm>
            <a:off x="5466805" y="2300921"/>
            <a:ext cx="4762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|</a:t>
            </a:r>
          </a:p>
          <a:p>
            <a:pPr algn="ctr"/>
            <a:r>
              <a:rPr lang="fr-F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fr-FR" sz="1200" dirty="0">
              <a:solidFill>
                <a:schemeClr val="tx1">
                  <a:lumMod val="65000"/>
                  <a:lumOff val="35000"/>
                </a:schemeClr>
              </a:solidFill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431BEB7D-AA3D-0C43-A325-16764A9732EB}"/>
              </a:ext>
            </a:extLst>
          </p:cNvPr>
          <p:cNvSpPr txBox="1"/>
          <p:nvPr/>
        </p:nvSpPr>
        <p:spPr>
          <a:xfrm>
            <a:off x="4270067" y="2718272"/>
            <a:ext cx="1570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Espace public très rafraîchissant</a:t>
            </a:r>
          </a:p>
        </p:txBody>
      </p:sp>
      <p:sp>
        <p:nvSpPr>
          <p:cNvPr id="8" name="zone_coeff_ru_curseur">
            <a:extLst>
              <a:ext uri="{FF2B5EF4-FFF2-40B4-BE49-F238E27FC236}">
                <a16:creationId xmlns:a16="http://schemas.microsoft.com/office/drawing/2014/main" id="{07E6566C-AE16-33FB-0B10-1897683DF483}"/>
              </a:ext>
            </a:extLst>
          </p:cNvPr>
          <p:cNvSpPr/>
          <p:nvPr/>
        </p:nvSpPr>
        <p:spPr>
          <a:xfrm>
            <a:off x="951085" y="1987127"/>
            <a:ext cx="208500" cy="184909"/>
          </a:xfrm>
          <a:custGeom>
            <a:avLst/>
            <a:gdLst>
              <a:gd name="connsiteX0" fmla="*/ 90079 w 208500"/>
              <a:gd name="connsiteY0" fmla="*/ 176728 h 184909"/>
              <a:gd name="connsiteX1" fmla="*/ 118422 w 208500"/>
              <a:gd name="connsiteY1" fmla="*/ 176728 h 184909"/>
              <a:gd name="connsiteX2" fmla="*/ 206284 w 208500"/>
              <a:gd name="connsiteY2" fmla="*/ 24546 h 184909"/>
              <a:gd name="connsiteX3" fmla="*/ 192113 w 208500"/>
              <a:gd name="connsiteY3" fmla="*/ 0 h 184909"/>
              <a:gd name="connsiteX4" fmla="*/ 16388 w 208500"/>
              <a:gd name="connsiteY4" fmla="*/ 0 h 184909"/>
              <a:gd name="connsiteX5" fmla="*/ 2217 w 208500"/>
              <a:gd name="connsiteY5" fmla="*/ 24546 h 184909"/>
              <a:gd name="connsiteX6" fmla="*/ 90079 w 208500"/>
              <a:gd name="connsiteY6" fmla="*/ 176728 h 18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500" h="184909">
                <a:moveTo>
                  <a:pt x="90079" y="176728"/>
                </a:moveTo>
                <a:cubicBezTo>
                  <a:pt x="96377" y="187637"/>
                  <a:pt x="112123" y="187637"/>
                  <a:pt x="118422" y="176728"/>
                </a:cubicBezTo>
                <a:lnTo>
                  <a:pt x="206284" y="24546"/>
                </a:lnTo>
                <a:cubicBezTo>
                  <a:pt x="212582" y="13636"/>
                  <a:pt x="204709" y="0"/>
                  <a:pt x="192113" y="0"/>
                </a:cubicBezTo>
                <a:lnTo>
                  <a:pt x="16388" y="0"/>
                </a:lnTo>
                <a:cubicBezTo>
                  <a:pt x="3791" y="0"/>
                  <a:pt x="-4082" y="13636"/>
                  <a:pt x="2217" y="24546"/>
                </a:cubicBezTo>
                <a:lnTo>
                  <a:pt x="90079" y="176728"/>
                </a:lnTo>
                <a:close/>
              </a:path>
            </a:pathLst>
          </a:custGeom>
          <a:solidFill>
            <a:srgbClr val="161616"/>
          </a:solidFill>
          <a:ln w="6350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1F5DF589-1FD3-4B13-9BAB-E4814C1486FA}"/>
              </a:ext>
            </a:extLst>
          </p:cNvPr>
          <p:cNvSpPr txBox="1"/>
          <p:nvPr/>
        </p:nvSpPr>
        <p:spPr>
          <a:xfrm>
            <a:off x="3088396" y="2300921"/>
            <a:ext cx="4762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|</a:t>
            </a:r>
          </a:p>
          <a:p>
            <a:pPr algn="ctr"/>
            <a:r>
              <a:rPr lang="fr-F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0,5</a:t>
            </a:r>
            <a:endParaRPr lang="fr-FR" sz="1200" dirty="0">
              <a:solidFill>
                <a:schemeClr val="tx1">
                  <a:lumMod val="65000"/>
                  <a:lumOff val="35000"/>
                </a:schemeClr>
              </a:solidFill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586A8838-E396-59E5-AC0F-DB258C9BB497}"/>
              </a:ext>
            </a:extLst>
          </p:cNvPr>
          <p:cNvSpPr/>
          <p:nvPr/>
        </p:nvSpPr>
        <p:spPr>
          <a:xfrm>
            <a:off x="7521963" y="1284530"/>
            <a:ext cx="1448705" cy="293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Coefficient de</a:t>
            </a:r>
            <a:br>
              <a:rPr lang="en-US" sz="1200" kern="0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300" b="1" kern="0" spc="150" dirty="0" err="1">
                <a:solidFill>
                  <a:srgbClr val="3B87FF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Perméabilité</a:t>
            </a:r>
            <a:endParaRPr lang="en-US" sz="1300" b="1" dirty="0">
              <a:solidFill>
                <a:srgbClr val="3B87FF"/>
              </a:solidFill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3B40908C-E01E-18F0-EE48-0E6C941956C2}"/>
              </a:ext>
            </a:extLst>
          </p:cNvPr>
          <p:cNvSpPr txBox="1"/>
          <p:nvPr/>
        </p:nvSpPr>
        <p:spPr>
          <a:xfrm>
            <a:off x="6796915" y="1951218"/>
            <a:ext cx="4762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|</a:t>
            </a:r>
          </a:p>
          <a:p>
            <a:pPr algn="ctr"/>
            <a:r>
              <a:rPr lang="fr-FR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fr-FR" sz="1000" dirty="0">
              <a:solidFill>
                <a:schemeClr val="tx1">
                  <a:lumMod val="65000"/>
                  <a:lumOff val="35000"/>
                </a:schemeClr>
              </a:solidFill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zone_coeff_perm_resultat">
            <a:extLst>
              <a:ext uri="{FF2B5EF4-FFF2-40B4-BE49-F238E27FC236}">
                <a16:creationId xmlns:a16="http://schemas.microsoft.com/office/drawing/2014/main" id="{0C9F516E-8C48-ED2A-8BD0-085E0A2F73E6}"/>
              </a:ext>
            </a:extLst>
          </p:cNvPr>
          <p:cNvSpPr txBox="1"/>
          <p:nvPr/>
        </p:nvSpPr>
        <p:spPr>
          <a:xfrm>
            <a:off x="9676557" y="1224558"/>
            <a:ext cx="2114946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{{</a:t>
            </a:r>
            <a:r>
              <a:rPr lang="fr-FR" sz="19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coeff_perm</a:t>
            </a:r>
            <a:r>
              <a:rPr lang="fr-FR" sz="1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}}</a:t>
            </a:r>
            <a:r>
              <a:rPr lang="fr-F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 / 1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EF0A19D3-B533-0DA6-2599-67AE29B1CA40}"/>
              </a:ext>
            </a:extLst>
          </p:cNvPr>
          <p:cNvSpPr txBox="1"/>
          <p:nvPr/>
        </p:nvSpPr>
        <p:spPr>
          <a:xfrm>
            <a:off x="6877935" y="2272589"/>
            <a:ext cx="162356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Sols très imperméables</a:t>
            </a:r>
          </a:p>
        </p:txBody>
      </p:sp>
      <p:sp>
        <p:nvSpPr>
          <p:cNvPr id="42" name="zone_coeff_perm_analyse">
            <a:extLst>
              <a:ext uri="{FF2B5EF4-FFF2-40B4-BE49-F238E27FC236}">
                <a16:creationId xmlns:a16="http://schemas.microsoft.com/office/drawing/2014/main" id="{D815779D-E063-1683-BE0A-93A969EED637}"/>
              </a:ext>
            </a:extLst>
          </p:cNvPr>
          <p:cNvSpPr txBox="1"/>
          <p:nvPr/>
        </p:nvSpPr>
        <p:spPr>
          <a:xfrm>
            <a:off x="6877935" y="2711156"/>
            <a:ext cx="5020803" cy="62666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fr-F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{{</a:t>
            </a:r>
            <a:r>
              <a:rPr lang="fr-FR"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analyse_coeff_perm</a:t>
            </a:r>
            <a:r>
              <a:rPr lang="fr-F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}}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4155C661-08F5-D72C-6159-534478BB643B}"/>
              </a:ext>
            </a:extLst>
          </p:cNvPr>
          <p:cNvSpPr txBox="1"/>
          <p:nvPr/>
        </p:nvSpPr>
        <p:spPr>
          <a:xfrm>
            <a:off x="11438320" y="1931080"/>
            <a:ext cx="4762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|</a:t>
            </a:r>
          </a:p>
          <a:p>
            <a:pPr algn="ctr"/>
            <a:r>
              <a:rPr lang="fr-FR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fr-FR" sz="1000" dirty="0">
              <a:solidFill>
                <a:schemeClr val="tx1">
                  <a:lumMod val="65000"/>
                  <a:lumOff val="35000"/>
                </a:schemeClr>
              </a:solidFill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3B861828-3789-1227-5D24-D929840053A3}"/>
              </a:ext>
            </a:extLst>
          </p:cNvPr>
          <p:cNvSpPr txBox="1"/>
          <p:nvPr/>
        </p:nvSpPr>
        <p:spPr>
          <a:xfrm>
            <a:off x="10220823" y="2305789"/>
            <a:ext cx="15706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Sols très perméables</a:t>
            </a: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678F3BB8-CE4E-9740-E494-B41572EA3E7A}"/>
              </a:ext>
            </a:extLst>
          </p:cNvPr>
          <p:cNvSpPr txBox="1"/>
          <p:nvPr/>
        </p:nvSpPr>
        <p:spPr>
          <a:xfrm>
            <a:off x="9123037" y="1945788"/>
            <a:ext cx="4762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|</a:t>
            </a:r>
          </a:p>
          <a:p>
            <a:pPr algn="ctr"/>
            <a:r>
              <a:rPr lang="fr-FR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0,5</a:t>
            </a:r>
            <a:endParaRPr lang="fr-FR" sz="1000" dirty="0">
              <a:solidFill>
                <a:schemeClr val="tx1">
                  <a:lumMod val="65000"/>
                  <a:lumOff val="35000"/>
                </a:schemeClr>
              </a:solidFill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1" name="zone_coeff_perm_echelle">
            <a:extLst>
              <a:ext uri="{FF2B5EF4-FFF2-40B4-BE49-F238E27FC236}">
                <a16:creationId xmlns:a16="http://schemas.microsoft.com/office/drawing/2014/main" id="{A36CD4A0-CE6B-2E5A-0169-6B8B117FD6A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034400" y="1846800"/>
            <a:ext cx="4644000" cy="144000"/>
          </a:xfrm>
          <a:prstGeom prst="rect">
            <a:avLst/>
          </a:prstGeom>
        </p:spPr>
      </p:pic>
      <p:sp>
        <p:nvSpPr>
          <p:cNvPr id="12" name="zone_coeff_perm_curseur">
            <a:extLst>
              <a:ext uri="{FF2B5EF4-FFF2-40B4-BE49-F238E27FC236}">
                <a16:creationId xmlns:a16="http://schemas.microsoft.com/office/drawing/2014/main" id="{3BA044A5-E7AE-D86E-2624-A658E6201EAA}"/>
              </a:ext>
            </a:extLst>
          </p:cNvPr>
          <p:cNvSpPr/>
          <p:nvPr/>
        </p:nvSpPr>
        <p:spPr>
          <a:xfrm>
            <a:off x="6998956" y="1742572"/>
            <a:ext cx="152900" cy="135600"/>
          </a:xfrm>
          <a:custGeom>
            <a:avLst/>
            <a:gdLst>
              <a:gd name="connsiteX0" fmla="*/ 66058 w 152900"/>
              <a:gd name="connsiteY0" fmla="*/ 129600 h 135600"/>
              <a:gd name="connsiteX1" fmla="*/ 86843 w 152900"/>
              <a:gd name="connsiteY1" fmla="*/ 129600 h 135600"/>
              <a:gd name="connsiteX2" fmla="*/ 151275 w 152900"/>
              <a:gd name="connsiteY2" fmla="*/ 18000 h 135600"/>
              <a:gd name="connsiteX3" fmla="*/ 140883 w 152900"/>
              <a:gd name="connsiteY3" fmla="*/ 0 h 135600"/>
              <a:gd name="connsiteX4" fmla="*/ 12018 w 152900"/>
              <a:gd name="connsiteY4" fmla="*/ 0 h 135600"/>
              <a:gd name="connsiteX5" fmla="*/ 1626 w 152900"/>
              <a:gd name="connsiteY5" fmla="*/ 18000 h 135600"/>
              <a:gd name="connsiteX6" fmla="*/ 66058 w 152900"/>
              <a:gd name="connsiteY6" fmla="*/ 129600 h 13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2900" h="135600">
                <a:moveTo>
                  <a:pt x="66058" y="129600"/>
                </a:moveTo>
                <a:cubicBezTo>
                  <a:pt x="70677" y="137600"/>
                  <a:pt x="82224" y="137600"/>
                  <a:pt x="86843" y="129600"/>
                </a:cubicBezTo>
                <a:lnTo>
                  <a:pt x="151275" y="18000"/>
                </a:lnTo>
                <a:cubicBezTo>
                  <a:pt x="155894" y="10000"/>
                  <a:pt x="150120" y="0"/>
                  <a:pt x="140883" y="0"/>
                </a:cubicBezTo>
                <a:lnTo>
                  <a:pt x="12018" y="0"/>
                </a:lnTo>
                <a:cubicBezTo>
                  <a:pt x="2780" y="0"/>
                  <a:pt x="-2993" y="10000"/>
                  <a:pt x="1626" y="18000"/>
                </a:cubicBezTo>
                <a:lnTo>
                  <a:pt x="66058" y="129600"/>
                </a:lnTo>
                <a:close/>
              </a:path>
            </a:pathLst>
          </a:custGeom>
          <a:solidFill>
            <a:srgbClr val="161616"/>
          </a:solidFill>
          <a:ln w="4618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69" name="Text 16">
            <a:extLst>
              <a:ext uri="{FF2B5EF4-FFF2-40B4-BE49-F238E27FC236}">
                <a16:creationId xmlns:a16="http://schemas.microsoft.com/office/drawing/2014/main" id="{FDD54181-1A52-1FB0-8094-240DCA72BF57}"/>
              </a:ext>
            </a:extLst>
          </p:cNvPr>
          <p:cNvSpPr/>
          <p:nvPr/>
        </p:nvSpPr>
        <p:spPr>
          <a:xfrm>
            <a:off x="7521962" y="3809046"/>
            <a:ext cx="1448705" cy="293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Coefficient de</a:t>
            </a:r>
            <a:br>
              <a:rPr lang="en-US" sz="1200" kern="0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300" b="1" kern="0" spc="150" dirty="0" err="1">
                <a:solidFill>
                  <a:srgbClr val="29A31E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Biodiversité</a:t>
            </a:r>
            <a:endParaRPr lang="en-US" sz="1300" b="1" dirty="0">
              <a:solidFill>
                <a:srgbClr val="29A31E"/>
              </a:solidFill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2C5F969-AE63-3128-F3BB-7DC5604B47A5}"/>
              </a:ext>
            </a:extLst>
          </p:cNvPr>
          <p:cNvSpPr txBox="1"/>
          <p:nvPr/>
        </p:nvSpPr>
        <p:spPr>
          <a:xfrm>
            <a:off x="6796915" y="4518441"/>
            <a:ext cx="4762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|</a:t>
            </a:r>
          </a:p>
          <a:p>
            <a:pPr algn="ctr"/>
            <a:r>
              <a:rPr lang="fr-FR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fr-FR" sz="1000" dirty="0">
              <a:solidFill>
                <a:schemeClr val="tx1">
                  <a:lumMod val="65000"/>
                  <a:lumOff val="35000"/>
                </a:schemeClr>
              </a:solidFill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zone_coeff_bio_resultat">
            <a:extLst>
              <a:ext uri="{FF2B5EF4-FFF2-40B4-BE49-F238E27FC236}">
                <a16:creationId xmlns:a16="http://schemas.microsoft.com/office/drawing/2014/main" id="{4AB29B46-26F9-32EF-1FA1-8E9998B06F53}"/>
              </a:ext>
            </a:extLst>
          </p:cNvPr>
          <p:cNvSpPr txBox="1"/>
          <p:nvPr/>
        </p:nvSpPr>
        <p:spPr>
          <a:xfrm>
            <a:off x="9676557" y="3779079"/>
            <a:ext cx="2114946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{{</a:t>
            </a:r>
            <a:r>
              <a:rPr lang="fr-FR" sz="19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coeff_bio</a:t>
            </a:r>
            <a:r>
              <a:rPr lang="fr-FR" sz="1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}}</a:t>
            </a:r>
            <a:r>
              <a:rPr lang="fr-F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 / 1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C9205A4B-479A-F86A-1319-61FAC62C125B}"/>
              </a:ext>
            </a:extLst>
          </p:cNvPr>
          <p:cNvSpPr txBox="1"/>
          <p:nvPr/>
        </p:nvSpPr>
        <p:spPr>
          <a:xfrm>
            <a:off x="6877935" y="4873560"/>
            <a:ext cx="162356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Biodiversité inexistante</a:t>
            </a:r>
          </a:p>
        </p:txBody>
      </p:sp>
      <p:sp>
        <p:nvSpPr>
          <p:cNvPr id="73" name="zone_coeff_bio_analyse">
            <a:extLst>
              <a:ext uri="{FF2B5EF4-FFF2-40B4-BE49-F238E27FC236}">
                <a16:creationId xmlns:a16="http://schemas.microsoft.com/office/drawing/2014/main" id="{165C3EED-35E8-A107-2A5B-A5E12189F11F}"/>
              </a:ext>
            </a:extLst>
          </p:cNvPr>
          <p:cNvSpPr txBox="1"/>
          <p:nvPr/>
        </p:nvSpPr>
        <p:spPr>
          <a:xfrm>
            <a:off x="6877936" y="5150128"/>
            <a:ext cx="5036634" cy="40011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lang="fr-F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{{</a:t>
            </a:r>
            <a:r>
              <a:rPr lang="fr-FR" sz="13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analyse_coeff_bio</a:t>
            </a:r>
            <a:r>
              <a:rPr lang="fr-FR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4226318D-0873-1A75-0DCA-C5F273BA3CCD}"/>
              </a:ext>
            </a:extLst>
          </p:cNvPr>
          <p:cNvSpPr txBox="1"/>
          <p:nvPr/>
        </p:nvSpPr>
        <p:spPr>
          <a:xfrm>
            <a:off x="11438320" y="4516013"/>
            <a:ext cx="4762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|</a:t>
            </a:r>
          </a:p>
          <a:p>
            <a:pPr algn="ctr"/>
            <a:r>
              <a:rPr lang="fr-FR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fr-FR" sz="1000" dirty="0">
              <a:solidFill>
                <a:schemeClr val="tx1">
                  <a:lumMod val="65000"/>
                  <a:lumOff val="35000"/>
                </a:schemeClr>
              </a:solidFill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5" name="ZoneTexte 74">
            <a:extLst>
              <a:ext uri="{FF2B5EF4-FFF2-40B4-BE49-F238E27FC236}">
                <a16:creationId xmlns:a16="http://schemas.microsoft.com/office/drawing/2014/main" id="{7FEB726F-451B-12CF-95E2-3B95D18FBBAD}"/>
              </a:ext>
            </a:extLst>
          </p:cNvPr>
          <p:cNvSpPr txBox="1"/>
          <p:nvPr/>
        </p:nvSpPr>
        <p:spPr>
          <a:xfrm>
            <a:off x="9818920" y="4871651"/>
            <a:ext cx="19725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Potentiel écosystème-relais</a:t>
            </a:r>
          </a:p>
        </p:txBody>
      </p:sp>
      <p:sp>
        <p:nvSpPr>
          <p:cNvPr id="76" name="ZoneTexte 75">
            <a:extLst>
              <a:ext uri="{FF2B5EF4-FFF2-40B4-BE49-F238E27FC236}">
                <a16:creationId xmlns:a16="http://schemas.microsoft.com/office/drawing/2014/main" id="{5E1DF01C-0F14-B74F-F7CB-666DD3A739BC}"/>
              </a:ext>
            </a:extLst>
          </p:cNvPr>
          <p:cNvSpPr txBox="1"/>
          <p:nvPr/>
        </p:nvSpPr>
        <p:spPr>
          <a:xfrm>
            <a:off x="9123037" y="4519544"/>
            <a:ext cx="4762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|</a:t>
            </a:r>
          </a:p>
          <a:p>
            <a:pPr algn="ctr"/>
            <a:r>
              <a:rPr lang="fr-FR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0,5</a:t>
            </a:r>
            <a:endParaRPr lang="fr-FR" sz="1000" dirty="0">
              <a:solidFill>
                <a:schemeClr val="tx1">
                  <a:lumMod val="65000"/>
                  <a:lumOff val="35000"/>
                </a:schemeClr>
              </a:solidFill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6" name="zone_coeff_bio_echelle">
            <a:extLst>
              <a:ext uri="{FF2B5EF4-FFF2-40B4-BE49-F238E27FC236}">
                <a16:creationId xmlns:a16="http://schemas.microsoft.com/office/drawing/2014/main" id="{08FB79B5-C6F2-3212-3353-C32C6970820B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7034400" y="4406400"/>
            <a:ext cx="4644000" cy="144000"/>
          </a:xfrm>
          <a:prstGeom prst="rect">
            <a:avLst/>
          </a:prstGeom>
        </p:spPr>
      </p:pic>
      <p:sp>
        <p:nvSpPr>
          <p:cNvPr id="13" name="zone_coeff_bio_curseur">
            <a:extLst>
              <a:ext uri="{FF2B5EF4-FFF2-40B4-BE49-F238E27FC236}">
                <a16:creationId xmlns:a16="http://schemas.microsoft.com/office/drawing/2014/main" id="{6E922DBF-EC40-62AE-5811-0C7DA85797E1}"/>
              </a:ext>
            </a:extLst>
          </p:cNvPr>
          <p:cNvSpPr/>
          <p:nvPr/>
        </p:nvSpPr>
        <p:spPr>
          <a:xfrm>
            <a:off x="6998956" y="4311420"/>
            <a:ext cx="152900" cy="135600"/>
          </a:xfrm>
          <a:custGeom>
            <a:avLst/>
            <a:gdLst>
              <a:gd name="connsiteX0" fmla="*/ 66058 w 152900"/>
              <a:gd name="connsiteY0" fmla="*/ 129600 h 135600"/>
              <a:gd name="connsiteX1" fmla="*/ 86843 w 152900"/>
              <a:gd name="connsiteY1" fmla="*/ 129600 h 135600"/>
              <a:gd name="connsiteX2" fmla="*/ 151275 w 152900"/>
              <a:gd name="connsiteY2" fmla="*/ 18000 h 135600"/>
              <a:gd name="connsiteX3" fmla="*/ 140883 w 152900"/>
              <a:gd name="connsiteY3" fmla="*/ 0 h 135600"/>
              <a:gd name="connsiteX4" fmla="*/ 12018 w 152900"/>
              <a:gd name="connsiteY4" fmla="*/ 0 h 135600"/>
              <a:gd name="connsiteX5" fmla="*/ 1626 w 152900"/>
              <a:gd name="connsiteY5" fmla="*/ 18000 h 135600"/>
              <a:gd name="connsiteX6" fmla="*/ 66058 w 152900"/>
              <a:gd name="connsiteY6" fmla="*/ 129600 h 13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2900" h="135600">
                <a:moveTo>
                  <a:pt x="66058" y="129600"/>
                </a:moveTo>
                <a:cubicBezTo>
                  <a:pt x="70677" y="137600"/>
                  <a:pt x="82224" y="137600"/>
                  <a:pt x="86843" y="129600"/>
                </a:cubicBezTo>
                <a:lnTo>
                  <a:pt x="151275" y="18000"/>
                </a:lnTo>
                <a:cubicBezTo>
                  <a:pt x="155894" y="10000"/>
                  <a:pt x="150120" y="0"/>
                  <a:pt x="140883" y="0"/>
                </a:cubicBezTo>
                <a:lnTo>
                  <a:pt x="12018" y="0"/>
                </a:lnTo>
                <a:cubicBezTo>
                  <a:pt x="2780" y="0"/>
                  <a:pt x="-2993" y="10000"/>
                  <a:pt x="1626" y="18000"/>
                </a:cubicBezTo>
                <a:lnTo>
                  <a:pt x="66058" y="129600"/>
                </a:lnTo>
                <a:close/>
              </a:path>
            </a:pathLst>
          </a:custGeom>
          <a:solidFill>
            <a:srgbClr val="161616"/>
          </a:solidFill>
          <a:ln w="4618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25" name="Graphique 82">
            <a:extLst>
              <a:ext uri="{FF2B5EF4-FFF2-40B4-BE49-F238E27FC236}">
                <a16:creationId xmlns:a16="http://schemas.microsoft.com/office/drawing/2014/main" id="{F4830C2E-47F8-242B-E106-D059B106FBEE}"/>
              </a:ext>
            </a:extLst>
          </p:cNvPr>
          <p:cNvSpPr/>
          <p:nvPr/>
        </p:nvSpPr>
        <p:spPr>
          <a:xfrm>
            <a:off x="7017170" y="3786206"/>
            <a:ext cx="314420" cy="342362"/>
          </a:xfrm>
          <a:custGeom>
            <a:avLst/>
            <a:gdLst>
              <a:gd name="connsiteX0" fmla="*/ 129276 w 314420"/>
              <a:gd name="connsiteY0" fmla="*/ 228460 h 342362"/>
              <a:gd name="connsiteX1" fmla="*/ 95734 w 314420"/>
              <a:gd name="connsiteY1" fmla="*/ 199111 h 342362"/>
              <a:gd name="connsiteX2" fmla="*/ 0 w 314420"/>
              <a:gd name="connsiteY2" fmla="*/ 147401 h 342362"/>
              <a:gd name="connsiteX3" fmla="*/ 55903 w 314420"/>
              <a:gd name="connsiteY3" fmla="*/ 86606 h 342362"/>
              <a:gd name="connsiteX4" fmla="*/ 97830 w 314420"/>
              <a:gd name="connsiteY4" fmla="*/ 43980 h 342362"/>
              <a:gd name="connsiteX5" fmla="*/ 227106 w 314420"/>
              <a:gd name="connsiteY5" fmla="*/ 20221 h 342362"/>
              <a:gd name="connsiteX6" fmla="*/ 254359 w 314420"/>
              <a:gd name="connsiteY6" fmla="*/ 66341 h 342362"/>
              <a:gd name="connsiteX7" fmla="*/ 292792 w 314420"/>
              <a:gd name="connsiteY7" fmla="*/ 187232 h 342362"/>
              <a:gd name="connsiteX8" fmla="*/ 215227 w 314420"/>
              <a:gd name="connsiteY8" fmla="*/ 204003 h 342362"/>
              <a:gd name="connsiteX9" fmla="*/ 183781 w 314420"/>
              <a:gd name="connsiteY9" fmla="*/ 229159 h 342362"/>
              <a:gd name="connsiteX10" fmla="*/ 206143 w 314420"/>
              <a:gd name="connsiteY10" fmla="*/ 336074 h 342362"/>
              <a:gd name="connsiteX11" fmla="*/ 200552 w 314420"/>
              <a:gd name="connsiteY11" fmla="*/ 342363 h 342362"/>
              <a:gd name="connsiteX12" fmla="*/ 113902 w 314420"/>
              <a:gd name="connsiteY12" fmla="*/ 342363 h 342362"/>
              <a:gd name="connsiteX13" fmla="*/ 108312 w 314420"/>
              <a:gd name="connsiteY13" fmla="*/ 334676 h 342362"/>
              <a:gd name="connsiteX14" fmla="*/ 122987 w 314420"/>
              <a:gd name="connsiteY14" fmla="*/ 292050 h 342362"/>
              <a:gd name="connsiteX15" fmla="*/ 92240 w 314420"/>
              <a:gd name="connsiteY15" fmla="*/ 262701 h 342362"/>
              <a:gd name="connsiteX16" fmla="*/ 92240 w 314420"/>
              <a:gd name="connsiteY16" fmla="*/ 254315 h 342362"/>
              <a:gd name="connsiteX17" fmla="*/ 108312 w 314420"/>
              <a:gd name="connsiteY17" fmla="*/ 239641 h 342362"/>
              <a:gd name="connsiteX18" fmla="*/ 117396 w 314420"/>
              <a:gd name="connsiteY18" fmla="*/ 240340 h 342362"/>
              <a:gd name="connsiteX19" fmla="*/ 128577 w 314420"/>
              <a:gd name="connsiteY19" fmla="*/ 252219 h 342362"/>
              <a:gd name="connsiteX20" fmla="*/ 129975 w 314420"/>
              <a:gd name="connsiteY20" fmla="*/ 228460 h 342362"/>
              <a:gd name="connsiteX21" fmla="*/ 140456 w 314420"/>
              <a:gd name="connsiteY21" fmla="*/ 224267 h 342362"/>
              <a:gd name="connsiteX22" fmla="*/ 138360 w 314420"/>
              <a:gd name="connsiteY22" fmla="*/ 259207 h 342362"/>
              <a:gd name="connsiteX23" fmla="*/ 157227 w 314420"/>
              <a:gd name="connsiteY23" fmla="*/ 270387 h 342362"/>
              <a:gd name="connsiteX24" fmla="*/ 150239 w 314420"/>
              <a:gd name="connsiteY24" fmla="*/ 273881 h 342362"/>
              <a:gd name="connsiteX25" fmla="*/ 111107 w 314420"/>
              <a:gd name="connsiteY25" fmla="*/ 251520 h 342362"/>
              <a:gd name="connsiteX26" fmla="*/ 104119 w 314420"/>
              <a:gd name="connsiteY26" fmla="*/ 258508 h 342362"/>
              <a:gd name="connsiteX27" fmla="*/ 132770 w 314420"/>
              <a:gd name="connsiteY27" fmla="*/ 285761 h 342362"/>
              <a:gd name="connsiteX28" fmla="*/ 134167 w 314420"/>
              <a:gd name="connsiteY28" fmla="*/ 291351 h 342362"/>
              <a:gd name="connsiteX29" fmla="*/ 121589 w 314420"/>
              <a:gd name="connsiteY29" fmla="*/ 331182 h 342362"/>
              <a:gd name="connsiteX30" fmla="*/ 193564 w 314420"/>
              <a:gd name="connsiteY30" fmla="*/ 331182 h 342362"/>
              <a:gd name="connsiteX31" fmla="*/ 170504 w 314420"/>
              <a:gd name="connsiteY31" fmla="*/ 211689 h 342362"/>
              <a:gd name="connsiteX32" fmla="*/ 192866 w 314420"/>
              <a:gd name="connsiteY32" fmla="*/ 129232 h 342362"/>
              <a:gd name="connsiteX33" fmla="*/ 185179 w 314420"/>
              <a:gd name="connsiteY33" fmla="*/ 128533 h 342362"/>
              <a:gd name="connsiteX34" fmla="*/ 169107 w 314420"/>
              <a:gd name="connsiteY34" fmla="*/ 174653 h 342362"/>
              <a:gd name="connsiteX35" fmla="*/ 143252 w 314420"/>
              <a:gd name="connsiteY35" fmla="*/ 177449 h 342362"/>
              <a:gd name="connsiteX36" fmla="*/ 128577 w 314420"/>
              <a:gd name="connsiteY36" fmla="*/ 152991 h 342362"/>
              <a:gd name="connsiteX37" fmla="*/ 118095 w 314420"/>
              <a:gd name="connsiteY37" fmla="*/ 157184 h 342362"/>
              <a:gd name="connsiteX38" fmla="*/ 141155 w 314420"/>
              <a:gd name="connsiteY38" fmla="*/ 207497 h 342362"/>
              <a:gd name="connsiteX39" fmla="*/ 140456 w 314420"/>
              <a:gd name="connsiteY39" fmla="*/ 224267 h 342362"/>
              <a:gd name="connsiteX40" fmla="*/ 182384 w 314420"/>
              <a:gd name="connsiteY40" fmla="*/ 217280 h 342362"/>
              <a:gd name="connsiteX41" fmla="*/ 215227 w 314420"/>
              <a:gd name="connsiteY41" fmla="*/ 192123 h 342362"/>
              <a:gd name="connsiteX42" fmla="*/ 302575 w 314420"/>
              <a:gd name="connsiteY42" fmla="*/ 136919 h 342362"/>
              <a:gd name="connsiteX43" fmla="*/ 286503 w 314420"/>
              <a:gd name="connsiteY43" fmla="*/ 97088 h 342362"/>
              <a:gd name="connsiteX44" fmla="*/ 248070 w 314420"/>
              <a:gd name="connsiteY44" fmla="*/ 76823 h 342362"/>
              <a:gd name="connsiteX45" fmla="*/ 242480 w 314420"/>
              <a:gd name="connsiteY45" fmla="*/ 71932 h 342362"/>
              <a:gd name="connsiteX46" fmla="*/ 132770 w 314420"/>
              <a:gd name="connsiteY46" fmla="*/ 21619 h 342362"/>
              <a:gd name="connsiteX47" fmla="*/ 100626 w 314420"/>
              <a:gd name="connsiteY47" fmla="*/ 54462 h 342362"/>
              <a:gd name="connsiteX48" fmla="*/ 66385 w 314420"/>
              <a:gd name="connsiteY48" fmla="*/ 91498 h 342362"/>
              <a:gd name="connsiteX49" fmla="*/ 25156 w 314420"/>
              <a:gd name="connsiteY49" fmla="*/ 112461 h 342362"/>
              <a:gd name="connsiteX50" fmla="*/ 62891 w 314420"/>
              <a:gd name="connsiteY50" fmla="*/ 197015 h 342362"/>
              <a:gd name="connsiteX51" fmla="*/ 93638 w 314420"/>
              <a:gd name="connsiteY51" fmla="*/ 187232 h 342362"/>
              <a:gd name="connsiteX52" fmla="*/ 102722 w 314420"/>
              <a:gd name="connsiteY52" fmla="*/ 189328 h 342362"/>
              <a:gd name="connsiteX53" fmla="*/ 129276 w 314420"/>
              <a:gd name="connsiteY53" fmla="*/ 216581 h 342362"/>
              <a:gd name="connsiteX54" fmla="*/ 115300 w 314420"/>
              <a:gd name="connsiteY54" fmla="*/ 173955 h 342362"/>
              <a:gd name="connsiteX55" fmla="*/ 129276 w 314420"/>
              <a:gd name="connsiteY55" fmla="*/ 140413 h 342362"/>
              <a:gd name="connsiteX56" fmla="*/ 136963 w 314420"/>
              <a:gd name="connsiteY56" fmla="*/ 143208 h 342362"/>
              <a:gd name="connsiteX57" fmla="*/ 154432 w 314420"/>
              <a:gd name="connsiteY57" fmla="*/ 172557 h 342362"/>
              <a:gd name="connsiteX58" fmla="*/ 157926 w 314420"/>
              <a:gd name="connsiteY58" fmla="*/ 170461 h 342362"/>
              <a:gd name="connsiteX59" fmla="*/ 175396 w 314420"/>
              <a:gd name="connsiteY59" fmla="*/ 120847 h 342362"/>
              <a:gd name="connsiteX60" fmla="*/ 181685 w 314420"/>
              <a:gd name="connsiteY60" fmla="*/ 116654 h 342362"/>
              <a:gd name="connsiteX61" fmla="*/ 199155 w 314420"/>
              <a:gd name="connsiteY61" fmla="*/ 119449 h 342362"/>
              <a:gd name="connsiteX62" fmla="*/ 204046 w 314420"/>
              <a:gd name="connsiteY62" fmla="*/ 125040 h 342362"/>
              <a:gd name="connsiteX63" fmla="*/ 182384 w 314420"/>
              <a:gd name="connsiteY63" fmla="*/ 211689 h 342362"/>
              <a:gd name="connsiteX64" fmla="*/ 182384 w 314420"/>
              <a:gd name="connsiteY64" fmla="*/ 217280 h 342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314420" h="342362">
                <a:moveTo>
                  <a:pt x="129276" y="228460"/>
                </a:moveTo>
                <a:cubicBezTo>
                  <a:pt x="115300" y="222171"/>
                  <a:pt x="103421" y="212388"/>
                  <a:pt x="95734" y="199111"/>
                </a:cubicBezTo>
                <a:cubicBezTo>
                  <a:pt x="53807" y="223569"/>
                  <a:pt x="0" y="194918"/>
                  <a:pt x="0" y="147401"/>
                </a:cubicBezTo>
                <a:cubicBezTo>
                  <a:pt x="0" y="115955"/>
                  <a:pt x="24458" y="90100"/>
                  <a:pt x="55903" y="86606"/>
                </a:cubicBezTo>
                <a:cubicBezTo>
                  <a:pt x="57301" y="64944"/>
                  <a:pt x="74770" y="46775"/>
                  <a:pt x="97830" y="43980"/>
                </a:cubicBezTo>
                <a:cubicBezTo>
                  <a:pt x="122288" y="-2839"/>
                  <a:pt x="185878" y="-14718"/>
                  <a:pt x="227106" y="20221"/>
                </a:cubicBezTo>
                <a:cubicBezTo>
                  <a:pt x="241082" y="32101"/>
                  <a:pt x="250865" y="48173"/>
                  <a:pt x="254359" y="66341"/>
                </a:cubicBezTo>
                <a:cubicBezTo>
                  <a:pt x="312358" y="76823"/>
                  <a:pt x="334720" y="146702"/>
                  <a:pt x="292792" y="187232"/>
                </a:cubicBezTo>
                <a:cubicBezTo>
                  <a:pt x="272527" y="206798"/>
                  <a:pt x="242480" y="213087"/>
                  <a:pt x="215227" y="204003"/>
                </a:cubicBezTo>
                <a:cubicBezTo>
                  <a:pt x="207540" y="215183"/>
                  <a:pt x="196360" y="223569"/>
                  <a:pt x="183781" y="229159"/>
                </a:cubicBezTo>
                <a:cubicBezTo>
                  <a:pt x="187275" y="271086"/>
                  <a:pt x="202649" y="296941"/>
                  <a:pt x="206143" y="336074"/>
                </a:cubicBezTo>
                <a:cubicBezTo>
                  <a:pt x="206841" y="339568"/>
                  <a:pt x="204046" y="342363"/>
                  <a:pt x="200552" y="342363"/>
                </a:cubicBezTo>
                <a:lnTo>
                  <a:pt x="113902" y="342363"/>
                </a:lnTo>
                <a:cubicBezTo>
                  <a:pt x="109710" y="342363"/>
                  <a:pt x="106915" y="338170"/>
                  <a:pt x="108312" y="334676"/>
                </a:cubicBezTo>
                <a:cubicBezTo>
                  <a:pt x="114601" y="322098"/>
                  <a:pt x="120192" y="304628"/>
                  <a:pt x="122987" y="292050"/>
                </a:cubicBezTo>
                <a:lnTo>
                  <a:pt x="92240" y="262701"/>
                </a:lnTo>
                <a:cubicBezTo>
                  <a:pt x="90144" y="260604"/>
                  <a:pt x="90144" y="257110"/>
                  <a:pt x="92240" y="254315"/>
                </a:cubicBezTo>
                <a:lnTo>
                  <a:pt x="108312" y="239641"/>
                </a:lnTo>
                <a:cubicBezTo>
                  <a:pt x="111107" y="236846"/>
                  <a:pt x="115300" y="237544"/>
                  <a:pt x="117396" y="240340"/>
                </a:cubicBezTo>
                <a:cubicBezTo>
                  <a:pt x="121123" y="245464"/>
                  <a:pt x="124850" y="249424"/>
                  <a:pt x="128577" y="252219"/>
                </a:cubicBezTo>
                <a:lnTo>
                  <a:pt x="129975" y="228460"/>
                </a:lnTo>
                <a:close/>
                <a:moveTo>
                  <a:pt x="140456" y="224267"/>
                </a:moveTo>
                <a:lnTo>
                  <a:pt x="138360" y="259207"/>
                </a:lnTo>
                <a:cubicBezTo>
                  <a:pt x="148842" y="263400"/>
                  <a:pt x="158625" y="262701"/>
                  <a:pt x="157227" y="270387"/>
                </a:cubicBezTo>
                <a:cubicBezTo>
                  <a:pt x="155830" y="273183"/>
                  <a:pt x="153035" y="274580"/>
                  <a:pt x="150239" y="273881"/>
                </a:cubicBezTo>
                <a:cubicBezTo>
                  <a:pt x="134167" y="270387"/>
                  <a:pt x="122288" y="264797"/>
                  <a:pt x="111107" y="251520"/>
                </a:cubicBezTo>
                <a:lnTo>
                  <a:pt x="104119" y="258508"/>
                </a:lnTo>
                <a:lnTo>
                  <a:pt x="132770" y="285761"/>
                </a:lnTo>
                <a:cubicBezTo>
                  <a:pt x="133469" y="287158"/>
                  <a:pt x="134167" y="289255"/>
                  <a:pt x="134167" y="291351"/>
                </a:cubicBezTo>
                <a:cubicBezTo>
                  <a:pt x="131372" y="304628"/>
                  <a:pt x="127179" y="317905"/>
                  <a:pt x="121589" y="331182"/>
                </a:cubicBezTo>
                <a:lnTo>
                  <a:pt x="193564" y="331182"/>
                </a:lnTo>
                <a:cubicBezTo>
                  <a:pt x="187974" y="289255"/>
                  <a:pt x="170504" y="264098"/>
                  <a:pt x="170504" y="211689"/>
                </a:cubicBezTo>
                <a:cubicBezTo>
                  <a:pt x="170504" y="183039"/>
                  <a:pt x="189372" y="158581"/>
                  <a:pt x="192866" y="129232"/>
                </a:cubicBezTo>
                <a:lnTo>
                  <a:pt x="185179" y="128533"/>
                </a:lnTo>
                <a:cubicBezTo>
                  <a:pt x="180986" y="145304"/>
                  <a:pt x="174697" y="158581"/>
                  <a:pt x="169107" y="174653"/>
                </a:cubicBezTo>
                <a:cubicBezTo>
                  <a:pt x="164914" y="185135"/>
                  <a:pt x="150239" y="186533"/>
                  <a:pt x="143252" y="177449"/>
                </a:cubicBezTo>
                <a:cubicBezTo>
                  <a:pt x="138360" y="169762"/>
                  <a:pt x="132770" y="161377"/>
                  <a:pt x="128577" y="152991"/>
                </a:cubicBezTo>
                <a:lnTo>
                  <a:pt x="118095" y="157184"/>
                </a:lnTo>
                <a:cubicBezTo>
                  <a:pt x="123686" y="169762"/>
                  <a:pt x="141155" y="186533"/>
                  <a:pt x="141155" y="207497"/>
                </a:cubicBezTo>
                <a:cubicBezTo>
                  <a:pt x="140689" y="213553"/>
                  <a:pt x="140456" y="219143"/>
                  <a:pt x="140456" y="224267"/>
                </a:cubicBezTo>
                <a:close/>
                <a:moveTo>
                  <a:pt x="182384" y="217280"/>
                </a:moveTo>
                <a:cubicBezTo>
                  <a:pt x="207540" y="205400"/>
                  <a:pt x="205444" y="188629"/>
                  <a:pt x="215227" y="192123"/>
                </a:cubicBezTo>
                <a:cubicBezTo>
                  <a:pt x="255756" y="209593"/>
                  <a:pt x="302575" y="180244"/>
                  <a:pt x="302575" y="136919"/>
                </a:cubicBezTo>
                <a:cubicBezTo>
                  <a:pt x="302575" y="121546"/>
                  <a:pt x="296286" y="107570"/>
                  <a:pt x="286503" y="97088"/>
                </a:cubicBezTo>
                <a:cubicBezTo>
                  <a:pt x="277419" y="85907"/>
                  <a:pt x="263443" y="78920"/>
                  <a:pt x="248070" y="76823"/>
                </a:cubicBezTo>
                <a:cubicBezTo>
                  <a:pt x="245275" y="76823"/>
                  <a:pt x="243178" y="74727"/>
                  <a:pt x="242480" y="71932"/>
                </a:cubicBezTo>
                <a:cubicBezTo>
                  <a:pt x="236889" y="20920"/>
                  <a:pt x="176793" y="-5634"/>
                  <a:pt x="132770" y="21619"/>
                </a:cubicBezTo>
                <a:cubicBezTo>
                  <a:pt x="106216" y="37691"/>
                  <a:pt x="109011" y="54462"/>
                  <a:pt x="100626" y="54462"/>
                </a:cubicBezTo>
                <a:cubicBezTo>
                  <a:pt x="81059" y="55161"/>
                  <a:pt x="64987" y="71932"/>
                  <a:pt x="66385" y="91498"/>
                </a:cubicBezTo>
                <a:cubicBezTo>
                  <a:pt x="67084" y="102678"/>
                  <a:pt x="47518" y="90799"/>
                  <a:pt x="25156" y="112461"/>
                </a:cubicBezTo>
                <a:cubicBezTo>
                  <a:pt x="-6289" y="143907"/>
                  <a:pt x="16771" y="197015"/>
                  <a:pt x="62891" y="197015"/>
                </a:cubicBezTo>
                <a:cubicBezTo>
                  <a:pt x="73373" y="197015"/>
                  <a:pt x="85252" y="193521"/>
                  <a:pt x="93638" y="187232"/>
                </a:cubicBezTo>
                <a:cubicBezTo>
                  <a:pt x="96433" y="185135"/>
                  <a:pt x="100626" y="185834"/>
                  <a:pt x="102722" y="189328"/>
                </a:cubicBezTo>
                <a:cubicBezTo>
                  <a:pt x="108312" y="200509"/>
                  <a:pt x="117396" y="210292"/>
                  <a:pt x="129276" y="216581"/>
                </a:cubicBezTo>
                <a:cubicBezTo>
                  <a:pt x="129975" y="197015"/>
                  <a:pt x="127878" y="193521"/>
                  <a:pt x="115300" y="173955"/>
                </a:cubicBezTo>
                <a:cubicBezTo>
                  <a:pt x="99228" y="149497"/>
                  <a:pt x="104119" y="151593"/>
                  <a:pt x="129276" y="140413"/>
                </a:cubicBezTo>
                <a:cubicBezTo>
                  <a:pt x="132071" y="139015"/>
                  <a:pt x="135565" y="140413"/>
                  <a:pt x="136963" y="143208"/>
                </a:cubicBezTo>
                <a:cubicBezTo>
                  <a:pt x="139059" y="149497"/>
                  <a:pt x="150938" y="171160"/>
                  <a:pt x="154432" y="172557"/>
                </a:cubicBezTo>
                <a:cubicBezTo>
                  <a:pt x="155830" y="173256"/>
                  <a:pt x="157227" y="172557"/>
                  <a:pt x="157926" y="170461"/>
                </a:cubicBezTo>
                <a:cubicBezTo>
                  <a:pt x="164215" y="154389"/>
                  <a:pt x="171203" y="140413"/>
                  <a:pt x="175396" y="120847"/>
                </a:cubicBezTo>
                <a:cubicBezTo>
                  <a:pt x="175396" y="118052"/>
                  <a:pt x="178191" y="115955"/>
                  <a:pt x="181685" y="116654"/>
                </a:cubicBezTo>
                <a:lnTo>
                  <a:pt x="199155" y="119449"/>
                </a:lnTo>
                <a:cubicBezTo>
                  <a:pt x="202649" y="119449"/>
                  <a:pt x="204745" y="122244"/>
                  <a:pt x="204046" y="125040"/>
                </a:cubicBezTo>
                <a:cubicBezTo>
                  <a:pt x="201251" y="161377"/>
                  <a:pt x="182384" y="183738"/>
                  <a:pt x="182384" y="211689"/>
                </a:cubicBezTo>
                <a:cubicBezTo>
                  <a:pt x="182384" y="213553"/>
                  <a:pt x="182384" y="215416"/>
                  <a:pt x="182384" y="217280"/>
                </a:cubicBezTo>
                <a:close/>
              </a:path>
            </a:pathLst>
          </a:custGeom>
          <a:solidFill>
            <a:srgbClr val="29A31E"/>
          </a:solidFill>
          <a:ln w="6910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graphicFrame>
        <p:nvGraphicFramePr>
          <p:cNvPr id="5" name="graph_repartition_sols">
            <a:extLst>
              <a:ext uri="{FF2B5EF4-FFF2-40B4-BE49-F238E27FC236}">
                <a16:creationId xmlns:a16="http://schemas.microsoft.com/office/drawing/2014/main" id="{0AF920CF-9639-5B00-C9CB-30F812DB23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3930955"/>
              </p:ext>
            </p:extLst>
          </p:nvPr>
        </p:nvGraphicFramePr>
        <p:xfrm>
          <a:off x="924251" y="4492187"/>
          <a:ext cx="5111496" cy="17413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7" name="Graphique 8">
            <a:extLst>
              <a:ext uri="{FF2B5EF4-FFF2-40B4-BE49-F238E27FC236}">
                <a16:creationId xmlns:a16="http://schemas.microsoft.com/office/drawing/2014/main" id="{9FC59258-4FDC-0D81-1836-EEE964C64B8A}"/>
              </a:ext>
            </a:extLst>
          </p:cNvPr>
          <p:cNvSpPr/>
          <p:nvPr/>
        </p:nvSpPr>
        <p:spPr>
          <a:xfrm>
            <a:off x="6972022" y="5868399"/>
            <a:ext cx="365175" cy="365181"/>
          </a:xfrm>
          <a:custGeom>
            <a:avLst/>
            <a:gdLst>
              <a:gd name="connsiteX0" fmla="*/ 178542 w 365175"/>
              <a:gd name="connsiteY0" fmla="*/ 124431 h 365181"/>
              <a:gd name="connsiteX1" fmla="*/ 156546 w 365175"/>
              <a:gd name="connsiteY1" fmla="*/ 85474 h 365181"/>
              <a:gd name="connsiteX2" fmla="*/ 158772 w 365175"/>
              <a:gd name="connsiteY2" fmla="*/ 70104 h 365181"/>
              <a:gd name="connsiteX3" fmla="*/ 346901 w 365175"/>
              <a:gd name="connsiteY3" fmla="*/ 258105 h 365181"/>
              <a:gd name="connsiteX4" fmla="*/ 362039 w 365175"/>
              <a:gd name="connsiteY4" fmla="*/ 258105 h 365181"/>
              <a:gd name="connsiteX5" fmla="*/ 362039 w 365175"/>
              <a:gd name="connsiteY5" fmla="*/ 242977 h 365181"/>
              <a:gd name="connsiteX6" fmla="*/ 138875 w 365175"/>
              <a:gd name="connsiteY6" fmla="*/ 19964 h 365181"/>
              <a:gd name="connsiteX7" fmla="*/ 25006 w 365175"/>
              <a:gd name="connsiteY7" fmla="*/ 85481 h 365181"/>
              <a:gd name="connsiteX8" fmla="*/ 23207 w 365175"/>
              <a:gd name="connsiteY8" fmla="*/ 209084 h 365181"/>
              <a:gd name="connsiteX9" fmla="*/ 57143 w 365175"/>
              <a:gd name="connsiteY9" fmla="*/ 276070 h 365181"/>
              <a:gd name="connsiteX10" fmla="*/ 57143 w 365175"/>
              <a:gd name="connsiteY10" fmla="*/ 354483 h 365181"/>
              <a:gd name="connsiteX11" fmla="*/ 67849 w 365175"/>
              <a:gd name="connsiteY11" fmla="*/ 365181 h 365181"/>
              <a:gd name="connsiteX12" fmla="*/ 329480 w 365175"/>
              <a:gd name="connsiteY12" fmla="*/ 365181 h 365181"/>
              <a:gd name="connsiteX13" fmla="*/ 337045 w 365175"/>
              <a:gd name="connsiteY13" fmla="*/ 346923 h 365181"/>
              <a:gd name="connsiteX14" fmla="*/ 174316 w 365175"/>
              <a:gd name="connsiteY14" fmla="*/ 184314 h 365181"/>
              <a:gd name="connsiteX15" fmla="*/ 181275 w 365175"/>
              <a:gd name="connsiteY15" fmla="*/ 157425 h 365181"/>
              <a:gd name="connsiteX16" fmla="*/ 346901 w 365175"/>
              <a:gd name="connsiteY16" fmla="*/ 322929 h 365181"/>
              <a:gd name="connsiteX17" fmla="*/ 362039 w 365175"/>
              <a:gd name="connsiteY17" fmla="*/ 322929 h 365181"/>
              <a:gd name="connsiteX18" fmla="*/ 362039 w 365175"/>
              <a:gd name="connsiteY18" fmla="*/ 307803 h 365181"/>
              <a:gd name="connsiteX19" fmla="*/ 178542 w 365175"/>
              <a:gd name="connsiteY19" fmla="*/ 124431 h 365181"/>
              <a:gd name="connsiteX20" fmla="*/ 103005 w 365175"/>
              <a:gd name="connsiteY20" fmla="*/ 343777 h 365181"/>
              <a:gd name="connsiteX21" fmla="*/ 78554 w 365175"/>
              <a:gd name="connsiteY21" fmla="*/ 343777 h 365181"/>
              <a:gd name="connsiteX22" fmla="*/ 78554 w 365175"/>
              <a:gd name="connsiteY22" fmla="*/ 283867 h 365181"/>
              <a:gd name="connsiteX23" fmla="*/ 103005 w 365175"/>
              <a:gd name="connsiteY23" fmla="*/ 283860 h 365181"/>
              <a:gd name="connsiteX24" fmla="*/ 103005 w 365175"/>
              <a:gd name="connsiteY24" fmla="*/ 343777 h 365181"/>
              <a:gd name="connsiteX25" fmla="*/ 90772 w 365175"/>
              <a:gd name="connsiteY25" fmla="*/ 263575 h 365181"/>
              <a:gd name="connsiteX26" fmla="*/ 45089 w 365175"/>
              <a:gd name="connsiteY26" fmla="*/ 207608 h 365181"/>
              <a:gd name="connsiteX27" fmla="*/ 42091 w 365175"/>
              <a:gd name="connsiteY27" fmla="*/ 197865 h 365181"/>
              <a:gd name="connsiteX28" fmla="*/ 44375 w 365175"/>
              <a:gd name="connsiteY28" fmla="*/ 96487 h 365181"/>
              <a:gd name="connsiteX29" fmla="*/ 47216 w 365175"/>
              <a:gd name="connsiteY29" fmla="*/ 84661 h 365181"/>
              <a:gd name="connsiteX30" fmla="*/ 90772 w 365175"/>
              <a:gd name="connsiteY30" fmla="*/ 21455 h 365181"/>
              <a:gd name="connsiteX31" fmla="*/ 134329 w 365175"/>
              <a:gd name="connsiteY31" fmla="*/ 84661 h 365181"/>
              <a:gd name="connsiteX32" fmla="*/ 137170 w 365175"/>
              <a:gd name="connsiteY32" fmla="*/ 96487 h 365181"/>
              <a:gd name="connsiteX33" fmla="*/ 139453 w 365175"/>
              <a:gd name="connsiteY33" fmla="*/ 197865 h 365181"/>
              <a:gd name="connsiteX34" fmla="*/ 136455 w 365175"/>
              <a:gd name="connsiteY34" fmla="*/ 207608 h 365181"/>
              <a:gd name="connsiteX35" fmla="*/ 90772 w 365175"/>
              <a:gd name="connsiteY35" fmla="*/ 263575 h 365181"/>
              <a:gd name="connsiteX36" fmla="*/ 124408 w 365175"/>
              <a:gd name="connsiteY36" fmla="*/ 343777 h 365181"/>
              <a:gd name="connsiteX37" fmla="*/ 124408 w 365175"/>
              <a:gd name="connsiteY37" fmla="*/ 295022 h 365181"/>
              <a:gd name="connsiteX38" fmla="*/ 173211 w 365175"/>
              <a:gd name="connsiteY38" fmla="*/ 343777 h 365181"/>
              <a:gd name="connsiteX39" fmla="*/ 124408 w 365175"/>
              <a:gd name="connsiteY39" fmla="*/ 343777 h 365181"/>
              <a:gd name="connsiteX40" fmla="*/ 203493 w 365175"/>
              <a:gd name="connsiteY40" fmla="*/ 343777 h 365181"/>
              <a:gd name="connsiteX41" fmla="*/ 131238 w 365175"/>
              <a:gd name="connsiteY41" fmla="*/ 271599 h 365181"/>
              <a:gd name="connsiteX42" fmla="*/ 148245 w 365175"/>
              <a:gd name="connsiteY42" fmla="*/ 253319 h 365181"/>
              <a:gd name="connsiteX43" fmla="*/ 238742 w 365175"/>
              <a:gd name="connsiteY43" fmla="*/ 343777 h 365181"/>
              <a:gd name="connsiteX44" fmla="*/ 203493 w 365175"/>
              <a:gd name="connsiteY44" fmla="*/ 343777 h 365181"/>
              <a:gd name="connsiteX45" fmla="*/ 303631 w 365175"/>
              <a:gd name="connsiteY45" fmla="*/ 343777 h 365181"/>
              <a:gd name="connsiteX46" fmla="*/ 269017 w 365175"/>
              <a:gd name="connsiteY46" fmla="*/ 343777 h 365181"/>
              <a:gd name="connsiteX47" fmla="*/ 157139 w 365175"/>
              <a:gd name="connsiteY47" fmla="*/ 231950 h 365181"/>
              <a:gd name="connsiteX48" fmla="*/ 158345 w 365175"/>
              <a:gd name="connsiteY48" fmla="*/ 209077 h 365181"/>
              <a:gd name="connsiteX49" fmla="*/ 163104 w 365175"/>
              <a:gd name="connsiteY49" fmla="*/ 203357 h 365181"/>
              <a:gd name="connsiteX50" fmla="*/ 303631 w 365175"/>
              <a:gd name="connsiteY50" fmla="*/ 343777 h 365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365175" h="365181">
                <a:moveTo>
                  <a:pt x="178542" y="124431"/>
                </a:moveTo>
                <a:cubicBezTo>
                  <a:pt x="174588" y="109909"/>
                  <a:pt x="167058" y="96487"/>
                  <a:pt x="156546" y="85474"/>
                </a:cubicBezTo>
                <a:cubicBezTo>
                  <a:pt x="157874" y="80489"/>
                  <a:pt x="158615" y="75346"/>
                  <a:pt x="158772" y="70104"/>
                </a:cubicBezTo>
                <a:lnTo>
                  <a:pt x="346901" y="258105"/>
                </a:lnTo>
                <a:cubicBezTo>
                  <a:pt x="351084" y="262284"/>
                  <a:pt x="357857" y="262284"/>
                  <a:pt x="362039" y="258105"/>
                </a:cubicBezTo>
                <a:cubicBezTo>
                  <a:pt x="366222" y="253925"/>
                  <a:pt x="366222" y="247156"/>
                  <a:pt x="362039" y="242977"/>
                </a:cubicBezTo>
                <a:lnTo>
                  <a:pt x="138875" y="19964"/>
                </a:lnTo>
                <a:cubicBezTo>
                  <a:pt x="89795" y="-28450"/>
                  <a:pt x="7863" y="18138"/>
                  <a:pt x="25006" y="85481"/>
                </a:cubicBezTo>
                <a:cubicBezTo>
                  <a:pt x="-7524" y="118276"/>
                  <a:pt x="-8516" y="175427"/>
                  <a:pt x="23207" y="209084"/>
                </a:cubicBezTo>
                <a:cubicBezTo>
                  <a:pt x="19789" y="236479"/>
                  <a:pt x="34355" y="263354"/>
                  <a:pt x="57143" y="276070"/>
                </a:cubicBezTo>
                <a:lnTo>
                  <a:pt x="57143" y="354483"/>
                </a:lnTo>
                <a:cubicBezTo>
                  <a:pt x="57143" y="360389"/>
                  <a:pt x="61932" y="365181"/>
                  <a:pt x="67849" y="365181"/>
                </a:cubicBezTo>
                <a:lnTo>
                  <a:pt x="329480" y="365181"/>
                </a:lnTo>
                <a:cubicBezTo>
                  <a:pt x="338858" y="365281"/>
                  <a:pt x="343797" y="353549"/>
                  <a:pt x="337045" y="346923"/>
                </a:cubicBezTo>
                <a:lnTo>
                  <a:pt x="174316" y="184314"/>
                </a:lnTo>
                <a:cubicBezTo>
                  <a:pt x="177993" y="175826"/>
                  <a:pt x="180341" y="166782"/>
                  <a:pt x="181275" y="157425"/>
                </a:cubicBezTo>
                <a:lnTo>
                  <a:pt x="346901" y="322929"/>
                </a:lnTo>
                <a:cubicBezTo>
                  <a:pt x="351084" y="327110"/>
                  <a:pt x="357857" y="327110"/>
                  <a:pt x="362039" y="322929"/>
                </a:cubicBezTo>
                <a:cubicBezTo>
                  <a:pt x="366222" y="318751"/>
                  <a:pt x="366222" y="311982"/>
                  <a:pt x="362039" y="307803"/>
                </a:cubicBezTo>
                <a:lnTo>
                  <a:pt x="178542" y="124431"/>
                </a:lnTo>
                <a:close/>
                <a:moveTo>
                  <a:pt x="103005" y="343777"/>
                </a:moveTo>
                <a:lnTo>
                  <a:pt x="78554" y="343777"/>
                </a:lnTo>
                <a:lnTo>
                  <a:pt x="78554" y="283867"/>
                </a:lnTo>
                <a:cubicBezTo>
                  <a:pt x="86447" y="285336"/>
                  <a:pt x="95111" y="285329"/>
                  <a:pt x="103005" y="283860"/>
                </a:cubicBezTo>
                <a:lnTo>
                  <a:pt x="103005" y="343777"/>
                </a:lnTo>
                <a:close/>
                <a:moveTo>
                  <a:pt x="90772" y="263575"/>
                </a:moveTo>
                <a:cubicBezTo>
                  <a:pt x="61647" y="263895"/>
                  <a:pt x="38994" y="236016"/>
                  <a:pt x="45089" y="207608"/>
                </a:cubicBezTo>
                <a:cubicBezTo>
                  <a:pt x="45803" y="204063"/>
                  <a:pt x="44675" y="200397"/>
                  <a:pt x="42091" y="197865"/>
                </a:cubicBezTo>
                <a:cubicBezTo>
                  <a:pt x="13530" y="171133"/>
                  <a:pt x="14764" y="121949"/>
                  <a:pt x="44375" y="96487"/>
                </a:cubicBezTo>
                <a:cubicBezTo>
                  <a:pt x="47694" y="93520"/>
                  <a:pt x="48822" y="88805"/>
                  <a:pt x="47216" y="84661"/>
                </a:cubicBezTo>
                <a:cubicBezTo>
                  <a:pt x="35297" y="55098"/>
                  <a:pt x="58763" y="20820"/>
                  <a:pt x="90772" y="21455"/>
                </a:cubicBezTo>
                <a:cubicBezTo>
                  <a:pt x="122781" y="20827"/>
                  <a:pt x="146261" y="55105"/>
                  <a:pt x="134329" y="84661"/>
                </a:cubicBezTo>
                <a:cubicBezTo>
                  <a:pt x="132723" y="88812"/>
                  <a:pt x="133850" y="93520"/>
                  <a:pt x="137170" y="96487"/>
                </a:cubicBezTo>
                <a:cubicBezTo>
                  <a:pt x="166781" y="121956"/>
                  <a:pt x="168015" y="171133"/>
                  <a:pt x="139453" y="197865"/>
                </a:cubicBezTo>
                <a:cubicBezTo>
                  <a:pt x="136869" y="200397"/>
                  <a:pt x="135742" y="204063"/>
                  <a:pt x="136455" y="207608"/>
                </a:cubicBezTo>
                <a:cubicBezTo>
                  <a:pt x="142550" y="236023"/>
                  <a:pt x="119898" y="263895"/>
                  <a:pt x="90772" y="263575"/>
                </a:cubicBezTo>
                <a:close/>
                <a:moveTo>
                  <a:pt x="124408" y="343777"/>
                </a:moveTo>
                <a:lnTo>
                  <a:pt x="124408" y="295022"/>
                </a:lnTo>
                <a:lnTo>
                  <a:pt x="173211" y="343777"/>
                </a:lnTo>
                <a:lnTo>
                  <a:pt x="124408" y="343777"/>
                </a:lnTo>
                <a:close/>
                <a:moveTo>
                  <a:pt x="203493" y="343777"/>
                </a:moveTo>
                <a:lnTo>
                  <a:pt x="131238" y="271599"/>
                </a:lnTo>
                <a:cubicBezTo>
                  <a:pt x="137968" y="266606"/>
                  <a:pt x="143743" y="260408"/>
                  <a:pt x="148245" y="253319"/>
                </a:cubicBezTo>
                <a:lnTo>
                  <a:pt x="238742" y="343777"/>
                </a:lnTo>
                <a:lnTo>
                  <a:pt x="203493" y="343777"/>
                </a:lnTo>
                <a:close/>
                <a:moveTo>
                  <a:pt x="303631" y="343777"/>
                </a:moveTo>
                <a:lnTo>
                  <a:pt x="269017" y="343777"/>
                </a:lnTo>
                <a:lnTo>
                  <a:pt x="157139" y="231950"/>
                </a:lnTo>
                <a:cubicBezTo>
                  <a:pt x="158809" y="224639"/>
                  <a:pt x="159243" y="216666"/>
                  <a:pt x="158345" y="209077"/>
                </a:cubicBezTo>
                <a:cubicBezTo>
                  <a:pt x="160015" y="207230"/>
                  <a:pt x="161599" y="205318"/>
                  <a:pt x="163104" y="203357"/>
                </a:cubicBezTo>
                <a:lnTo>
                  <a:pt x="303631" y="343777"/>
                </a:lnTo>
                <a:close/>
              </a:path>
            </a:pathLst>
          </a:custGeom>
          <a:solidFill>
            <a:srgbClr val="78719E"/>
          </a:solidFill>
          <a:ln w="12065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0" name="zone_coeff_perm_resultat">
            <a:extLst>
              <a:ext uri="{FF2B5EF4-FFF2-40B4-BE49-F238E27FC236}">
                <a16:creationId xmlns:a16="http://schemas.microsoft.com/office/drawing/2014/main" id="{47D0A265-4A87-0334-794C-6E4DEAD28CEB}"/>
              </a:ext>
            </a:extLst>
          </p:cNvPr>
          <p:cNvSpPr txBox="1"/>
          <p:nvPr/>
        </p:nvSpPr>
        <p:spPr>
          <a:xfrm>
            <a:off x="7496273" y="5903314"/>
            <a:ext cx="211494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300" b="1" dirty="0">
                <a:solidFill>
                  <a:srgbClr val="78719E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Part de canopée</a:t>
            </a:r>
            <a:endParaRPr lang="fr-FR" sz="1300" dirty="0">
              <a:solidFill>
                <a:srgbClr val="78719E"/>
              </a:solidFill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zone_part_canopee">
            <a:extLst>
              <a:ext uri="{FF2B5EF4-FFF2-40B4-BE49-F238E27FC236}">
                <a16:creationId xmlns:a16="http://schemas.microsoft.com/office/drawing/2014/main" id="{86B3A8A4-B45A-AE9E-A72D-98678271ECC0}"/>
              </a:ext>
            </a:extLst>
          </p:cNvPr>
          <p:cNvSpPr txBox="1"/>
          <p:nvPr/>
        </p:nvSpPr>
        <p:spPr>
          <a:xfrm>
            <a:off x="9313933" y="5857574"/>
            <a:ext cx="254875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700" b="1" dirty="0">
                <a:solidFill>
                  <a:srgbClr val="78719E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{{</a:t>
            </a:r>
            <a:r>
              <a:rPr lang="fr-FR" sz="1700" b="1" dirty="0" err="1">
                <a:solidFill>
                  <a:srgbClr val="78719E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part_canopee</a:t>
            </a:r>
            <a:r>
              <a:rPr lang="fr-FR" sz="1700" b="1" dirty="0">
                <a:solidFill>
                  <a:srgbClr val="78719E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}} %</a:t>
            </a:r>
            <a:endParaRPr lang="fr-FR" sz="1700" dirty="0">
              <a:solidFill>
                <a:srgbClr val="78719E"/>
              </a:solidFill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8" name="Graphique 52">
            <a:extLst>
              <a:ext uri="{FF2B5EF4-FFF2-40B4-BE49-F238E27FC236}">
                <a16:creationId xmlns:a16="http://schemas.microsoft.com/office/drawing/2014/main" id="{0E55B21E-96AC-A97D-5059-A3C250A169CD}"/>
              </a:ext>
            </a:extLst>
          </p:cNvPr>
          <p:cNvGrpSpPr/>
          <p:nvPr/>
        </p:nvGrpSpPr>
        <p:grpSpPr>
          <a:xfrm>
            <a:off x="7021450" y="1274729"/>
            <a:ext cx="334808" cy="308024"/>
            <a:chOff x="7021450" y="1274729"/>
            <a:chExt cx="334808" cy="308024"/>
          </a:xfrm>
          <a:solidFill>
            <a:srgbClr val="3B87FF"/>
          </a:solidFill>
        </p:grpSpPr>
        <p:sp>
          <p:nvSpPr>
            <p:cNvPr id="20" name="Forme libre : forme 19">
              <a:extLst>
                <a:ext uri="{FF2B5EF4-FFF2-40B4-BE49-F238E27FC236}">
                  <a16:creationId xmlns:a16="http://schemas.microsoft.com/office/drawing/2014/main" id="{2F3875D5-2D0C-8C9E-793E-856F552EE1B3}"/>
                </a:ext>
              </a:extLst>
            </p:cNvPr>
            <p:cNvSpPr/>
            <p:nvPr/>
          </p:nvSpPr>
          <p:spPr>
            <a:xfrm>
              <a:off x="7021450" y="1274729"/>
              <a:ext cx="334808" cy="241731"/>
            </a:xfrm>
            <a:custGeom>
              <a:avLst/>
              <a:gdLst>
                <a:gd name="connsiteX0" fmla="*/ 334809 w 334808"/>
                <a:gd name="connsiteY0" fmla="*/ 136602 h 241731"/>
                <a:gd name="connsiteX1" fmla="*/ 283248 w 334808"/>
                <a:gd name="connsiteY1" fmla="*/ 84372 h 241731"/>
                <a:gd name="connsiteX2" fmla="*/ 227000 w 334808"/>
                <a:gd name="connsiteY2" fmla="*/ 34820 h 241731"/>
                <a:gd name="connsiteX3" fmla="*/ 208921 w 334808"/>
                <a:gd name="connsiteY3" fmla="*/ 37499 h 241731"/>
                <a:gd name="connsiteX4" fmla="*/ 135263 w 334808"/>
                <a:gd name="connsiteY4" fmla="*/ 0 h 241731"/>
                <a:gd name="connsiteX5" fmla="*/ 46204 w 334808"/>
                <a:gd name="connsiteY5" fmla="*/ 84372 h 241731"/>
                <a:gd name="connsiteX6" fmla="*/ 15401 w 334808"/>
                <a:gd name="connsiteY6" fmla="*/ 99773 h 241731"/>
                <a:gd name="connsiteX7" fmla="*/ 0 w 334808"/>
                <a:gd name="connsiteY7" fmla="*/ 136602 h 241731"/>
                <a:gd name="connsiteX8" fmla="*/ 40177 w 334808"/>
                <a:gd name="connsiteY8" fmla="*/ 186823 h 241731"/>
                <a:gd name="connsiteX9" fmla="*/ 37499 w 334808"/>
                <a:gd name="connsiteY9" fmla="*/ 191511 h 241731"/>
                <a:gd name="connsiteX10" fmla="*/ 43525 w 334808"/>
                <a:gd name="connsiteY10" fmla="*/ 231688 h 241731"/>
                <a:gd name="connsiteX11" fmla="*/ 68301 w 334808"/>
                <a:gd name="connsiteY11" fmla="*/ 241732 h 241731"/>
                <a:gd name="connsiteX12" fmla="*/ 93077 w 334808"/>
                <a:gd name="connsiteY12" fmla="*/ 231688 h 241731"/>
                <a:gd name="connsiteX13" fmla="*/ 99103 w 334808"/>
                <a:gd name="connsiteY13" fmla="*/ 191511 h 241731"/>
                <a:gd name="connsiteX14" fmla="*/ 97764 w 334808"/>
                <a:gd name="connsiteY14" fmla="*/ 188832 h 241731"/>
                <a:gd name="connsiteX15" fmla="*/ 237045 w 334808"/>
                <a:gd name="connsiteY15" fmla="*/ 188832 h 241731"/>
                <a:gd name="connsiteX16" fmla="*/ 235705 w 334808"/>
                <a:gd name="connsiteY16" fmla="*/ 191511 h 241731"/>
                <a:gd name="connsiteX17" fmla="*/ 241732 w 334808"/>
                <a:gd name="connsiteY17" fmla="*/ 231688 h 241731"/>
                <a:gd name="connsiteX18" fmla="*/ 266508 w 334808"/>
                <a:gd name="connsiteY18" fmla="*/ 241732 h 241731"/>
                <a:gd name="connsiteX19" fmla="*/ 291284 w 334808"/>
                <a:gd name="connsiteY19" fmla="*/ 231688 h 241731"/>
                <a:gd name="connsiteX20" fmla="*/ 297310 w 334808"/>
                <a:gd name="connsiteY20" fmla="*/ 191511 h 241731"/>
                <a:gd name="connsiteX21" fmla="*/ 295301 w 334808"/>
                <a:gd name="connsiteY21" fmla="*/ 186823 h 241731"/>
                <a:gd name="connsiteX22" fmla="*/ 319408 w 334808"/>
                <a:gd name="connsiteY22" fmla="*/ 173431 h 241731"/>
                <a:gd name="connsiteX23" fmla="*/ 334809 w 334808"/>
                <a:gd name="connsiteY23" fmla="*/ 136602 h 241731"/>
                <a:gd name="connsiteX24" fmla="*/ 85041 w 334808"/>
                <a:gd name="connsiteY24" fmla="*/ 222983 h 241731"/>
                <a:gd name="connsiteX25" fmla="*/ 52230 w 334808"/>
                <a:gd name="connsiteY25" fmla="*/ 222983 h 241731"/>
                <a:gd name="connsiteX26" fmla="*/ 48212 w 334808"/>
                <a:gd name="connsiteY26" fmla="*/ 196868 h 241731"/>
                <a:gd name="connsiteX27" fmla="*/ 68301 w 334808"/>
                <a:gd name="connsiteY27" fmla="*/ 159369 h 241731"/>
                <a:gd name="connsiteX28" fmla="*/ 89059 w 334808"/>
                <a:gd name="connsiteY28" fmla="*/ 196868 h 241731"/>
                <a:gd name="connsiteX29" fmla="*/ 85041 w 334808"/>
                <a:gd name="connsiteY29" fmla="*/ 222983 h 241731"/>
                <a:gd name="connsiteX30" fmla="*/ 282579 w 334808"/>
                <a:gd name="connsiteY30" fmla="*/ 222983 h 241731"/>
                <a:gd name="connsiteX31" fmla="*/ 249767 w 334808"/>
                <a:gd name="connsiteY31" fmla="*/ 222983 h 241731"/>
                <a:gd name="connsiteX32" fmla="*/ 245750 w 334808"/>
                <a:gd name="connsiteY32" fmla="*/ 196868 h 241731"/>
                <a:gd name="connsiteX33" fmla="*/ 266508 w 334808"/>
                <a:gd name="connsiteY33" fmla="*/ 159369 h 241731"/>
                <a:gd name="connsiteX34" fmla="*/ 286596 w 334808"/>
                <a:gd name="connsiteY34" fmla="*/ 196868 h 241731"/>
                <a:gd name="connsiteX35" fmla="*/ 282579 w 334808"/>
                <a:gd name="connsiteY35" fmla="*/ 222983 h 241731"/>
                <a:gd name="connsiteX36" fmla="*/ 289275 w 334808"/>
                <a:gd name="connsiteY36" fmla="*/ 176109 h 241731"/>
                <a:gd name="connsiteX37" fmla="*/ 271865 w 334808"/>
                <a:gd name="connsiteY37" fmla="*/ 143968 h 241731"/>
                <a:gd name="connsiteX38" fmla="*/ 261151 w 334808"/>
                <a:gd name="connsiteY38" fmla="*/ 143968 h 241731"/>
                <a:gd name="connsiteX39" fmla="*/ 243071 w 334808"/>
                <a:gd name="connsiteY39" fmla="*/ 176779 h 241731"/>
                <a:gd name="connsiteX40" fmla="*/ 91738 w 334808"/>
                <a:gd name="connsiteY40" fmla="*/ 176779 h 241731"/>
                <a:gd name="connsiteX41" fmla="*/ 73658 w 334808"/>
                <a:gd name="connsiteY41" fmla="*/ 143968 h 241731"/>
                <a:gd name="connsiteX42" fmla="*/ 62944 w 334808"/>
                <a:gd name="connsiteY42" fmla="*/ 143968 h 241731"/>
                <a:gd name="connsiteX43" fmla="*/ 45534 w 334808"/>
                <a:gd name="connsiteY43" fmla="*/ 176109 h 241731"/>
                <a:gd name="connsiteX44" fmla="*/ 12053 w 334808"/>
                <a:gd name="connsiteY44" fmla="*/ 136602 h 241731"/>
                <a:gd name="connsiteX45" fmla="*/ 24106 w 334808"/>
                <a:gd name="connsiteY45" fmla="*/ 107808 h 241731"/>
                <a:gd name="connsiteX46" fmla="*/ 52900 w 334808"/>
                <a:gd name="connsiteY46" fmla="*/ 95755 h 241731"/>
                <a:gd name="connsiteX47" fmla="*/ 58257 w 334808"/>
                <a:gd name="connsiteY47" fmla="*/ 89729 h 241731"/>
                <a:gd name="connsiteX48" fmla="*/ 58257 w 334808"/>
                <a:gd name="connsiteY48" fmla="*/ 87050 h 241731"/>
                <a:gd name="connsiteX49" fmla="*/ 135263 w 334808"/>
                <a:gd name="connsiteY49" fmla="*/ 11384 h 241731"/>
                <a:gd name="connsiteX50" fmla="*/ 201555 w 334808"/>
                <a:gd name="connsiteY50" fmla="*/ 47543 h 241731"/>
                <a:gd name="connsiteX51" fmla="*/ 212938 w 334808"/>
                <a:gd name="connsiteY51" fmla="*/ 87050 h 241731"/>
                <a:gd name="connsiteX52" fmla="*/ 218295 w 334808"/>
                <a:gd name="connsiteY52" fmla="*/ 92407 h 241731"/>
                <a:gd name="connsiteX53" fmla="*/ 224322 w 334808"/>
                <a:gd name="connsiteY53" fmla="*/ 87050 h 241731"/>
                <a:gd name="connsiteX54" fmla="*/ 214947 w 334808"/>
                <a:gd name="connsiteY54" fmla="*/ 48212 h 241731"/>
                <a:gd name="connsiteX55" fmla="*/ 227000 w 334808"/>
                <a:gd name="connsiteY55" fmla="*/ 46204 h 241731"/>
                <a:gd name="connsiteX56" fmla="*/ 271865 w 334808"/>
                <a:gd name="connsiteY56" fmla="*/ 89729 h 241731"/>
                <a:gd name="connsiteX57" fmla="*/ 277891 w 334808"/>
                <a:gd name="connsiteY57" fmla="*/ 95755 h 241731"/>
                <a:gd name="connsiteX58" fmla="*/ 281239 w 334808"/>
                <a:gd name="connsiteY58" fmla="*/ 95755 h 241731"/>
                <a:gd name="connsiteX59" fmla="*/ 322756 w 334808"/>
                <a:gd name="connsiteY59" fmla="*/ 136602 h 241731"/>
                <a:gd name="connsiteX60" fmla="*/ 310703 w 334808"/>
                <a:gd name="connsiteY60" fmla="*/ 165396 h 241731"/>
                <a:gd name="connsiteX61" fmla="*/ 289275 w 334808"/>
                <a:gd name="connsiteY61" fmla="*/ 176109 h 24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4808" h="241731">
                  <a:moveTo>
                    <a:pt x="334809" y="136602"/>
                  </a:moveTo>
                  <a:cubicBezTo>
                    <a:pt x="334809" y="108478"/>
                    <a:pt x="312042" y="85041"/>
                    <a:pt x="283248" y="84372"/>
                  </a:cubicBezTo>
                  <a:cubicBezTo>
                    <a:pt x="279900" y="56248"/>
                    <a:pt x="255794" y="34820"/>
                    <a:pt x="227000" y="34820"/>
                  </a:cubicBezTo>
                  <a:cubicBezTo>
                    <a:pt x="220751" y="34820"/>
                    <a:pt x="214724" y="35713"/>
                    <a:pt x="208921" y="37499"/>
                  </a:cubicBezTo>
                  <a:cubicBezTo>
                    <a:pt x="192180" y="14062"/>
                    <a:pt x="164726" y="0"/>
                    <a:pt x="135263" y="0"/>
                  </a:cubicBezTo>
                  <a:cubicBezTo>
                    <a:pt x="87050" y="0"/>
                    <a:pt x="47543" y="37499"/>
                    <a:pt x="46204" y="84372"/>
                  </a:cubicBezTo>
                  <a:cubicBezTo>
                    <a:pt x="34820" y="86381"/>
                    <a:pt x="24106" y="91738"/>
                    <a:pt x="15401" y="99773"/>
                  </a:cubicBezTo>
                  <a:cubicBezTo>
                    <a:pt x="5357" y="109148"/>
                    <a:pt x="0" y="122540"/>
                    <a:pt x="0" y="136602"/>
                  </a:cubicBezTo>
                  <a:cubicBezTo>
                    <a:pt x="0" y="160708"/>
                    <a:pt x="16740" y="180797"/>
                    <a:pt x="40177" y="186823"/>
                  </a:cubicBezTo>
                  <a:lnTo>
                    <a:pt x="37499" y="191511"/>
                  </a:lnTo>
                  <a:cubicBezTo>
                    <a:pt x="30133" y="204903"/>
                    <a:pt x="32811" y="220974"/>
                    <a:pt x="43525" y="231688"/>
                  </a:cubicBezTo>
                  <a:cubicBezTo>
                    <a:pt x="50891" y="238384"/>
                    <a:pt x="59596" y="241732"/>
                    <a:pt x="68301" y="241732"/>
                  </a:cubicBezTo>
                  <a:cubicBezTo>
                    <a:pt x="77676" y="241732"/>
                    <a:pt x="86381" y="238384"/>
                    <a:pt x="93077" y="231688"/>
                  </a:cubicBezTo>
                  <a:cubicBezTo>
                    <a:pt x="103791" y="220974"/>
                    <a:pt x="106469" y="204903"/>
                    <a:pt x="99103" y="191511"/>
                  </a:cubicBezTo>
                  <a:lnTo>
                    <a:pt x="97764" y="188832"/>
                  </a:lnTo>
                  <a:lnTo>
                    <a:pt x="237045" y="188832"/>
                  </a:lnTo>
                  <a:lnTo>
                    <a:pt x="235705" y="191511"/>
                  </a:lnTo>
                  <a:cubicBezTo>
                    <a:pt x="228340" y="204903"/>
                    <a:pt x="231018" y="220974"/>
                    <a:pt x="241732" y="231688"/>
                  </a:cubicBezTo>
                  <a:cubicBezTo>
                    <a:pt x="248428" y="237714"/>
                    <a:pt x="257133" y="241732"/>
                    <a:pt x="266508" y="241732"/>
                  </a:cubicBezTo>
                  <a:cubicBezTo>
                    <a:pt x="275882" y="241732"/>
                    <a:pt x="284588" y="237714"/>
                    <a:pt x="291284" y="231688"/>
                  </a:cubicBezTo>
                  <a:cubicBezTo>
                    <a:pt x="301998" y="220974"/>
                    <a:pt x="304676" y="204903"/>
                    <a:pt x="297310" y="191511"/>
                  </a:cubicBezTo>
                  <a:lnTo>
                    <a:pt x="295301" y="186823"/>
                  </a:lnTo>
                  <a:cubicBezTo>
                    <a:pt x="304006" y="184814"/>
                    <a:pt x="312711" y="180127"/>
                    <a:pt x="319408" y="173431"/>
                  </a:cubicBezTo>
                  <a:cubicBezTo>
                    <a:pt x="329452" y="163387"/>
                    <a:pt x="334809" y="150664"/>
                    <a:pt x="334809" y="136602"/>
                  </a:cubicBezTo>
                  <a:close/>
                  <a:moveTo>
                    <a:pt x="85041" y="222983"/>
                  </a:moveTo>
                  <a:cubicBezTo>
                    <a:pt x="75667" y="232357"/>
                    <a:pt x="60935" y="232357"/>
                    <a:pt x="52230" y="222983"/>
                  </a:cubicBezTo>
                  <a:cubicBezTo>
                    <a:pt x="44864" y="216287"/>
                    <a:pt x="43525" y="205573"/>
                    <a:pt x="48212" y="196868"/>
                  </a:cubicBezTo>
                  <a:lnTo>
                    <a:pt x="68301" y="159369"/>
                  </a:lnTo>
                  <a:lnTo>
                    <a:pt x="89059" y="196868"/>
                  </a:lnTo>
                  <a:cubicBezTo>
                    <a:pt x="93746" y="205573"/>
                    <a:pt x="91738" y="216287"/>
                    <a:pt x="85041" y="222983"/>
                  </a:cubicBezTo>
                  <a:close/>
                  <a:moveTo>
                    <a:pt x="282579" y="222983"/>
                  </a:moveTo>
                  <a:cubicBezTo>
                    <a:pt x="273874" y="231688"/>
                    <a:pt x="258472" y="231688"/>
                    <a:pt x="249767" y="222983"/>
                  </a:cubicBezTo>
                  <a:cubicBezTo>
                    <a:pt x="243071" y="216287"/>
                    <a:pt x="241062" y="205573"/>
                    <a:pt x="245750" y="196868"/>
                  </a:cubicBezTo>
                  <a:lnTo>
                    <a:pt x="266508" y="159369"/>
                  </a:lnTo>
                  <a:lnTo>
                    <a:pt x="286596" y="196868"/>
                  </a:lnTo>
                  <a:cubicBezTo>
                    <a:pt x="291953" y="205573"/>
                    <a:pt x="289944" y="216287"/>
                    <a:pt x="282579" y="222983"/>
                  </a:cubicBezTo>
                  <a:close/>
                  <a:moveTo>
                    <a:pt x="289275" y="176109"/>
                  </a:moveTo>
                  <a:lnTo>
                    <a:pt x="271865" y="143968"/>
                  </a:lnTo>
                  <a:cubicBezTo>
                    <a:pt x="269856" y="139950"/>
                    <a:pt x="263160" y="139950"/>
                    <a:pt x="261151" y="143968"/>
                  </a:cubicBezTo>
                  <a:lnTo>
                    <a:pt x="243071" y="176779"/>
                  </a:lnTo>
                  <a:lnTo>
                    <a:pt x="91738" y="176779"/>
                  </a:lnTo>
                  <a:lnTo>
                    <a:pt x="73658" y="143968"/>
                  </a:lnTo>
                  <a:cubicBezTo>
                    <a:pt x="71649" y="139950"/>
                    <a:pt x="64953" y="139950"/>
                    <a:pt x="62944" y="143968"/>
                  </a:cubicBezTo>
                  <a:lnTo>
                    <a:pt x="45534" y="176109"/>
                  </a:lnTo>
                  <a:cubicBezTo>
                    <a:pt x="26115" y="172761"/>
                    <a:pt x="12053" y="156021"/>
                    <a:pt x="12053" y="136602"/>
                  </a:cubicBezTo>
                  <a:cubicBezTo>
                    <a:pt x="12053" y="125888"/>
                    <a:pt x="16071" y="115174"/>
                    <a:pt x="24106" y="107808"/>
                  </a:cubicBezTo>
                  <a:cubicBezTo>
                    <a:pt x="31472" y="100443"/>
                    <a:pt x="41516" y="96425"/>
                    <a:pt x="52900" y="95755"/>
                  </a:cubicBezTo>
                  <a:cubicBezTo>
                    <a:pt x="55578" y="95755"/>
                    <a:pt x="58257" y="93077"/>
                    <a:pt x="58257" y="89729"/>
                  </a:cubicBezTo>
                  <a:lnTo>
                    <a:pt x="58257" y="87050"/>
                  </a:lnTo>
                  <a:cubicBezTo>
                    <a:pt x="58257" y="45534"/>
                    <a:pt x="93077" y="11384"/>
                    <a:pt x="135263" y="11384"/>
                  </a:cubicBezTo>
                  <a:cubicBezTo>
                    <a:pt x="162717" y="11384"/>
                    <a:pt x="187493" y="24776"/>
                    <a:pt x="201555" y="47543"/>
                  </a:cubicBezTo>
                  <a:cubicBezTo>
                    <a:pt x="208921" y="59596"/>
                    <a:pt x="212938" y="72988"/>
                    <a:pt x="212938" y="87050"/>
                  </a:cubicBezTo>
                  <a:cubicBezTo>
                    <a:pt x="212938" y="90398"/>
                    <a:pt x="215617" y="92407"/>
                    <a:pt x="218295" y="92407"/>
                  </a:cubicBezTo>
                  <a:cubicBezTo>
                    <a:pt x="221643" y="92407"/>
                    <a:pt x="224322" y="90398"/>
                    <a:pt x="224322" y="87050"/>
                  </a:cubicBezTo>
                  <a:cubicBezTo>
                    <a:pt x="224322" y="72988"/>
                    <a:pt x="220974" y="60266"/>
                    <a:pt x="214947" y="48212"/>
                  </a:cubicBezTo>
                  <a:cubicBezTo>
                    <a:pt x="218965" y="46873"/>
                    <a:pt x="222983" y="46204"/>
                    <a:pt x="227000" y="46204"/>
                  </a:cubicBezTo>
                  <a:cubicBezTo>
                    <a:pt x="251776" y="46204"/>
                    <a:pt x="271865" y="66292"/>
                    <a:pt x="271865" y="89729"/>
                  </a:cubicBezTo>
                  <a:cubicBezTo>
                    <a:pt x="271865" y="93077"/>
                    <a:pt x="274543" y="95755"/>
                    <a:pt x="277891" y="95755"/>
                  </a:cubicBezTo>
                  <a:lnTo>
                    <a:pt x="281239" y="95755"/>
                  </a:lnTo>
                  <a:cubicBezTo>
                    <a:pt x="304006" y="95755"/>
                    <a:pt x="322756" y="113835"/>
                    <a:pt x="322756" y="136602"/>
                  </a:cubicBezTo>
                  <a:cubicBezTo>
                    <a:pt x="322756" y="147316"/>
                    <a:pt x="318738" y="157360"/>
                    <a:pt x="310703" y="165396"/>
                  </a:cubicBezTo>
                  <a:cubicBezTo>
                    <a:pt x="304676" y="170753"/>
                    <a:pt x="297310" y="174770"/>
                    <a:pt x="289275" y="176109"/>
                  </a:cubicBezTo>
                  <a:close/>
                </a:path>
              </a:pathLst>
            </a:custGeom>
            <a:solidFill>
              <a:srgbClr val="3B87FF"/>
            </a:solidFill>
            <a:ln w="65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F2C4F611-F2F1-2744-1AF6-4F98758CC782}"/>
                </a:ext>
              </a:extLst>
            </p:cNvPr>
            <p:cNvSpPr/>
            <p:nvPr/>
          </p:nvSpPr>
          <p:spPr>
            <a:xfrm>
              <a:off x="7153895" y="1482478"/>
              <a:ext cx="69917" cy="100275"/>
            </a:xfrm>
            <a:custGeom>
              <a:avLst/>
              <a:gdLst>
                <a:gd name="connsiteX0" fmla="*/ 40315 w 69917"/>
                <a:gd name="connsiteY0" fmla="*/ 2511 h 100275"/>
                <a:gd name="connsiteX1" fmla="*/ 29602 w 69917"/>
                <a:gd name="connsiteY1" fmla="*/ 2511 h 100275"/>
                <a:gd name="connsiteX2" fmla="*/ 4156 w 69917"/>
                <a:gd name="connsiteY2" fmla="*/ 50054 h 100275"/>
                <a:gd name="connsiteX3" fmla="*/ 10183 w 69917"/>
                <a:gd name="connsiteY3" fmla="*/ 90231 h 100275"/>
                <a:gd name="connsiteX4" fmla="*/ 34959 w 69917"/>
                <a:gd name="connsiteY4" fmla="*/ 100275 h 100275"/>
                <a:gd name="connsiteX5" fmla="*/ 59734 w 69917"/>
                <a:gd name="connsiteY5" fmla="*/ 90231 h 100275"/>
                <a:gd name="connsiteX6" fmla="*/ 65761 w 69917"/>
                <a:gd name="connsiteY6" fmla="*/ 50054 h 100275"/>
                <a:gd name="connsiteX7" fmla="*/ 51699 w 69917"/>
                <a:gd name="connsiteY7" fmla="*/ 82196 h 100275"/>
                <a:gd name="connsiteX8" fmla="*/ 18888 w 69917"/>
                <a:gd name="connsiteY8" fmla="*/ 82196 h 100275"/>
                <a:gd name="connsiteX9" fmla="*/ 14870 w 69917"/>
                <a:gd name="connsiteY9" fmla="*/ 55411 h 100275"/>
                <a:gd name="connsiteX10" fmla="*/ 34959 w 69917"/>
                <a:gd name="connsiteY10" fmla="*/ 17912 h 100275"/>
                <a:gd name="connsiteX11" fmla="*/ 55717 w 69917"/>
                <a:gd name="connsiteY11" fmla="*/ 55411 h 100275"/>
                <a:gd name="connsiteX12" fmla="*/ 51699 w 69917"/>
                <a:gd name="connsiteY12" fmla="*/ 82196 h 100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917" h="100275">
                  <a:moveTo>
                    <a:pt x="40315" y="2511"/>
                  </a:moveTo>
                  <a:cubicBezTo>
                    <a:pt x="38307" y="-837"/>
                    <a:pt x="31610" y="-837"/>
                    <a:pt x="29602" y="2511"/>
                  </a:cubicBezTo>
                  <a:lnTo>
                    <a:pt x="4156" y="50054"/>
                  </a:lnTo>
                  <a:cubicBezTo>
                    <a:pt x="-3210" y="63446"/>
                    <a:pt x="-531" y="79517"/>
                    <a:pt x="10183" y="90231"/>
                  </a:cubicBezTo>
                  <a:cubicBezTo>
                    <a:pt x="16879" y="96927"/>
                    <a:pt x="25584" y="100275"/>
                    <a:pt x="34959" y="100275"/>
                  </a:cubicBezTo>
                  <a:cubicBezTo>
                    <a:pt x="44333" y="100275"/>
                    <a:pt x="53038" y="96927"/>
                    <a:pt x="59734" y="90231"/>
                  </a:cubicBezTo>
                  <a:cubicBezTo>
                    <a:pt x="70448" y="79517"/>
                    <a:pt x="73127" y="63446"/>
                    <a:pt x="65761" y="50054"/>
                  </a:cubicBezTo>
                  <a:close/>
                  <a:moveTo>
                    <a:pt x="51699" y="82196"/>
                  </a:moveTo>
                  <a:cubicBezTo>
                    <a:pt x="42994" y="90231"/>
                    <a:pt x="27593" y="90231"/>
                    <a:pt x="18888" y="82196"/>
                  </a:cubicBezTo>
                  <a:cubicBezTo>
                    <a:pt x="11522" y="74830"/>
                    <a:pt x="10183" y="64116"/>
                    <a:pt x="14870" y="55411"/>
                  </a:cubicBezTo>
                  <a:lnTo>
                    <a:pt x="34959" y="17912"/>
                  </a:lnTo>
                  <a:lnTo>
                    <a:pt x="55717" y="55411"/>
                  </a:lnTo>
                  <a:cubicBezTo>
                    <a:pt x="60404" y="64116"/>
                    <a:pt x="59065" y="74830"/>
                    <a:pt x="51699" y="82196"/>
                  </a:cubicBezTo>
                  <a:close/>
                </a:path>
              </a:pathLst>
            </a:custGeom>
            <a:solidFill>
              <a:srgbClr val="3B87FF"/>
            </a:solidFill>
            <a:ln w="65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grpSp>
        <p:nvGrpSpPr>
          <p:cNvPr id="9" name="Graphique 7">
            <a:extLst>
              <a:ext uri="{FF2B5EF4-FFF2-40B4-BE49-F238E27FC236}">
                <a16:creationId xmlns:a16="http://schemas.microsoft.com/office/drawing/2014/main" id="{D6FC1D78-B21A-BAB3-93A3-1594B1BE2DE3}"/>
              </a:ext>
            </a:extLst>
          </p:cNvPr>
          <p:cNvGrpSpPr/>
          <p:nvPr/>
        </p:nvGrpSpPr>
        <p:grpSpPr>
          <a:xfrm>
            <a:off x="10659199" y="183863"/>
            <a:ext cx="1333272" cy="561489"/>
            <a:chOff x="10659199" y="183863"/>
            <a:chExt cx="1333272" cy="561489"/>
          </a:xfrm>
        </p:grpSpPr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7498B2E1-655E-D9FA-FE8F-3416041A58CF}"/>
                </a:ext>
              </a:extLst>
            </p:cNvPr>
            <p:cNvSpPr/>
            <p:nvPr/>
          </p:nvSpPr>
          <p:spPr>
            <a:xfrm>
              <a:off x="10877319" y="183863"/>
              <a:ext cx="342519" cy="338206"/>
            </a:xfrm>
            <a:custGeom>
              <a:avLst/>
              <a:gdLst>
                <a:gd name="connsiteX0" fmla="*/ 287037 w 342519"/>
                <a:gd name="connsiteY0" fmla="*/ 228581 h 338206"/>
                <a:gd name="connsiteX1" fmla="*/ 287037 w 342519"/>
                <a:gd name="connsiteY1" fmla="*/ 228470 h 338206"/>
                <a:gd name="connsiteX2" fmla="*/ 166428 w 342519"/>
                <a:gd name="connsiteY2" fmla="*/ 228470 h 338206"/>
                <a:gd name="connsiteX3" fmla="*/ 110952 w 342519"/>
                <a:gd name="connsiteY3" fmla="*/ 173654 h 338206"/>
                <a:gd name="connsiteX4" fmla="*/ 110952 w 342519"/>
                <a:gd name="connsiteY4" fmla="*/ 54816 h 338206"/>
                <a:gd name="connsiteX5" fmla="*/ 55476 w 342519"/>
                <a:gd name="connsiteY5" fmla="*/ 0 h 338206"/>
                <a:gd name="connsiteX6" fmla="*/ 0 w 342519"/>
                <a:gd name="connsiteY6" fmla="*/ 54816 h 338206"/>
                <a:gd name="connsiteX7" fmla="*/ 109 w 342519"/>
                <a:gd name="connsiteY7" fmla="*/ 222447 h 338206"/>
                <a:gd name="connsiteX8" fmla="*/ 109 w 342519"/>
                <a:gd name="connsiteY8" fmla="*/ 251819 h 338206"/>
                <a:gd name="connsiteX9" fmla="*/ 87542 w 342519"/>
                <a:gd name="connsiteY9" fmla="*/ 338206 h 338206"/>
                <a:gd name="connsiteX10" fmla="*/ 287044 w 342519"/>
                <a:gd name="connsiteY10" fmla="*/ 338206 h 338206"/>
                <a:gd name="connsiteX11" fmla="*/ 342519 w 342519"/>
                <a:gd name="connsiteY11" fmla="*/ 283390 h 338206"/>
                <a:gd name="connsiteX12" fmla="*/ 287044 w 342519"/>
                <a:gd name="connsiteY12" fmla="*/ 228574 h 338206"/>
                <a:gd name="connsiteX13" fmla="*/ 287037 w 342519"/>
                <a:gd name="connsiteY13" fmla="*/ 228581 h 338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519" h="338206">
                  <a:moveTo>
                    <a:pt x="287037" y="228581"/>
                  </a:moveTo>
                  <a:lnTo>
                    <a:pt x="287037" y="228470"/>
                  </a:lnTo>
                  <a:lnTo>
                    <a:pt x="166428" y="228470"/>
                  </a:lnTo>
                  <a:cubicBezTo>
                    <a:pt x="135803" y="228470"/>
                    <a:pt x="110952" y="203912"/>
                    <a:pt x="110952" y="173654"/>
                  </a:cubicBezTo>
                  <a:lnTo>
                    <a:pt x="110952" y="54816"/>
                  </a:lnTo>
                  <a:cubicBezTo>
                    <a:pt x="110952" y="24558"/>
                    <a:pt x="86100" y="0"/>
                    <a:pt x="55476" y="0"/>
                  </a:cubicBezTo>
                  <a:cubicBezTo>
                    <a:pt x="24851" y="0"/>
                    <a:pt x="0" y="24558"/>
                    <a:pt x="0" y="54816"/>
                  </a:cubicBezTo>
                  <a:lnTo>
                    <a:pt x="109" y="222447"/>
                  </a:lnTo>
                  <a:lnTo>
                    <a:pt x="109" y="251819"/>
                  </a:lnTo>
                  <a:cubicBezTo>
                    <a:pt x="109" y="299512"/>
                    <a:pt x="39274" y="338206"/>
                    <a:pt x="87542" y="338206"/>
                  </a:cubicBezTo>
                  <a:lnTo>
                    <a:pt x="287044" y="338206"/>
                  </a:lnTo>
                  <a:cubicBezTo>
                    <a:pt x="317668" y="338206"/>
                    <a:pt x="342519" y="313648"/>
                    <a:pt x="342519" y="283390"/>
                  </a:cubicBezTo>
                  <a:cubicBezTo>
                    <a:pt x="342519" y="253132"/>
                    <a:pt x="317668" y="228574"/>
                    <a:pt x="287044" y="228574"/>
                  </a:cubicBezTo>
                  <a:lnTo>
                    <a:pt x="287037" y="228581"/>
                  </a:lnTo>
                  <a:close/>
                </a:path>
              </a:pathLst>
            </a:custGeom>
            <a:solidFill>
              <a:srgbClr val="417DC4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3868DF5F-B29B-D58A-FFF2-FCDA80231422}"/>
                </a:ext>
              </a:extLst>
            </p:cNvPr>
            <p:cNvSpPr/>
            <p:nvPr/>
          </p:nvSpPr>
          <p:spPr>
            <a:xfrm>
              <a:off x="10892183" y="523615"/>
              <a:ext cx="108630" cy="221737"/>
            </a:xfrm>
            <a:custGeom>
              <a:avLst/>
              <a:gdLst>
                <a:gd name="connsiteX0" fmla="*/ 81928 w 108630"/>
                <a:gd name="connsiteY0" fmla="*/ 21632 h 221737"/>
                <a:gd name="connsiteX1" fmla="*/ 0 w 108630"/>
                <a:gd name="connsiteY1" fmla="*/ 0 h 221737"/>
                <a:gd name="connsiteX2" fmla="*/ 0 w 108630"/>
                <a:gd name="connsiteY2" fmla="*/ 167424 h 221737"/>
                <a:gd name="connsiteX3" fmla="*/ 54315 w 108630"/>
                <a:gd name="connsiteY3" fmla="*/ 221738 h 221737"/>
                <a:gd name="connsiteX4" fmla="*/ 108630 w 108630"/>
                <a:gd name="connsiteY4" fmla="*/ 167424 h 221737"/>
                <a:gd name="connsiteX5" fmla="*/ 108630 w 108630"/>
                <a:gd name="connsiteY5" fmla="*/ 21626 h 221737"/>
                <a:gd name="connsiteX6" fmla="*/ 81928 w 108630"/>
                <a:gd name="connsiteY6" fmla="*/ 21626 h 221737"/>
                <a:gd name="connsiteX7" fmla="*/ 81928 w 108630"/>
                <a:gd name="connsiteY7" fmla="*/ 21632 h 221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8630" h="221737">
                  <a:moveTo>
                    <a:pt x="81928" y="21632"/>
                  </a:moveTo>
                  <a:cubicBezTo>
                    <a:pt x="45763" y="21632"/>
                    <a:pt x="18939" y="14362"/>
                    <a:pt x="0" y="0"/>
                  </a:cubicBezTo>
                  <a:lnTo>
                    <a:pt x="0" y="167424"/>
                  </a:lnTo>
                  <a:cubicBezTo>
                    <a:pt x="0" y="197419"/>
                    <a:pt x="24320" y="221738"/>
                    <a:pt x="54315" y="221738"/>
                  </a:cubicBezTo>
                  <a:cubicBezTo>
                    <a:pt x="84311" y="221738"/>
                    <a:pt x="108630" y="197419"/>
                    <a:pt x="108630" y="167424"/>
                  </a:cubicBezTo>
                  <a:lnTo>
                    <a:pt x="108630" y="21626"/>
                  </a:lnTo>
                  <a:lnTo>
                    <a:pt x="81928" y="21626"/>
                  </a:lnTo>
                  <a:lnTo>
                    <a:pt x="81928" y="21632"/>
                  </a:lnTo>
                  <a:close/>
                </a:path>
              </a:pathLst>
            </a:custGeom>
            <a:solidFill>
              <a:srgbClr val="FCC63A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F0B5C69B-B0CF-C3BD-9316-850420412A5D}"/>
                </a:ext>
              </a:extLst>
            </p:cNvPr>
            <p:cNvSpPr/>
            <p:nvPr/>
          </p:nvSpPr>
          <p:spPr>
            <a:xfrm>
              <a:off x="10659199" y="406603"/>
              <a:ext cx="223576" cy="108630"/>
            </a:xfrm>
            <a:custGeom>
              <a:avLst/>
              <a:gdLst>
                <a:gd name="connsiteX0" fmla="*/ 195824 w 223576"/>
                <a:gd name="connsiteY0" fmla="*/ 18120 h 108630"/>
                <a:gd name="connsiteX1" fmla="*/ 195824 w 223576"/>
                <a:gd name="connsiteY1" fmla="*/ 0 h 108630"/>
                <a:gd name="connsiteX2" fmla="*/ 54315 w 223576"/>
                <a:gd name="connsiteY2" fmla="*/ 0 h 108630"/>
                <a:gd name="connsiteX3" fmla="*/ 0 w 223576"/>
                <a:gd name="connsiteY3" fmla="*/ 54315 h 108630"/>
                <a:gd name="connsiteX4" fmla="*/ 54315 w 223576"/>
                <a:gd name="connsiteY4" fmla="*/ 108630 h 108630"/>
                <a:gd name="connsiteX5" fmla="*/ 223577 w 223576"/>
                <a:gd name="connsiteY5" fmla="*/ 108630 h 108630"/>
                <a:gd name="connsiteX6" fmla="*/ 195824 w 223576"/>
                <a:gd name="connsiteY6" fmla="*/ 18120 h 108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3576" h="108630">
                  <a:moveTo>
                    <a:pt x="195824" y="18120"/>
                  </a:moveTo>
                  <a:lnTo>
                    <a:pt x="195824" y="0"/>
                  </a:lnTo>
                  <a:lnTo>
                    <a:pt x="54315" y="0"/>
                  </a:lnTo>
                  <a:cubicBezTo>
                    <a:pt x="24320" y="0"/>
                    <a:pt x="0" y="24319"/>
                    <a:pt x="0" y="54315"/>
                  </a:cubicBezTo>
                  <a:cubicBezTo>
                    <a:pt x="0" y="84310"/>
                    <a:pt x="24320" y="108630"/>
                    <a:pt x="54315" y="108630"/>
                  </a:cubicBezTo>
                  <a:lnTo>
                    <a:pt x="223577" y="108630"/>
                  </a:lnTo>
                  <a:cubicBezTo>
                    <a:pt x="204248" y="88440"/>
                    <a:pt x="195824" y="58170"/>
                    <a:pt x="195824" y="18120"/>
                  </a:cubicBezTo>
                  <a:close/>
                </a:path>
              </a:pathLst>
            </a:custGeom>
            <a:solidFill>
              <a:srgbClr val="F25255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" name="Forme libre : forme 21">
              <a:extLst>
                <a:ext uri="{FF2B5EF4-FFF2-40B4-BE49-F238E27FC236}">
                  <a16:creationId xmlns:a16="http://schemas.microsoft.com/office/drawing/2014/main" id="{762A33E8-6189-8DAC-C377-BAD4B40489C2}"/>
                </a:ext>
              </a:extLst>
            </p:cNvPr>
            <p:cNvSpPr/>
            <p:nvPr/>
          </p:nvSpPr>
          <p:spPr>
            <a:xfrm>
              <a:off x="11319644" y="190969"/>
              <a:ext cx="672826" cy="552695"/>
            </a:xfrm>
            <a:custGeom>
              <a:avLst/>
              <a:gdLst>
                <a:gd name="connsiteX0" fmla="*/ 4474 w 672826"/>
                <a:gd name="connsiteY0" fmla="*/ 139817 h 552695"/>
                <a:gd name="connsiteX1" fmla="*/ 4474 w 672826"/>
                <a:gd name="connsiteY1" fmla="*/ 9321 h 552695"/>
                <a:gd name="connsiteX2" fmla="*/ 44555 w 672826"/>
                <a:gd name="connsiteY2" fmla="*/ 9321 h 552695"/>
                <a:gd name="connsiteX3" fmla="*/ 88737 w 672826"/>
                <a:gd name="connsiteY3" fmla="*/ 46978 h 552695"/>
                <a:gd name="connsiteX4" fmla="*/ 44555 w 672826"/>
                <a:gd name="connsiteY4" fmla="*/ 84636 h 552695"/>
                <a:gd name="connsiteX5" fmla="*/ 25726 w 672826"/>
                <a:gd name="connsiteY5" fmla="*/ 84636 h 552695"/>
                <a:gd name="connsiteX6" fmla="*/ 25726 w 672826"/>
                <a:gd name="connsiteY6" fmla="*/ 139817 h 552695"/>
                <a:gd name="connsiteX7" fmla="*/ 4474 w 672826"/>
                <a:gd name="connsiteY7" fmla="*/ 139817 h 552695"/>
                <a:gd name="connsiteX8" fmla="*/ 45488 w 672826"/>
                <a:gd name="connsiteY8" fmla="*/ 27404 h 552695"/>
                <a:gd name="connsiteX9" fmla="*/ 25726 w 672826"/>
                <a:gd name="connsiteY9" fmla="*/ 27404 h 552695"/>
                <a:gd name="connsiteX10" fmla="*/ 25726 w 672826"/>
                <a:gd name="connsiteY10" fmla="*/ 66553 h 552695"/>
                <a:gd name="connsiteX11" fmla="*/ 45488 w 672826"/>
                <a:gd name="connsiteY11" fmla="*/ 66553 h 552695"/>
                <a:gd name="connsiteX12" fmla="*/ 66553 w 672826"/>
                <a:gd name="connsiteY12" fmla="*/ 46606 h 552695"/>
                <a:gd name="connsiteX13" fmla="*/ 45488 w 672826"/>
                <a:gd name="connsiteY13" fmla="*/ 27404 h 552695"/>
                <a:gd name="connsiteX14" fmla="*/ 110528 w 672826"/>
                <a:gd name="connsiteY14" fmla="*/ 139817 h 552695"/>
                <a:gd name="connsiteX15" fmla="*/ 110528 w 672826"/>
                <a:gd name="connsiteY15" fmla="*/ 0 h 552695"/>
                <a:gd name="connsiteX16" fmla="*/ 129730 w 672826"/>
                <a:gd name="connsiteY16" fmla="*/ 0 h 552695"/>
                <a:gd name="connsiteX17" fmla="*/ 129730 w 672826"/>
                <a:gd name="connsiteY17" fmla="*/ 139817 h 552695"/>
                <a:gd name="connsiteX18" fmla="*/ 110528 w 672826"/>
                <a:gd name="connsiteY18" fmla="*/ 139817 h 552695"/>
                <a:gd name="connsiteX19" fmla="*/ 225825 w 672826"/>
                <a:gd name="connsiteY19" fmla="*/ 99550 h 552695"/>
                <a:gd name="connsiteX20" fmla="*/ 225825 w 672826"/>
                <a:gd name="connsiteY20" fmla="*/ 45860 h 552695"/>
                <a:gd name="connsiteX21" fmla="*/ 245214 w 672826"/>
                <a:gd name="connsiteY21" fmla="*/ 45860 h 552695"/>
                <a:gd name="connsiteX22" fmla="*/ 245214 w 672826"/>
                <a:gd name="connsiteY22" fmla="*/ 98617 h 552695"/>
                <a:gd name="connsiteX23" fmla="*/ 202713 w 672826"/>
                <a:gd name="connsiteY23" fmla="*/ 143545 h 552695"/>
                <a:gd name="connsiteX24" fmla="*/ 160021 w 672826"/>
                <a:gd name="connsiteY24" fmla="*/ 98617 h 552695"/>
                <a:gd name="connsiteX25" fmla="*/ 160021 w 672826"/>
                <a:gd name="connsiteY25" fmla="*/ 45860 h 552695"/>
                <a:gd name="connsiteX26" fmla="*/ 179408 w 672826"/>
                <a:gd name="connsiteY26" fmla="*/ 45860 h 552695"/>
                <a:gd name="connsiteX27" fmla="*/ 179408 w 672826"/>
                <a:gd name="connsiteY27" fmla="*/ 99550 h 552695"/>
                <a:gd name="connsiteX28" fmla="*/ 202713 w 672826"/>
                <a:gd name="connsiteY28" fmla="*/ 125462 h 552695"/>
                <a:gd name="connsiteX29" fmla="*/ 225825 w 672826"/>
                <a:gd name="connsiteY29" fmla="*/ 99550 h 552695"/>
                <a:gd name="connsiteX30" fmla="*/ 265463 w 672826"/>
                <a:gd name="connsiteY30" fmla="*/ 126580 h 552695"/>
                <a:gd name="connsiteX31" fmla="*/ 278698 w 672826"/>
                <a:gd name="connsiteY31" fmla="*/ 115022 h 552695"/>
                <a:gd name="connsiteX32" fmla="*/ 301627 w 672826"/>
                <a:gd name="connsiteY32" fmla="*/ 127886 h 552695"/>
                <a:gd name="connsiteX33" fmla="*/ 315797 w 672826"/>
                <a:gd name="connsiteY33" fmla="*/ 115209 h 552695"/>
                <a:gd name="connsiteX34" fmla="*/ 269747 w 672826"/>
                <a:gd name="connsiteY34" fmla="*/ 69908 h 552695"/>
                <a:gd name="connsiteX35" fmla="*/ 301627 w 672826"/>
                <a:gd name="connsiteY35" fmla="*/ 42132 h 552695"/>
                <a:gd name="connsiteX36" fmla="*/ 334250 w 672826"/>
                <a:gd name="connsiteY36" fmla="*/ 57791 h 552695"/>
                <a:gd name="connsiteX37" fmla="*/ 321199 w 672826"/>
                <a:gd name="connsiteY37" fmla="*/ 69163 h 552695"/>
                <a:gd name="connsiteX38" fmla="*/ 301819 w 672826"/>
                <a:gd name="connsiteY38" fmla="*/ 57791 h 552695"/>
                <a:gd name="connsiteX39" fmla="*/ 288392 w 672826"/>
                <a:gd name="connsiteY39" fmla="*/ 69349 h 552695"/>
                <a:gd name="connsiteX40" fmla="*/ 334442 w 672826"/>
                <a:gd name="connsiteY40" fmla="*/ 114091 h 552695"/>
                <a:gd name="connsiteX41" fmla="*/ 301819 w 672826"/>
                <a:gd name="connsiteY41" fmla="*/ 143545 h 552695"/>
                <a:gd name="connsiteX42" fmla="*/ 265463 w 672826"/>
                <a:gd name="connsiteY42" fmla="*/ 126580 h 552695"/>
                <a:gd name="connsiteX43" fmla="*/ 0 w 672826"/>
                <a:gd name="connsiteY43" fmla="*/ 548968 h 552695"/>
                <a:gd name="connsiteX44" fmla="*/ 0 w 672826"/>
                <a:gd name="connsiteY44" fmla="*/ 455011 h 552695"/>
                <a:gd name="connsiteX45" fmla="*/ 19202 w 672826"/>
                <a:gd name="connsiteY45" fmla="*/ 455011 h 552695"/>
                <a:gd name="connsiteX46" fmla="*/ 19202 w 672826"/>
                <a:gd name="connsiteY46" fmla="*/ 463772 h 552695"/>
                <a:gd name="connsiteX47" fmla="*/ 47165 w 672826"/>
                <a:gd name="connsiteY47" fmla="*/ 451282 h 552695"/>
                <a:gd name="connsiteX48" fmla="*/ 76806 w 672826"/>
                <a:gd name="connsiteY48" fmla="*/ 468246 h 552695"/>
                <a:gd name="connsiteX49" fmla="*/ 109617 w 672826"/>
                <a:gd name="connsiteY49" fmla="*/ 451282 h 552695"/>
                <a:gd name="connsiteX50" fmla="*/ 144291 w 672826"/>
                <a:gd name="connsiteY50" fmla="*/ 490618 h 552695"/>
                <a:gd name="connsiteX51" fmla="*/ 144291 w 672826"/>
                <a:gd name="connsiteY51" fmla="*/ 548968 h 552695"/>
                <a:gd name="connsiteX52" fmla="*/ 124903 w 672826"/>
                <a:gd name="connsiteY52" fmla="*/ 548968 h 552695"/>
                <a:gd name="connsiteX53" fmla="*/ 124903 w 672826"/>
                <a:gd name="connsiteY53" fmla="*/ 491363 h 552695"/>
                <a:gd name="connsiteX54" fmla="*/ 105143 w 672826"/>
                <a:gd name="connsiteY54" fmla="*/ 469365 h 552695"/>
                <a:gd name="connsiteX55" fmla="*/ 81653 w 672826"/>
                <a:gd name="connsiteY55" fmla="*/ 485397 h 552695"/>
                <a:gd name="connsiteX56" fmla="*/ 81839 w 672826"/>
                <a:gd name="connsiteY56" fmla="*/ 490618 h 552695"/>
                <a:gd name="connsiteX57" fmla="*/ 81839 w 672826"/>
                <a:gd name="connsiteY57" fmla="*/ 548968 h 552695"/>
                <a:gd name="connsiteX58" fmla="*/ 62451 w 672826"/>
                <a:gd name="connsiteY58" fmla="*/ 548968 h 552695"/>
                <a:gd name="connsiteX59" fmla="*/ 62451 w 672826"/>
                <a:gd name="connsiteY59" fmla="*/ 491363 h 552695"/>
                <a:gd name="connsiteX60" fmla="*/ 42691 w 672826"/>
                <a:gd name="connsiteY60" fmla="*/ 469365 h 552695"/>
                <a:gd name="connsiteX61" fmla="*/ 19202 w 672826"/>
                <a:gd name="connsiteY61" fmla="*/ 485584 h 552695"/>
                <a:gd name="connsiteX62" fmla="*/ 19202 w 672826"/>
                <a:gd name="connsiteY62" fmla="*/ 548968 h 552695"/>
                <a:gd name="connsiteX63" fmla="*/ 0 w 672826"/>
                <a:gd name="connsiteY63" fmla="*/ 548968 h 552695"/>
                <a:gd name="connsiteX64" fmla="*/ 200884 w 672826"/>
                <a:gd name="connsiteY64" fmla="*/ 551764 h 552695"/>
                <a:gd name="connsiteX65" fmla="*/ 169569 w 672826"/>
                <a:gd name="connsiteY65" fmla="*/ 524546 h 552695"/>
                <a:gd name="connsiteX66" fmla="*/ 200517 w 672826"/>
                <a:gd name="connsiteY66" fmla="*/ 496769 h 552695"/>
                <a:gd name="connsiteX67" fmla="*/ 230902 w 672826"/>
                <a:gd name="connsiteY67" fmla="*/ 491736 h 552695"/>
                <a:gd name="connsiteX68" fmla="*/ 230902 w 672826"/>
                <a:gd name="connsiteY68" fmla="*/ 486889 h 552695"/>
                <a:gd name="connsiteX69" fmla="*/ 210211 w 672826"/>
                <a:gd name="connsiteY69" fmla="*/ 468246 h 552695"/>
                <a:gd name="connsiteX70" fmla="*/ 186530 w 672826"/>
                <a:gd name="connsiteY70" fmla="*/ 480550 h 552695"/>
                <a:gd name="connsiteX71" fmla="*/ 172179 w 672826"/>
                <a:gd name="connsiteY71" fmla="*/ 469551 h 552695"/>
                <a:gd name="connsiteX72" fmla="*/ 210770 w 672826"/>
                <a:gd name="connsiteY72" fmla="*/ 451282 h 552695"/>
                <a:gd name="connsiteX73" fmla="*/ 250107 w 672826"/>
                <a:gd name="connsiteY73" fmla="*/ 486889 h 552695"/>
                <a:gd name="connsiteX74" fmla="*/ 250107 w 672826"/>
                <a:gd name="connsiteY74" fmla="*/ 548968 h 552695"/>
                <a:gd name="connsiteX75" fmla="*/ 230902 w 672826"/>
                <a:gd name="connsiteY75" fmla="*/ 548968 h 552695"/>
                <a:gd name="connsiteX76" fmla="*/ 230902 w 672826"/>
                <a:gd name="connsiteY76" fmla="*/ 538341 h 552695"/>
                <a:gd name="connsiteX77" fmla="*/ 200884 w 672826"/>
                <a:gd name="connsiteY77" fmla="*/ 551764 h 552695"/>
                <a:gd name="connsiteX78" fmla="*/ 188960 w 672826"/>
                <a:gd name="connsiteY78" fmla="*/ 523801 h 552695"/>
                <a:gd name="connsiteX79" fmla="*/ 204433 w 672826"/>
                <a:gd name="connsiteY79" fmla="*/ 536104 h 552695"/>
                <a:gd name="connsiteX80" fmla="*/ 230902 w 672826"/>
                <a:gd name="connsiteY80" fmla="*/ 521564 h 552695"/>
                <a:gd name="connsiteX81" fmla="*/ 230902 w 672826"/>
                <a:gd name="connsiteY81" fmla="*/ 505345 h 552695"/>
                <a:gd name="connsiteX82" fmla="*/ 205552 w 672826"/>
                <a:gd name="connsiteY82" fmla="*/ 509632 h 552695"/>
                <a:gd name="connsiteX83" fmla="*/ 188960 w 672826"/>
                <a:gd name="connsiteY83" fmla="*/ 523801 h 552695"/>
                <a:gd name="connsiteX84" fmla="*/ 318519 w 672826"/>
                <a:gd name="connsiteY84" fmla="*/ 455011 h 552695"/>
                <a:gd name="connsiteX85" fmla="*/ 339210 w 672826"/>
                <a:gd name="connsiteY85" fmla="*/ 455011 h 552695"/>
                <a:gd name="connsiteX86" fmla="*/ 366799 w 672826"/>
                <a:gd name="connsiteY86" fmla="*/ 528088 h 552695"/>
                <a:gd name="connsiteX87" fmla="*/ 394204 w 672826"/>
                <a:gd name="connsiteY87" fmla="*/ 455011 h 552695"/>
                <a:gd name="connsiteX88" fmla="*/ 415087 w 672826"/>
                <a:gd name="connsiteY88" fmla="*/ 455011 h 552695"/>
                <a:gd name="connsiteX89" fmla="*/ 379474 w 672826"/>
                <a:gd name="connsiteY89" fmla="*/ 548968 h 552695"/>
                <a:gd name="connsiteX90" fmla="*/ 353940 w 672826"/>
                <a:gd name="connsiteY90" fmla="*/ 548968 h 552695"/>
                <a:gd name="connsiteX91" fmla="*/ 318519 w 672826"/>
                <a:gd name="connsiteY91" fmla="*/ 455011 h 552695"/>
                <a:gd name="connsiteX92" fmla="*/ 443068 w 672826"/>
                <a:gd name="connsiteY92" fmla="*/ 434132 h 552695"/>
                <a:gd name="connsiteX93" fmla="*/ 430017 w 672826"/>
                <a:gd name="connsiteY93" fmla="*/ 421082 h 552695"/>
                <a:gd name="connsiteX94" fmla="*/ 443068 w 672826"/>
                <a:gd name="connsiteY94" fmla="*/ 408032 h 552695"/>
                <a:gd name="connsiteX95" fmla="*/ 456119 w 672826"/>
                <a:gd name="connsiteY95" fmla="*/ 421082 h 552695"/>
                <a:gd name="connsiteX96" fmla="*/ 443068 w 672826"/>
                <a:gd name="connsiteY96" fmla="*/ 434132 h 552695"/>
                <a:gd name="connsiteX97" fmla="*/ 433374 w 672826"/>
                <a:gd name="connsiteY97" fmla="*/ 548968 h 552695"/>
                <a:gd name="connsiteX98" fmla="*/ 433374 w 672826"/>
                <a:gd name="connsiteY98" fmla="*/ 455011 h 552695"/>
                <a:gd name="connsiteX99" fmla="*/ 452579 w 672826"/>
                <a:gd name="connsiteY99" fmla="*/ 455011 h 552695"/>
                <a:gd name="connsiteX100" fmla="*/ 452579 w 672826"/>
                <a:gd name="connsiteY100" fmla="*/ 548968 h 552695"/>
                <a:gd name="connsiteX101" fmla="*/ 433374 w 672826"/>
                <a:gd name="connsiteY101" fmla="*/ 548968 h 552695"/>
                <a:gd name="connsiteX102" fmla="*/ 484918 w 672826"/>
                <a:gd name="connsiteY102" fmla="*/ 548968 h 552695"/>
                <a:gd name="connsiteX103" fmla="*/ 484918 w 672826"/>
                <a:gd name="connsiteY103" fmla="*/ 409151 h 552695"/>
                <a:gd name="connsiteX104" fmla="*/ 504115 w 672826"/>
                <a:gd name="connsiteY104" fmla="*/ 409151 h 552695"/>
                <a:gd name="connsiteX105" fmla="*/ 504115 w 672826"/>
                <a:gd name="connsiteY105" fmla="*/ 548968 h 552695"/>
                <a:gd name="connsiteX106" fmla="*/ 484918 w 672826"/>
                <a:gd name="connsiteY106" fmla="*/ 548968 h 552695"/>
                <a:gd name="connsiteX107" fmla="*/ 536463 w 672826"/>
                <a:gd name="connsiteY107" fmla="*/ 548968 h 552695"/>
                <a:gd name="connsiteX108" fmla="*/ 536463 w 672826"/>
                <a:gd name="connsiteY108" fmla="*/ 409151 h 552695"/>
                <a:gd name="connsiteX109" fmla="*/ 555660 w 672826"/>
                <a:gd name="connsiteY109" fmla="*/ 409151 h 552695"/>
                <a:gd name="connsiteX110" fmla="*/ 555660 w 672826"/>
                <a:gd name="connsiteY110" fmla="*/ 548968 h 552695"/>
                <a:gd name="connsiteX111" fmla="*/ 536463 w 672826"/>
                <a:gd name="connsiteY111" fmla="*/ 548968 h 552695"/>
                <a:gd name="connsiteX112" fmla="*/ 672827 w 672826"/>
                <a:gd name="connsiteY112" fmla="*/ 533681 h 552695"/>
                <a:gd name="connsiteX113" fmla="*/ 632187 w 672826"/>
                <a:gd name="connsiteY113" fmla="*/ 552696 h 552695"/>
                <a:gd name="connsiteX114" fmla="*/ 580543 w 672826"/>
                <a:gd name="connsiteY114" fmla="*/ 501989 h 552695"/>
                <a:gd name="connsiteX115" fmla="*/ 628271 w 672826"/>
                <a:gd name="connsiteY115" fmla="*/ 451282 h 552695"/>
                <a:gd name="connsiteX116" fmla="*/ 670965 w 672826"/>
                <a:gd name="connsiteY116" fmla="*/ 492855 h 552695"/>
                <a:gd name="connsiteX117" fmla="*/ 669654 w 672826"/>
                <a:gd name="connsiteY117" fmla="*/ 504226 h 552695"/>
                <a:gd name="connsiteX118" fmla="*/ 600307 w 672826"/>
                <a:gd name="connsiteY118" fmla="*/ 504226 h 552695"/>
                <a:gd name="connsiteX119" fmla="*/ 632187 w 672826"/>
                <a:gd name="connsiteY119" fmla="*/ 535359 h 552695"/>
                <a:gd name="connsiteX120" fmla="*/ 658841 w 672826"/>
                <a:gd name="connsiteY120" fmla="*/ 522496 h 552695"/>
                <a:gd name="connsiteX121" fmla="*/ 672827 w 672826"/>
                <a:gd name="connsiteY121" fmla="*/ 533681 h 552695"/>
                <a:gd name="connsiteX122" fmla="*/ 627896 w 672826"/>
                <a:gd name="connsiteY122" fmla="*/ 467315 h 552695"/>
                <a:gd name="connsiteX123" fmla="*/ 601242 w 672826"/>
                <a:gd name="connsiteY123" fmla="*/ 489871 h 552695"/>
                <a:gd name="connsiteX124" fmla="*/ 651760 w 672826"/>
                <a:gd name="connsiteY124" fmla="*/ 489871 h 552695"/>
                <a:gd name="connsiteX125" fmla="*/ 627896 w 672826"/>
                <a:gd name="connsiteY125" fmla="*/ 467315 h 552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2826" h="552695">
                  <a:moveTo>
                    <a:pt x="4474" y="139817"/>
                  </a:moveTo>
                  <a:lnTo>
                    <a:pt x="4474" y="9321"/>
                  </a:lnTo>
                  <a:lnTo>
                    <a:pt x="44555" y="9321"/>
                  </a:lnTo>
                  <a:cubicBezTo>
                    <a:pt x="71959" y="9321"/>
                    <a:pt x="88737" y="23862"/>
                    <a:pt x="88737" y="46978"/>
                  </a:cubicBezTo>
                  <a:cubicBezTo>
                    <a:pt x="88737" y="70095"/>
                    <a:pt x="71959" y="84636"/>
                    <a:pt x="44555" y="84636"/>
                  </a:cubicBezTo>
                  <a:lnTo>
                    <a:pt x="25726" y="84636"/>
                  </a:lnTo>
                  <a:lnTo>
                    <a:pt x="25726" y="139817"/>
                  </a:lnTo>
                  <a:lnTo>
                    <a:pt x="4474" y="139817"/>
                  </a:lnTo>
                  <a:close/>
                  <a:moveTo>
                    <a:pt x="45488" y="27404"/>
                  </a:moveTo>
                  <a:lnTo>
                    <a:pt x="25726" y="27404"/>
                  </a:lnTo>
                  <a:lnTo>
                    <a:pt x="25726" y="66553"/>
                  </a:lnTo>
                  <a:lnTo>
                    <a:pt x="45488" y="66553"/>
                  </a:lnTo>
                  <a:cubicBezTo>
                    <a:pt x="58723" y="66553"/>
                    <a:pt x="66553" y="59096"/>
                    <a:pt x="66553" y="46606"/>
                  </a:cubicBezTo>
                  <a:cubicBezTo>
                    <a:pt x="66553" y="34861"/>
                    <a:pt x="58723" y="27404"/>
                    <a:pt x="45488" y="27404"/>
                  </a:cubicBezTo>
                  <a:close/>
                  <a:moveTo>
                    <a:pt x="110528" y="139817"/>
                  </a:moveTo>
                  <a:lnTo>
                    <a:pt x="110528" y="0"/>
                  </a:lnTo>
                  <a:lnTo>
                    <a:pt x="129730" y="0"/>
                  </a:lnTo>
                  <a:lnTo>
                    <a:pt x="129730" y="139817"/>
                  </a:lnTo>
                  <a:lnTo>
                    <a:pt x="110528" y="139817"/>
                  </a:lnTo>
                  <a:close/>
                  <a:moveTo>
                    <a:pt x="225825" y="99550"/>
                  </a:moveTo>
                  <a:lnTo>
                    <a:pt x="225825" y="45860"/>
                  </a:lnTo>
                  <a:lnTo>
                    <a:pt x="245214" y="45860"/>
                  </a:lnTo>
                  <a:lnTo>
                    <a:pt x="245214" y="98617"/>
                  </a:lnTo>
                  <a:cubicBezTo>
                    <a:pt x="245214" y="126768"/>
                    <a:pt x="228998" y="143545"/>
                    <a:pt x="202713" y="143545"/>
                  </a:cubicBezTo>
                  <a:cubicBezTo>
                    <a:pt x="176243" y="143545"/>
                    <a:pt x="160021" y="126768"/>
                    <a:pt x="160021" y="98617"/>
                  </a:cubicBezTo>
                  <a:lnTo>
                    <a:pt x="160021" y="45860"/>
                  </a:lnTo>
                  <a:lnTo>
                    <a:pt x="179408" y="45860"/>
                  </a:lnTo>
                  <a:lnTo>
                    <a:pt x="179408" y="99550"/>
                  </a:lnTo>
                  <a:cubicBezTo>
                    <a:pt x="179408" y="115768"/>
                    <a:pt x="187983" y="125462"/>
                    <a:pt x="202713" y="125462"/>
                  </a:cubicBezTo>
                  <a:cubicBezTo>
                    <a:pt x="217066" y="125462"/>
                    <a:pt x="225825" y="115768"/>
                    <a:pt x="225825" y="99550"/>
                  </a:cubicBezTo>
                  <a:close/>
                  <a:moveTo>
                    <a:pt x="265463" y="126580"/>
                  </a:moveTo>
                  <a:lnTo>
                    <a:pt x="278698" y="115022"/>
                  </a:lnTo>
                  <a:cubicBezTo>
                    <a:pt x="284852" y="122852"/>
                    <a:pt x="292308" y="127886"/>
                    <a:pt x="301627" y="127886"/>
                  </a:cubicBezTo>
                  <a:cubicBezTo>
                    <a:pt x="310762" y="127886"/>
                    <a:pt x="315797" y="122293"/>
                    <a:pt x="315797" y="115209"/>
                  </a:cubicBezTo>
                  <a:cubicBezTo>
                    <a:pt x="315797" y="96194"/>
                    <a:pt x="269747" y="103092"/>
                    <a:pt x="269747" y="69908"/>
                  </a:cubicBezTo>
                  <a:cubicBezTo>
                    <a:pt x="269747" y="54435"/>
                    <a:pt x="282798" y="42132"/>
                    <a:pt x="301627" y="42132"/>
                  </a:cubicBezTo>
                  <a:cubicBezTo>
                    <a:pt x="315421" y="42132"/>
                    <a:pt x="327545" y="48843"/>
                    <a:pt x="334250" y="57791"/>
                  </a:cubicBezTo>
                  <a:lnTo>
                    <a:pt x="321199" y="69163"/>
                  </a:lnTo>
                  <a:cubicBezTo>
                    <a:pt x="316173" y="62452"/>
                    <a:pt x="309643" y="57791"/>
                    <a:pt x="301819" y="57791"/>
                  </a:cubicBezTo>
                  <a:cubicBezTo>
                    <a:pt x="292868" y="57791"/>
                    <a:pt x="288392" y="63011"/>
                    <a:pt x="288392" y="69349"/>
                  </a:cubicBezTo>
                  <a:cubicBezTo>
                    <a:pt x="288392" y="88178"/>
                    <a:pt x="334442" y="81839"/>
                    <a:pt x="334442" y="114091"/>
                  </a:cubicBezTo>
                  <a:cubicBezTo>
                    <a:pt x="334250" y="132547"/>
                    <a:pt x="319337" y="143545"/>
                    <a:pt x="301819" y="143545"/>
                  </a:cubicBezTo>
                  <a:cubicBezTo>
                    <a:pt x="285971" y="143545"/>
                    <a:pt x="274222" y="137207"/>
                    <a:pt x="265463" y="126580"/>
                  </a:cubicBezTo>
                  <a:close/>
                  <a:moveTo>
                    <a:pt x="0" y="548968"/>
                  </a:moveTo>
                  <a:lnTo>
                    <a:pt x="0" y="455011"/>
                  </a:lnTo>
                  <a:lnTo>
                    <a:pt x="19202" y="455011"/>
                  </a:lnTo>
                  <a:lnTo>
                    <a:pt x="19202" y="463772"/>
                  </a:lnTo>
                  <a:cubicBezTo>
                    <a:pt x="25913" y="456502"/>
                    <a:pt x="34674" y="451282"/>
                    <a:pt x="47165" y="451282"/>
                  </a:cubicBezTo>
                  <a:cubicBezTo>
                    <a:pt x="60028" y="451282"/>
                    <a:pt x="70841" y="457062"/>
                    <a:pt x="76806" y="468246"/>
                  </a:cubicBezTo>
                  <a:cubicBezTo>
                    <a:pt x="84076" y="458925"/>
                    <a:pt x="93397" y="451282"/>
                    <a:pt x="109617" y="451282"/>
                  </a:cubicBezTo>
                  <a:cubicBezTo>
                    <a:pt x="129191" y="451282"/>
                    <a:pt x="144291" y="464704"/>
                    <a:pt x="144291" y="490618"/>
                  </a:cubicBezTo>
                  <a:lnTo>
                    <a:pt x="144291" y="548968"/>
                  </a:lnTo>
                  <a:lnTo>
                    <a:pt x="124903" y="548968"/>
                  </a:lnTo>
                  <a:lnTo>
                    <a:pt x="124903" y="491363"/>
                  </a:lnTo>
                  <a:cubicBezTo>
                    <a:pt x="124903" y="477567"/>
                    <a:pt x="117260" y="469365"/>
                    <a:pt x="105143" y="469365"/>
                  </a:cubicBezTo>
                  <a:cubicBezTo>
                    <a:pt x="93957" y="469365"/>
                    <a:pt x="86687" y="476449"/>
                    <a:pt x="81653" y="485397"/>
                  </a:cubicBezTo>
                  <a:cubicBezTo>
                    <a:pt x="81839" y="487076"/>
                    <a:pt x="81839" y="488753"/>
                    <a:pt x="81839" y="490618"/>
                  </a:cubicBezTo>
                  <a:lnTo>
                    <a:pt x="81839" y="548968"/>
                  </a:lnTo>
                  <a:lnTo>
                    <a:pt x="62451" y="548968"/>
                  </a:lnTo>
                  <a:lnTo>
                    <a:pt x="62451" y="491363"/>
                  </a:lnTo>
                  <a:cubicBezTo>
                    <a:pt x="62451" y="477567"/>
                    <a:pt x="54995" y="469365"/>
                    <a:pt x="42691" y="469365"/>
                  </a:cubicBezTo>
                  <a:cubicBezTo>
                    <a:pt x="30760" y="469365"/>
                    <a:pt x="23676" y="477567"/>
                    <a:pt x="19202" y="485584"/>
                  </a:cubicBezTo>
                  <a:lnTo>
                    <a:pt x="19202" y="548968"/>
                  </a:lnTo>
                  <a:lnTo>
                    <a:pt x="0" y="548968"/>
                  </a:lnTo>
                  <a:close/>
                  <a:moveTo>
                    <a:pt x="200884" y="551764"/>
                  </a:moveTo>
                  <a:cubicBezTo>
                    <a:pt x="182247" y="551764"/>
                    <a:pt x="169569" y="541138"/>
                    <a:pt x="169569" y="524546"/>
                  </a:cubicBezTo>
                  <a:cubicBezTo>
                    <a:pt x="169569" y="510378"/>
                    <a:pt x="180568" y="500125"/>
                    <a:pt x="200517" y="496769"/>
                  </a:cubicBezTo>
                  <a:lnTo>
                    <a:pt x="230902" y="491736"/>
                  </a:lnTo>
                  <a:lnTo>
                    <a:pt x="230902" y="486889"/>
                  </a:lnTo>
                  <a:cubicBezTo>
                    <a:pt x="230902" y="475331"/>
                    <a:pt x="222327" y="468246"/>
                    <a:pt x="210211" y="468246"/>
                  </a:cubicBezTo>
                  <a:cubicBezTo>
                    <a:pt x="199957" y="468246"/>
                    <a:pt x="191941" y="472907"/>
                    <a:pt x="186530" y="480550"/>
                  </a:cubicBezTo>
                  <a:lnTo>
                    <a:pt x="172179" y="469551"/>
                  </a:lnTo>
                  <a:cubicBezTo>
                    <a:pt x="180568" y="458367"/>
                    <a:pt x="193987" y="451282"/>
                    <a:pt x="210770" y="451282"/>
                  </a:cubicBezTo>
                  <a:cubicBezTo>
                    <a:pt x="236121" y="451282"/>
                    <a:pt x="250107" y="466196"/>
                    <a:pt x="250107" y="486889"/>
                  </a:cubicBezTo>
                  <a:lnTo>
                    <a:pt x="250107" y="548968"/>
                  </a:lnTo>
                  <a:lnTo>
                    <a:pt x="230902" y="548968"/>
                  </a:lnTo>
                  <a:lnTo>
                    <a:pt x="230902" y="538341"/>
                  </a:lnTo>
                  <a:cubicBezTo>
                    <a:pt x="224189" y="546544"/>
                    <a:pt x="212449" y="551764"/>
                    <a:pt x="200884" y="551764"/>
                  </a:cubicBezTo>
                  <a:close/>
                  <a:moveTo>
                    <a:pt x="188960" y="523801"/>
                  </a:moveTo>
                  <a:cubicBezTo>
                    <a:pt x="188960" y="531071"/>
                    <a:pt x="194738" y="536104"/>
                    <a:pt x="204433" y="536104"/>
                  </a:cubicBezTo>
                  <a:cubicBezTo>
                    <a:pt x="216173" y="536104"/>
                    <a:pt x="225308" y="530512"/>
                    <a:pt x="230902" y="521564"/>
                  </a:cubicBezTo>
                  <a:lnTo>
                    <a:pt x="230902" y="505345"/>
                  </a:lnTo>
                  <a:lnTo>
                    <a:pt x="205552" y="509632"/>
                  </a:lnTo>
                  <a:cubicBezTo>
                    <a:pt x="193803" y="511683"/>
                    <a:pt x="188960" y="516717"/>
                    <a:pt x="188960" y="523801"/>
                  </a:cubicBezTo>
                  <a:close/>
                  <a:moveTo>
                    <a:pt x="318519" y="455011"/>
                  </a:moveTo>
                  <a:lnTo>
                    <a:pt x="339210" y="455011"/>
                  </a:lnTo>
                  <a:lnTo>
                    <a:pt x="366799" y="528088"/>
                  </a:lnTo>
                  <a:lnTo>
                    <a:pt x="394204" y="455011"/>
                  </a:lnTo>
                  <a:lnTo>
                    <a:pt x="415087" y="455011"/>
                  </a:lnTo>
                  <a:lnTo>
                    <a:pt x="379474" y="548968"/>
                  </a:lnTo>
                  <a:lnTo>
                    <a:pt x="353940" y="548968"/>
                  </a:lnTo>
                  <a:lnTo>
                    <a:pt x="318519" y="455011"/>
                  </a:lnTo>
                  <a:close/>
                  <a:moveTo>
                    <a:pt x="443068" y="434132"/>
                  </a:moveTo>
                  <a:cubicBezTo>
                    <a:pt x="435987" y="434132"/>
                    <a:pt x="430017" y="428165"/>
                    <a:pt x="430017" y="421082"/>
                  </a:cubicBezTo>
                  <a:cubicBezTo>
                    <a:pt x="430017" y="413998"/>
                    <a:pt x="435987" y="408032"/>
                    <a:pt x="443068" y="408032"/>
                  </a:cubicBezTo>
                  <a:cubicBezTo>
                    <a:pt x="450149" y="408032"/>
                    <a:pt x="456119" y="413998"/>
                    <a:pt x="456119" y="421082"/>
                  </a:cubicBezTo>
                  <a:cubicBezTo>
                    <a:pt x="456119" y="428165"/>
                    <a:pt x="450149" y="434132"/>
                    <a:pt x="443068" y="434132"/>
                  </a:cubicBezTo>
                  <a:close/>
                  <a:moveTo>
                    <a:pt x="433374" y="548968"/>
                  </a:moveTo>
                  <a:lnTo>
                    <a:pt x="433374" y="455011"/>
                  </a:lnTo>
                  <a:lnTo>
                    <a:pt x="452579" y="455011"/>
                  </a:lnTo>
                  <a:lnTo>
                    <a:pt x="452579" y="548968"/>
                  </a:lnTo>
                  <a:lnTo>
                    <a:pt x="433374" y="548968"/>
                  </a:lnTo>
                  <a:close/>
                  <a:moveTo>
                    <a:pt x="484918" y="548968"/>
                  </a:moveTo>
                  <a:lnTo>
                    <a:pt x="484918" y="409151"/>
                  </a:lnTo>
                  <a:lnTo>
                    <a:pt x="504115" y="409151"/>
                  </a:lnTo>
                  <a:lnTo>
                    <a:pt x="504115" y="548968"/>
                  </a:lnTo>
                  <a:lnTo>
                    <a:pt x="484918" y="548968"/>
                  </a:lnTo>
                  <a:close/>
                  <a:moveTo>
                    <a:pt x="536463" y="548968"/>
                  </a:moveTo>
                  <a:lnTo>
                    <a:pt x="536463" y="409151"/>
                  </a:lnTo>
                  <a:lnTo>
                    <a:pt x="555660" y="409151"/>
                  </a:lnTo>
                  <a:lnTo>
                    <a:pt x="555660" y="548968"/>
                  </a:lnTo>
                  <a:lnTo>
                    <a:pt x="536463" y="548968"/>
                  </a:lnTo>
                  <a:close/>
                  <a:moveTo>
                    <a:pt x="672827" y="533681"/>
                  </a:moveTo>
                  <a:cubicBezTo>
                    <a:pt x="664059" y="545426"/>
                    <a:pt x="649706" y="552696"/>
                    <a:pt x="632187" y="552696"/>
                  </a:cubicBezTo>
                  <a:cubicBezTo>
                    <a:pt x="599748" y="552696"/>
                    <a:pt x="580543" y="529394"/>
                    <a:pt x="580543" y="501989"/>
                  </a:cubicBezTo>
                  <a:cubicBezTo>
                    <a:pt x="580543" y="473839"/>
                    <a:pt x="598445" y="451282"/>
                    <a:pt x="628271" y="451282"/>
                  </a:cubicBezTo>
                  <a:cubicBezTo>
                    <a:pt x="654181" y="451282"/>
                    <a:pt x="670965" y="468992"/>
                    <a:pt x="670965" y="492855"/>
                  </a:cubicBezTo>
                  <a:cubicBezTo>
                    <a:pt x="670965" y="497142"/>
                    <a:pt x="670405" y="501430"/>
                    <a:pt x="669654" y="504226"/>
                  </a:cubicBezTo>
                  <a:lnTo>
                    <a:pt x="600307" y="504226"/>
                  </a:lnTo>
                  <a:cubicBezTo>
                    <a:pt x="601610" y="524733"/>
                    <a:pt x="614101" y="535359"/>
                    <a:pt x="632187" y="535359"/>
                  </a:cubicBezTo>
                  <a:cubicBezTo>
                    <a:pt x="643560" y="535359"/>
                    <a:pt x="653062" y="530325"/>
                    <a:pt x="658841" y="522496"/>
                  </a:cubicBezTo>
                  <a:lnTo>
                    <a:pt x="672827" y="533681"/>
                  </a:lnTo>
                  <a:close/>
                  <a:moveTo>
                    <a:pt x="627896" y="467315"/>
                  </a:moveTo>
                  <a:cubicBezTo>
                    <a:pt x="613918" y="467315"/>
                    <a:pt x="604223" y="475331"/>
                    <a:pt x="601242" y="489871"/>
                  </a:cubicBezTo>
                  <a:lnTo>
                    <a:pt x="651760" y="489871"/>
                  </a:lnTo>
                  <a:cubicBezTo>
                    <a:pt x="651384" y="478127"/>
                    <a:pt x="643001" y="467315"/>
                    <a:pt x="627896" y="467315"/>
                  </a:cubicBezTo>
                  <a:close/>
                </a:path>
              </a:pathLst>
            </a:custGeom>
            <a:solidFill>
              <a:srgbClr val="000091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" name="Forme libre : forme 27">
              <a:extLst>
                <a:ext uri="{FF2B5EF4-FFF2-40B4-BE49-F238E27FC236}">
                  <a16:creationId xmlns:a16="http://schemas.microsoft.com/office/drawing/2014/main" id="{7DF4DD02-D475-9D22-3B92-2FB07F2EB954}"/>
                </a:ext>
              </a:extLst>
            </p:cNvPr>
            <p:cNvSpPr/>
            <p:nvPr/>
          </p:nvSpPr>
          <p:spPr>
            <a:xfrm>
              <a:off x="11305180" y="390105"/>
              <a:ext cx="671976" cy="153415"/>
            </a:xfrm>
            <a:custGeom>
              <a:avLst/>
              <a:gdLst>
                <a:gd name="connsiteX0" fmla="*/ 0 w 671976"/>
                <a:gd name="connsiteY0" fmla="*/ 49014 h 153415"/>
                <a:gd name="connsiteX1" fmla="*/ 18728 w 671976"/>
                <a:gd name="connsiteY1" fmla="*/ 49014 h 153415"/>
                <a:gd name="connsiteX2" fmla="*/ 18728 w 671976"/>
                <a:gd name="connsiteY2" fmla="*/ 39848 h 153415"/>
                <a:gd name="connsiteX3" fmla="*/ 60569 w 671976"/>
                <a:gd name="connsiteY3" fmla="*/ 0 h 153415"/>
                <a:gd name="connsiteX4" fmla="*/ 84877 w 671976"/>
                <a:gd name="connsiteY4" fmla="*/ 5380 h 153415"/>
                <a:gd name="connsiteX5" fmla="*/ 71528 w 671976"/>
                <a:gd name="connsiteY5" fmla="*/ 31879 h 153415"/>
                <a:gd name="connsiteX6" fmla="*/ 61167 w 671976"/>
                <a:gd name="connsiteY6" fmla="*/ 28292 h 153415"/>
                <a:gd name="connsiteX7" fmla="*/ 50607 w 671976"/>
                <a:gd name="connsiteY7" fmla="*/ 38852 h 153415"/>
                <a:gd name="connsiteX8" fmla="*/ 50607 w 671976"/>
                <a:gd name="connsiteY8" fmla="*/ 49014 h 153415"/>
                <a:gd name="connsiteX9" fmla="*/ 78103 w 671976"/>
                <a:gd name="connsiteY9" fmla="*/ 49014 h 153415"/>
                <a:gd name="connsiteX10" fmla="*/ 78103 w 671976"/>
                <a:gd name="connsiteY10" fmla="*/ 77305 h 153415"/>
                <a:gd name="connsiteX11" fmla="*/ 50607 w 671976"/>
                <a:gd name="connsiteY11" fmla="*/ 77305 h 153415"/>
                <a:gd name="connsiteX12" fmla="*/ 50607 w 671976"/>
                <a:gd name="connsiteY12" fmla="*/ 149431 h 153415"/>
                <a:gd name="connsiteX13" fmla="*/ 18728 w 671976"/>
                <a:gd name="connsiteY13" fmla="*/ 149431 h 153415"/>
                <a:gd name="connsiteX14" fmla="*/ 18728 w 671976"/>
                <a:gd name="connsiteY14" fmla="*/ 77305 h 153415"/>
                <a:gd name="connsiteX15" fmla="*/ 0 w 671976"/>
                <a:gd name="connsiteY15" fmla="*/ 77305 h 153415"/>
                <a:gd name="connsiteX16" fmla="*/ 0 w 671976"/>
                <a:gd name="connsiteY16" fmla="*/ 49014 h 153415"/>
                <a:gd name="connsiteX17" fmla="*/ 94212 w 671976"/>
                <a:gd name="connsiteY17" fmla="*/ 149431 h 153415"/>
                <a:gd name="connsiteX18" fmla="*/ 94212 w 671976"/>
                <a:gd name="connsiteY18" fmla="*/ 49014 h 153415"/>
                <a:gd name="connsiteX19" fmla="*/ 125892 w 671976"/>
                <a:gd name="connsiteY19" fmla="*/ 49014 h 153415"/>
                <a:gd name="connsiteX20" fmla="*/ 125892 w 671976"/>
                <a:gd name="connsiteY20" fmla="*/ 57183 h 153415"/>
                <a:gd name="connsiteX21" fmla="*/ 150199 w 671976"/>
                <a:gd name="connsiteY21" fmla="*/ 47021 h 153415"/>
                <a:gd name="connsiteX22" fmla="*/ 159364 w 671976"/>
                <a:gd name="connsiteY22" fmla="*/ 48416 h 153415"/>
                <a:gd name="connsiteX23" fmla="*/ 159364 w 671976"/>
                <a:gd name="connsiteY23" fmla="*/ 79697 h 153415"/>
                <a:gd name="connsiteX24" fmla="*/ 147012 w 671976"/>
                <a:gd name="connsiteY24" fmla="*/ 78301 h 153415"/>
                <a:gd name="connsiteX25" fmla="*/ 125892 w 671976"/>
                <a:gd name="connsiteY25" fmla="*/ 88463 h 153415"/>
                <a:gd name="connsiteX26" fmla="*/ 125892 w 671976"/>
                <a:gd name="connsiteY26" fmla="*/ 149431 h 153415"/>
                <a:gd name="connsiteX27" fmla="*/ 94212 w 671976"/>
                <a:gd name="connsiteY27" fmla="*/ 149431 h 153415"/>
                <a:gd name="connsiteX28" fmla="*/ 201286 w 671976"/>
                <a:gd name="connsiteY28" fmla="*/ 152420 h 153415"/>
                <a:gd name="connsiteX29" fmla="*/ 166816 w 671976"/>
                <a:gd name="connsiteY29" fmla="*/ 121139 h 153415"/>
                <a:gd name="connsiteX30" fmla="*/ 200485 w 671976"/>
                <a:gd name="connsiteY30" fmla="*/ 90456 h 153415"/>
                <a:gd name="connsiteX31" fmla="*/ 228783 w 671976"/>
                <a:gd name="connsiteY31" fmla="*/ 85674 h 153415"/>
                <a:gd name="connsiteX32" fmla="*/ 212642 w 671976"/>
                <a:gd name="connsiteY32" fmla="*/ 72324 h 153415"/>
                <a:gd name="connsiteX33" fmla="*/ 193513 w 671976"/>
                <a:gd name="connsiteY33" fmla="*/ 82885 h 153415"/>
                <a:gd name="connsiteX34" fmla="*/ 170402 w 671976"/>
                <a:gd name="connsiteY34" fmla="*/ 65351 h 153415"/>
                <a:gd name="connsiteX35" fmla="*/ 213636 w 671976"/>
                <a:gd name="connsiteY35" fmla="*/ 45028 h 153415"/>
                <a:gd name="connsiteX36" fmla="*/ 260263 w 671976"/>
                <a:gd name="connsiteY36" fmla="*/ 86072 h 153415"/>
                <a:gd name="connsiteX37" fmla="*/ 260263 w 671976"/>
                <a:gd name="connsiteY37" fmla="*/ 149431 h 153415"/>
                <a:gd name="connsiteX38" fmla="*/ 228783 w 671976"/>
                <a:gd name="connsiteY38" fmla="*/ 149431 h 153415"/>
                <a:gd name="connsiteX39" fmla="*/ 228783 w 671976"/>
                <a:gd name="connsiteY39" fmla="*/ 141860 h 153415"/>
                <a:gd name="connsiteX40" fmla="*/ 201286 w 671976"/>
                <a:gd name="connsiteY40" fmla="*/ 152420 h 153415"/>
                <a:gd name="connsiteX41" fmla="*/ 198097 w 671976"/>
                <a:gd name="connsiteY41" fmla="*/ 119545 h 153415"/>
                <a:gd name="connsiteX42" fmla="*/ 208259 w 671976"/>
                <a:gd name="connsiteY42" fmla="*/ 127913 h 153415"/>
                <a:gd name="connsiteX43" fmla="*/ 228783 w 671976"/>
                <a:gd name="connsiteY43" fmla="*/ 117154 h 153415"/>
                <a:gd name="connsiteX44" fmla="*/ 228783 w 671976"/>
                <a:gd name="connsiteY44" fmla="*/ 107192 h 153415"/>
                <a:gd name="connsiteX45" fmla="*/ 209052 w 671976"/>
                <a:gd name="connsiteY45" fmla="*/ 110579 h 153415"/>
                <a:gd name="connsiteX46" fmla="*/ 198097 w 671976"/>
                <a:gd name="connsiteY46" fmla="*/ 119545 h 153415"/>
                <a:gd name="connsiteX47" fmla="*/ 289362 w 671976"/>
                <a:gd name="connsiteY47" fmla="*/ 33074 h 153415"/>
                <a:gd name="connsiteX48" fmla="*/ 262066 w 671976"/>
                <a:gd name="connsiteY48" fmla="*/ 33074 h 153415"/>
                <a:gd name="connsiteX49" fmla="*/ 282390 w 671976"/>
                <a:gd name="connsiteY49" fmla="*/ 0 h 153415"/>
                <a:gd name="connsiteX50" fmla="*/ 321836 w 671976"/>
                <a:gd name="connsiteY50" fmla="*/ 0 h 153415"/>
                <a:gd name="connsiteX51" fmla="*/ 342160 w 671976"/>
                <a:gd name="connsiteY51" fmla="*/ 33074 h 153415"/>
                <a:gd name="connsiteX52" fmla="*/ 314863 w 671976"/>
                <a:gd name="connsiteY52" fmla="*/ 33074 h 153415"/>
                <a:gd name="connsiteX53" fmla="*/ 302113 w 671976"/>
                <a:gd name="connsiteY53" fmla="*/ 13747 h 153415"/>
                <a:gd name="connsiteX54" fmla="*/ 289362 w 671976"/>
                <a:gd name="connsiteY54" fmla="*/ 33074 h 153415"/>
                <a:gd name="connsiteX55" fmla="*/ 286173 w 671976"/>
                <a:gd name="connsiteY55" fmla="*/ 149431 h 153415"/>
                <a:gd name="connsiteX56" fmla="*/ 286173 w 671976"/>
                <a:gd name="connsiteY56" fmla="*/ 49014 h 153415"/>
                <a:gd name="connsiteX57" fmla="*/ 317853 w 671976"/>
                <a:gd name="connsiteY57" fmla="*/ 49014 h 153415"/>
                <a:gd name="connsiteX58" fmla="*/ 317853 w 671976"/>
                <a:gd name="connsiteY58" fmla="*/ 149431 h 153415"/>
                <a:gd name="connsiteX59" fmla="*/ 286173 w 671976"/>
                <a:gd name="connsiteY59" fmla="*/ 149431 h 153415"/>
                <a:gd name="connsiteX60" fmla="*/ 394706 w 671976"/>
                <a:gd name="connsiteY60" fmla="*/ 123729 h 153415"/>
                <a:gd name="connsiteX61" fmla="*/ 412642 w 671976"/>
                <a:gd name="connsiteY61" fmla="*/ 114564 h 153415"/>
                <a:gd name="connsiteX62" fmla="*/ 437350 w 671976"/>
                <a:gd name="connsiteY62" fmla="*/ 133292 h 153415"/>
                <a:gd name="connsiteX63" fmla="*/ 394506 w 671976"/>
                <a:gd name="connsiteY63" fmla="*/ 153416 h 153415"/>
                <a:gd name="connsiteX64" fmla="*/ 338719 w 671976"/>
                <a:gd name="connsiteY64" fmla="*/ 99222 h 153415"/>
                <a:gd name="connsiteX65" fmla="*/ 394506 w 671976"/>
                <a:gd name="connsiteY65" fmla="*/ 45028 h 153415"/>
                <a:gd name="connsiteX66" fmla="*/ 437350 w 671976"/>
                <a:gd name="connsiteY66" fmla="*/ 65152 h 153415"/>
                <a:gd name="connsiteX67" fmla="*/ 412642 w 671976"/>
                <a:gd name="connsiteY67" fmla="*/ 83881 h 153415"/>
                <a:gd name="connsiteX68" fmla="*/ 394113 w 671976"/>
                <a:gd name="connsiteY68" fmla="*/ 74715 h 153415"/>
                <a:gd name="connsiteX69" fmla="*/ 371593 w 671976"/>
                <a:gd name="connsiteY69" fmla="*/ 99222 h 153415"/>
                <a:gd name="connsiteX70" fmla="*/ 394706 w 671976"/>
                <a:gd name="connsiteY70" fmla="*/ 123729 h 153415"/>
                <a:gd name="connsiteX71" fmla="*/ 453816 w 671976"/>
                <a:gd name="connsiteY71" fmla="*/ 149431 h 153415"/>
                <a:gd name="connsiteX72" fmla="*/ 453816 w 671976"/>
                <a:gd name="connsiteY72" fmla="*/ 0 h 153415"/>
                <a:gd name="connsiteX73" fmla="*/ 485496 w 671976"/>
                <a:gd name="connsiteY73" fmla="*/ 0 h 153415"/>
                <a:gd name="connsiteX74" fmla="*/ 485496 w 671976"/>
                <a:gd name="connsiteY74" fmla="*/ 54592 h 153415"/>
                <a:gd name="connsiteX75" fmla="*/ 512191 w 671976"/>
                <a:gd name="connsiteY75" fmla="*/ 45028 h 153415"/>
                <a:gd name="connsiteX76" fmla="*/ 551044 w 671976"/>
                <a:gd name="connsiteY76" fmla="*/ 90456 h 153415"/>
                <a:gd name="connsiteX77" fmla="*/ 551044 w 671976"/>
                <a:gd name="connsiteY77" fmla="*/ 149431 h 153415"/>
                <a:gd name="connsiteX78" fmla="*/ 519163 w 671976"/>
                <a:gd name="connsiteY78" fmla="*/ 149431 h 153415"/>
                <a:gd name="connsiteX79" fmla="*/ 519163 w 671976"/>
                <a:gd name="connsiteY79" fmla="*/ 91850 h 153415"/>
                <a:gd name="connsiteX80" fmla="*/ 503624 w 671976"/>
                <a:gd name="connsiteY80" fmla="*/ 74715 h 153415"/>
                <a:gd name="connsiteX81" fmla="*/ 485496 w 671976"/>
                <a:gd name="connsiteY81" fmla="*/ 86869 h 153415"/>
                <a:gd name="connsiteX82" fmla="*/ 485496 w 671976"/>
                <a:gd name="connsiteY82" fmla="*/ 149431 h 153415"/>
                <a:gd name="connsiteX83" fmla="*/ 453816 w 671976"/>
                <a:gd name="connsiteY83" fmla="*/ 149431 h 153415"/>
                <a:gd name="connsiteX84" fmla="*/ 671977 w 671976"/>
                <a:gd name="connsiteY84" fmla="*/ 133292 h 153415"/>
                <a:gd name="connsiteX85" fmla="*/ 627346 w 671976"/>
                <a:gd name="connsiteY85" fmla="*/ 153416 h 153415"/>
                <a:gd name="connsiteX86" fmla="*/ 570958 w 671976"/>
                <a:gd name="connsiteY86" fmla="*/ 99222 h 153415"/>
                <a:gd name="connsiteX87" fmla="*/ 623163 w 671976"/>
                <a:gd name="connsiteY87" fmla="*/ 45028 h 153415"/>
                <a:gd name="connsiteX88" fmla="*/ 670382 w 671976"/>
                <a:gd name="connsiteY88" fmla="*/ 91252 h 153415"/>
                <a:gd name="connsiteX89" fmla="*/ 668386 w 671976"/>
                <a:gd name="connsiteY89" fmla="*/ 107989 h 153415"/>
                <a:gd name="connsiteX90" fmla="*/ 603432 w 671976"/>
                <a:gd name="connsiteY90" fmla="*/ 107989 h 153415"/>
                <a:gd name="connsiteX91" fmla="*/ 627146 w 671976"/>
                <a:gd name="connsiteY91" fmla="*/ 125123 h 153415"/>
                <a:gd name="connsiteX92" fmla="*/ 649657 w 671976"/>
                <a:gd name="connsiteY92" fmla="*/ 115560 h 153415"/>
                <a:gd name="connsiteX93" fmla="*/ 671977 w 671976"/>
                <a:gd name="connsiteY93" fmla="*/ 133292 h 153415"/>
                <a:gd name="connsiteX94" fmla="*/ 622361 w 671976"/>
                <a:gd name="connsiteY94" fmla="*/ 70532 h 153415"/>
                <a:gd name="connsiteX95" fmla="*/ 603632 w 671976"/>
                <a:gd name="connsiteY95" fmla="*/ 85674 h 153415"/>
                <a:gd name="connsiteX96" fmla="*/ 639696 w 671976"/>
                <a:gd name="connsiteY96" fmla="*/ 85674 h 153415"/>
                <a:gd name="connsiteX97" fmla="*/ 622361 w 671976"/>
                <a:gd name="connsiteY97" fmla="*/ 70532 h 153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671976" h="153415">
                  <a:moveTo>
                    <a:pt x="0" y="49014"/>
                  </a:moveTo>
                  <a:lnTo>
                    <a:pt x="18728" y="49014"/>
                  </a:lnTo>
                  <a:lnTo>
                    <a:pt x="18728" y="39848"/>
                  </a:lnTo>
                  <a:cubicBezTo>
                    <a:pt x="18728" y="18530"/>
                    <a:pt x="33074" y="0"/>
                    <a:pt x="60569" y="0"/>
                  </a:cubicBezTo>
                  <a:cubicBezTo>
                    <a:pt x="69734" y="0"/>
                    <a:pt x="77704" y="1992"/>
                    <a:pt x="84877" y="5380"/>
                  </a:cubicBezTo>
                  <a:lnTo>
                    <a:pt x="71528" y="31879"/>
                  </a:lnTo>
                  <a:cubicBezTo>
                    <a:pt x="69336" y="30085"/>
                    <a:pt x="65750" y="28292"/>
                    <a:pt x="61167" y="28292"/>
                  </a:cubicBezTo>
                  <a:cubicBezTo>
                    <a:pt x="54592" y="28292"/>
                    <a:pt x="50607" y="32675"/>
                    <a:pt x="50607" y="38852"/>
                  </a:cubicBezTo>
                  <a:lnTo>
                    <a:pt x="50607" y="49014"/>
                  </a:lnTo>
                  <a:lnTo>
                    <a:pt x="78103" y="49014"/>
                  </a:lnTo>
                  <a:lnTo>
                    <a:pt x="78103" y="77305"/>
                  </a:lnTo>
                  <a:lnTo>
                    <a:pt x="50607" y="77305"/>
                  </a:lnTo>
                  <a:lnTo>
                    <a:pt x="50607" y="149431"/>
                  </a:lnTo>
                  <a:lnTo>
                    <a:pt x="18728" y="149431"/>
                  </a:lnTo>
                  <a:lnTo>
                    <a:pt x="18728" y="77305"/>
                  </a:lnTo>
                  <a:lnTo>
                    <a:pt x="0" y="77305"/>
                  </a:lnTo>
                  <a:lnTo>
                    <a:pt x="0" y="49014"/>
                  </a:lnTo>
                  <a:close/>
                  <a:moveTo>
                    <a:pt x="94212" y="149431"/>
                  </a:moveTo>
                  <a:lnTo>
                    <a:pt x="94212" y="49014"/>
                  </a:lnTo>
                  <a:lnTo>
                    <a:pt x="125892" y="49014"/>
                  </a:lnTo>
                  <a:lnTo>
                    <a:pt x="125892" y="57183"/>
                  </a:lnTo>
                  <a:cubicBezTo>
                    <a:pt x="132069" y="51404"/>
                    <a:pt x="139839" y="47021"/>
                    <a:pt x="150199" y="47021"/>
                  </a:cubicBezTo>
                  <a:cubicBezTo>
                    <a:pt x="153786" y="47021"/>
                    <a:pt x="156974" y="47618"/>
                    <a:pt x="159364" y="48416"/>
                  </a:cubicBezTo>
                  <a:lnTo>
                    <a:pt x="159364" y="79697"/>
                  </a:lnTo>
                  <a:cubicBezTo>
                    <a:pt x="155978" y="78899"/>
                    <a:pt x="152192" y="78301"/>
                    <a:pt x="147012" y="78301"/>
                  </a:cubicBezTo>
                  <a:cubicBezTo>
                    <a:pt x="135456" y="78301"/>
                    <a:pt x="127885" y="85076"/>
                    <a:pt x="125892" y="88463"/>
                  </a:cubicBezTo>
                  <a:lnTo>
                    <a:pt x="125892" y="149431"/>
                  </a:lnTo>
                  <a:lnTo>
                    <a:pt x="94212" y="149431"/>
                  </a:lnTo>
                  <a:close/>
                  <a:moveTo>
                    <a:pt x="201286" y="152420"/>
                  </a:moveTo>
                  <a:cubicBezTo>
                    <a:pt x="180962" y="152420"/>
                    <a:pt x="166816" y="140664"/>
                    <a:pt x="166816" y="121139"/>
                  </a:cubicBezTo>
                  <a:cubicBezTo>
                    <a:pt x="166816" y="105797"/>
                    <a:pt x="178571" y="94042"/>
                    <a:pt x="200485" y="90456"/>
                  </a:cubicBezTo>
                  <a:lnTo>
                    <a:pt x="228783" y="85674"/>
                  </a:lnTo>
                  <a:cubicBezTo>
                    <a:pt x="228583" y="78103"/>
                    <a:pt x="222003" y="72324"/>
                    <a:pt x="212642" y="72324"/>
                  </a:cubicBezTo>
                  <a:cubicBezTo>
                    <a:pt x="204276" y="72324"/>
                    <a:pt x="198097" y="76309"/>
                    <a:pt x="193513" y="82885"/>
                  </a:cubicBezTo>
                  <a:lnTo>
                    <a:pt x="170402" y="65351"/>
                  </a:lnTo>
                  <a:cubicBezTo>
                    <a:pt x="179567" y="52600"/>
                    <a:pt x="194907" y="45028"/>
                    <a:pt x="213636" y="45028"/>
                  </a:cubicBezTo>
                  <a:cubicBezTo>
                    <a:pt x="245516" y="45028"/>
                    <a:pt x="260263" y="64156"/>
                    <a:pt x="260263" y="86072"/>
                  </a:cubicBezTo>
                  <a:lnTo>
                    <a:pt x="260263" y="149431"/>
                  </a:lnTo>
                  <a:lnTo>
                    <a:pt x="228783" y="149431"/>
                  </a:lnTo>
                  <a:lnTo>
                    <a:pt x="228783" y="141860"/>
                  </a:lnTo>
                  <a:cubicBezTo>
                    <a:pt x="223205" y="148037"/>
                    <a:pt x="211841" y="152420"/>
                    <a:pt x="201286" y="152420"/>
                  </a:cubicBezTo>
                  <a:close/>
                  <a:moveTo>
                    <a:pt x="198097" y="119545"/>
                  </a:moveTo>
                  <a:cubicBezTo>
                    <a:pt x="198097" y="124725"/>
                    <a:pt x="202080" y="127913"/>
                    <a:pt x="208259" y="127913"/>
                  </a:cubicBezTo>
                  <a:cubicBezTo>
                    <a:pt x="218421" y="127913"/>
                    <a:pt x="224792" y="123131"/>
                    <a:pt x="228783" y="117154"/>
                  </a:cubicBezTo>
                  <a:lnTo>
                    <a:pt x="228783" y="107192"/>
                  </a:lnTo>
                  <a:lnTo>
                    <a:pt x="209052" y="110579"/>
                  </a:lnTo>
                  <a:cubicBezTo>
                    <a:pt x="200886" y="111974"/>
                    <a:pt x="198097" y="114962"/>
                    <a:pt x="198097" y="119545"/>
                  </a:cubicBezTo>
                  <a:close/>
                  <a:moveTo>
                    <a:pt x="289362" y="33074"/>
                  </a:moveTo>
                  <a:lnTo>
                    <a:pt x="262066" y="33074"/>
                  </a:lnTo>
                  <a:lnTo>
                    <a:pt x="282390" y="0"/>
                  </a:lnTo>
                  <a:lnTo>
                    <a:pt x="321836" y="0"/>
                  </a:lnTo>
                  <a:lnTo>
                    <a:pt x="342160" y="33074"/>
                  </a:lnTo>
                  <a:lnTo>
                    <a:pt x="314863" y="33074"/>
                  </a:lnTo>
                  <a:lnTo>
                    <a:pt x="302113" y="13747"/>
                  </a:lnTo>
                  <a:lnTo>
                    <a:pt x="289362" y="33074"/>
                  </a:lnTo>
                  <a:close/>
                  <a:moveTo>
                    <a:pt x="286173" y="149431"/>
                  </a:moveTo>
                  <a:lnTo>
                    <a:pt x="286173" y="49014"/>
                  </a:lnTo>
                  <a:lnTo>
                    <a:pt x="317853" y="49014"/>
                  </a:lnTo>
                  <a:lnTo>
                    <a:pt x="317853" y="149431"/>
                  </a:lnTo>
                  <a:lnTo>
                    <a:pt x="286173" y="149431"/>
                  </a:lnTo>
                  <a:close/>
                  <a:moveTo>
                    <a:pt x="394706" y="123729"/>
                  </a:moveTo>
                  <a:cubicBezTo>
                    <a:pt x="402680" y="123729"/>
                    <a:pt x="409052" y="119744"/>
                    <a:pt x="412642" y="114564"/>
                  </a:cubicBezTo>
                  <a:lnTo>
                    <a:pt x="437350" y="133292"/>
                  </a:lnTo>
                  <a:cubicBezTo>
                    <a:pt x="427981" y="145645"/>
                    <a:pt x="413035" y="153416"/>
                    <a:pt x="394506" y="153416"/>
                  </a:cubicBezTo>
                  <a:cubicBezTo>
                    <a:pt x="359043" y="153416"/>
                    <a:pt x="338719" y="128511"/>
                    <a:pt x="338719" y="99222"/>
                  </a:cubicBezTo>
                  <a:cubicBezTo>
                    <a:pt x="338719" y="69934"/>
                    <a:pt x="359043" y="45028"/>
                    <a:pt x="394506" y="45028"/>
                  </a:cubicBezTo>
                  <a:cubicBezTo>
                    <a:pt x="413035" y="45028"/>
                    <a:pt x="427981" y="52799"/>
                    <a:pt x="437350" y="65152"/>
                  </a:cubicBezTo>
                  <a:lnTo>
                    <a:pt x="412642" y="83881"/>
                  </a:lnTo>
                  <a:cubicBezTo>
                    <a:pt x="409052" y="78701"/>
                    <a:pt x="402881" y="74715"/>
                    <a:pt x="394113" y="74715"/>
                  </a:cubicBezTo>
                  <a:cubicBezTo>
                    <a:pt x="381163" y="74715"/>
                    <a:pt x="371593" y="84478"/>
                    <a:pt x="371593" y="99222"/>
                  </a:cubicBezTo>
                  <a:cubicBezTo>
                    <a:pt x="371593" y="114166"/>
                    <a:pt x="381163" y="123729"/>
                    <a:pt x="394706" y="123729"/>
                  </a:cubicBezTo>
                  <a:close/>
                  <a:moveTo>
                    <a:pt x="453816" y="149431"/>
                  </a:moveTo>
                  <a:lnTo>
                    <a:pt x="453816" y="0"/>
                  </a:lnTo>
                  <a:lnTo>
                    <a:pt x="485496" y="0"/>
                  </a:lnTo>
                  <a:lnTo>
                    <a:pt x="485496" y="54592"/>
                  </a:lnTo>
                  <a:cubicBezTo>
                    <a:pt x="492067" y="49014"/>
                    <a:pt x="500434" y="45028"/>
                    <a:pt x="512191" y="45028"/>
                  </a:cubicBezTo>
                  <a:cubicBezTo>
                    <a:pt x="533509" y="45028"/>
                    <a:pt x="551044" y="59971"/>
                    <a:pt x="551044" y="90456"/>
                  </a:cubicBezTo>
                  <a:lnTo>
                    <a:pt x="551044" y="149431"/>
                  </a:lnTo>
                  <a:lnTo>
                    <a:pt x="519163" y="149431"/>
                  </a:lnTo>
                  <a:lnTo>
                    <a:pt x="519163" y="91850"/>
                  </a:lnTo>
                  <a:cubicBezTo>
                    <a:pt x="519163" y="81689"/>
                    <a:pt x="513786" y="74715"/>
                    <a:pt x="503624" y="74715"/>
                  </a:cubicBezTo>
                  <a:cubicBezTo>
                    <a:pt x="492468" y="74715"/>
                    <a:pt x="487483" y="83482"/>
                    <a:pt x="485496" y="86869"/>
                  </a:cubicBezTo>
                  <a:lnTo>
                    <a:pt x="485496" y="149431"/>
                  </a:lnTo>
                  <a:lnTo>
                    <a:pt x="453816" y="149431"/>
                  </a:lnTo>
                  <a:close/>
                  <a:moveTo>
                    <a:pt x="671977" y="133292"/>
                  </a:moveTo>
                  <a:cubicBezTo>
                    <a:pt x="662408" y="145845"/>
                    <a:pt x="646668" y="153416"/>
                    <a:pt x="627346" y="153416"/>
                  </a:cubicBezTo>
                  <a:cubicBezTo>
                    <a:pt x="590481" y="153416"/>
                    <a:pt x="570958" y="128511"/>
                    <a:pt x="570958" y="99222"/>
                  </a:cubicBezTo>
                  <a:cubicBezTo>
                    <a:pt x="570958" y="70133"/>
                    <a:pt x="589086" y="45028"/>
                    <a:pt x="623163" y="45028"/>
                  </a:cubicBezTo>
                  <a:cubicBezTo>
                    <a:pt x="651653" y="45028"/>
                    <a:pt x="670382" y="63956"/>
                    <a:pt x="670382" y="91252"/>
                  </a:cubicBezTo>
                  <a:cubicBezTo>
                    <a:pt x="670382" y="98027"/>
                    <a:pt x="669380" y="104403"/>
                    <a:pt x="668386" y="107989"/>
                  </a:cubicBezTo>
                  <a:lnTo>
                    <a:pt x="603432" y="107989"/>
                  </a:lnTo>
                  <a:cubicBezTo>
                    <a:pt x="606421" y="121537"/>
                    <a:pt x="615188" y="125123"/>
                    <a:pt x="627146" y="125123"/>
                  </a:cubicBezTo>
                  <a:cubicBezTo>
                    <a:pt x="636707" y="125123"/>
                    <a:pt x="645073" y="121338"/>
                    <a:pt x="649657" y="115560"/>
                  </a:cubicBezTo>
                  <a:lnTo>
                    <a:pt x="671977" y="133292"/>
                  </a:lnTo>
                  <a:close/>
                  <a:moveTo>
                    <a:pt x="622361" y="70532"/>
                  </a:moveTo>
                  <a:cubicBezTo>
                    <a:pt x="612199" y="70532"/>
                    <a:pt x="606028" y="75513"/>
                    <a:pt x="603632" y="85674"/>
                  </a:cubicBezTo>
                  <a:lnTo>
                    <a:pt x="639696" y="85674"/>
                  </a:lnTo>
                  <a:cubicBezTo>
                    <a:pt x="639295" y="78899"/>
                    <a:pt x="634118" y="70532"/>
                    <a:pt x="622361" y="70532"/>
                  </a:cubicBezTo>
                  <a:close/>
                </a:path>
              </a:pathLst>
            </a:custGeom>
            <a:solidFill>
              <a:srgbClr val="417DC4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30985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CEECE-80BD-24F5-29ED-51D02A8DC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3AA7DA23-AC46-53C2-5481-F11CF1FF75EA}"/>
              </a:ext>
            </a:extLst>
          </p:cNvPr>
          <p:cNvSpPr/>
          <p:nvPr/>
        </p:nvSpPr>
        <p:spPr>
          <a:xfrm>
            <a:off x="609600" y="220222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 err="1">
                <a:solidFill>
                  <a:srgbClr val="1A1A1A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Méthodes</a:t>
            </a:r>
            <a:r>
              <a:rPr lang="en-US" sz="3733" b="1" dirty="0">
                <a:solidFill>
                  <a:srgbClr val="1A1A1A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 de diagnostic </a:t>
            </a:r>
            <a:r>
              <a:rPr lang="en-US" sz="3733" b="1" dirty="0" err="1">
                <a:solidFill>
                  <a:srgbClr val="1A1A1A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identifiées</a:t>
            </a:r>
            <a:endParaRPr lang="en-US" sz="3733" dirty="0"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02F78CA-65FF-9043-6070-1584BC6D4D54}"/>
              </a:ext>
            </a:extLst>
          </p:cNvPr>
          <p:cNvSpPr/>
          <p:nvPr/>
        </p:nvSpPr>
        <p:spPr>
          <a:xfrm>
            <a:off x="609600" y="3080044"/>
            <a:ext cx="731520" cy="4876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 sz="2400"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zone_titre_fiches_diagnostic">
            <a:extLst>
              <a:ext uri="{FF2B5EF4-FFF2-40B4-BE49-F238E27FC236}">
                <a16:creationId xmlns:a16="http://schemas.microsoft.com/office/drawing/2014/main" id="{9328B9A3-CC8F-11E9-FAB1-0824EF7E88D7}"/>
              </a:ext>
            </a:extLst>
          </p:cNvPr>
          <p:cNvSpPr/>
          <p:nvPr/>
        </p:nvSpPr>
        <p:spPr>
          <a:xfrm>
            <a:off x="609600" y="3398401"/>
            <a:ext cx="10972800" cy="2879386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5C5C5C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{{</a:t>
            </a:r>
            <a:r>
              <a:rPr lang="fr-FR" sz="1600" dirty="0" err="1">
                <a:solidFill>
                  <a:srgbClr val="5C5C5C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titre_fiches_diagnostic</a:t>
            </a:r>
            <a:r>
              <a:rPr lang="fr-FR" sz="1600" dirty="0">
                <a:solidFill>
                  <a:srgbClr val="5C5C5C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}}</a:t>
            </a:r>
          </a:p>
        </p:txBody>
      </p:sp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A3CAC41A-66B0-361D-B372-62D87EE7A9F8}"/>
              </a:ext>
            </a:extLst>
          </p:cNvPr>
          <p:cNvCxnSpPr>
            <a:cxnSpLocks/>
          </p:cNvCxnSpPr>
          <p:nvPr/>
        </p:nvCxnSpPr>
        <p:spPr>
          <a:xfrm>
            <a:off x="576263" y="6512991"/>
            <a:ext cx="1161573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3">
            <a:extLst>
              <a:ext uri="{FF2B5EF4-FFF2-40B4-BE49-F238E27FC236}">
                <a16:creationId xmlns:a16="http://schemas.microsoft.com/office/drawing/2014/main" id="{515558A7-65FA-3B23-4336-CA7CF66783E3}"/>
              </a:ext>
            </a:extLst>
          </p:cNvPr>
          <p:cNvSpPr/>
          <p:nvPr/>
        </p:nvSpPr>
        <p:spPr>
          <a:xfrm>
            <a:off x="576263" y="6598217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A0A0A0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Données issues de Plus fraîche ma ville (ADEME)</a:t>
            </a:r>
            <a:endParaRPr lang="en-US" sz="1000"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" name="Graphique 7">
            <a:extLst>
              <a:ext uri="{FF2B5EF4-FFF2-40B4-BE49-F238E27FC236}">
                <a16:creationId xmlns:a16="http://schemas.microsoft.com/office/drawing/2014/main" id="{C288D9D9-7C92-0808-225D-D8D7C6D82E35}"/>
              </a:ext>
            </a:extLst>
          </p:cNvPr>
          <p:cNvGrpSpPr/>
          <p:nvPr/>
        </p:nvGrpSpPr>
        <p:grpSpPr>
          <a:xfrm>
            <a:off x="10659199" y="183863"/>
            <a:ext cx="1333272" cy="561489"/>
            <a:chOff x="10659199" y="183863"/>
            <a:chExt cx="1333272" cy="561489"/>
          </a:xfrm>
        </p:grpSpPr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6E771168-282D-6FFE-7FEA-3B241852103C}"/>
                </a:ext>
              </a:extLst>
            </p:cNvPr>
            <p:cNvSpPr/>
            <p:nvPr/>
          </p:nvSpPr>
          <p:spPr>
            <a:xfrm>
              <a:off x="10877319" y="183863"/>
              <a:ext cx="342519" cy="338206"/>
            </a:xfrm>
            <a:custGeom>
              <a:avLst/>
              <a:gdLst>
                <a:gd name="connsiteX0" fmla="*/ 287037 w 342519"/>
                <a:gd name="connsiteY0" fmla="*/ 228581 h 338206"/>
                <a:gd name="connsiteX1" fmla="*/ 287037 w 342519"/>
                <a:gd name="connsiteY1" fmla="*/ 228470 h 338206"/>
                <a:gd name="connsiteX2" fmla="*/ 166428 w 342519"/>
                <a:gd name="connsiteY2" fmla="*/ 228470 h 338206"/>
                <a:gd name="connsiteX3" fmla="*/ 110952 w 342519"/>
                <a:gd name="connsiteY3" fmla="*/ 173654 h 338206"/>
                <a:gd name="connsiteX4" fmla="*/ 110952 w 342519"/>
                <a:gd name="connsiteY4" fmla="*/ 54816 h 338206"/>
                <a:gd name="connsiteX5" fmla="*/ 55476 w 342519"/>
                <a:gd name="connsiteY5" fmla="*/ 0 h 338206"/>
                <a:gd name="connsiteX6" fmla="*/ 0 w 342519"/>
                <a:gd name="connsiteY6" fmla="*/ 54816 h 338206"/>
                <a:gd name="connsiteX7" fmla="*/ 109 w 342519"/>
                <a:gd name="connsiteY7" fmla="*/ 222447 h 338206"/>
                <a:gd name="connsiteX8" fmla="*/ 109 w 342519"/>
                <a:gd name="connsiteY8" fmla="*/ 251819 h 338206"/>
                <a:gd name="connsiteX9" fmla="*/ 87542 w 342519"/>
                <a:gd name="connsiteY9" fmla="*/ 338206 h 338206"/>
                <a:gd name="connsiteX10" fmla="*/ 287044 w 342519"/>
                <a:gd name="connsiteY10" fmla="*/ 338206 h 338206"/>
                <a:gd name="connsiteX11" fmla="*/ 342519 w 342519"/>
                <a:gd name="connsiteY11" fmla="*/ 283390 h 338206"/>
                <a:gd name="connsiteX12" fmla="*/ 287044 w 342519"/>
                <a:gd name="connsiteY12" fmla="*/ 228574 h 338206"/>
                <a:gd name="connsiteX13" fmla="*/ 287037 w 342519"/>
                <a:gd name="connsiteY13" fmla="*/ 228581 h 338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519" h="338206">
                  <a:moveTo>
                    <a:pt x="287037" y="228581"/>
                  </a:moveTo>
                  <a:lnTo>
                    <a:pt x="287037" y="228470"/>
                  </a:lnTo>
                  <a:lnTo>
                    <a:pt x="166428" y="228470"/>
                  </a:lnTo>
                  <a:cubicBezTo>
                    <a:pt x="135803" y="228470"/>
                    <a:pt x="110952" y="203912"/>
                    <a:pt x="110952" y="173654"/>
                  </a:cubicBezTo>
                  <a:lnTo>
                    <a:pt x="110952" y="54816"/>
                  </a:lnTo>
                  <a:cubicBezTo>
                    <a:pt x="110952" y="24558"/>
                    <a:pt x="86100" y="0"/>
                    <a:pt x="55476" y="0"/>
                  </a:cubicBezTo>
                  <a:cubicBezTo>
                    <a:pt x="24851" y="0"/>
                    <a:pt x="0" y="24558"/>
                    <a:pt x="0" y="54816"/>
                  </a:cubicBezTo>
                  <a:lnTo>
                    <a:pt x="109" y="222447"/>
                  </a:lnTo>
                  <a:lnTo>
                    <a:pt x="109" y="251819"/>
                  </a:lnTo>
                  <a:cubicBezTo>
                    <a:pt x="109" y="299512"/>
                    <a:pt x="39274" y="338206"/>
                    <a:pt x="87542" y="338206"/>
                  </a:cubicBezTo>
                  <a:lnTo>
                    <a:pt x="287044" y="338206"/>
                  </a:lnTo>
                  <a:cubicBezTo>
                    <a:pt x="317668" y="338206"/>
                    <a:pt x="342519" y="313648"/>
                    <a:pt x="342519" y="283390"/>
                  </a:cubicBezTo>
                  <a:cubicBezTo>
                    <a:pt x="342519" y="253132"/>
                    <a:pt x="317668" y="228574"/>
                    <a:pt x="287044" y="228574"/>
                  </a:cubicBezTo>
                  <a:lnTo>
                    <a:pt x="287037" y="228581"/>
                  </a:lnTo>
                  <a:close/>
                </a:path>
              </a:pathLst>
            </a:custGeom>
            <a:solidFill>
              <a:srgbClr val="417DC4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057F6FB0-7AAD-BE79-E72B-C6AAA0C22718}"/>
                </a:ext>
              </a:extLst>
            </p:cNvPr>
            <p:cNvSpPr/>
            <p:nvPr/>
          </p:nvSpPr>
          <p:spPr>
            <a:xfrm>
              <a:off x="10892183" y="523615"/>
              <a:ext cx="108630" cy="221737"/>
            </a:xfrm>
            <a:custGeom>
              <a:avLst/>
              <a:gdLst>
                <a:gd name="connsiteX0" fmla="*/ 81928 w 108630"/>
                <a:gd name="connsiteY0" fmla="*/ 21632 h 221737"/>
                <a:gd name="connsiteX1" fmla="*/ 0 w 108630"/>
                <a:gd name="connsiteY1" fmla="*/ 0 h 221737"/>
                <a:gd name="connsiteX2" fmla="*/ 0 w 108630"/>
                <a:gd name="connsiteY2" fmla="*/ 167424 h 221737"/>
                <a:gd name="connsiteX3" fmla="*/ 54315 w 108630"/>
                <a:gd name="connsiteY3" fmla="*/ 221738 h 221737"/>
                <a:gd name="connsiteX4" fmla="*/ 108630 w 108630"/>
                <a:gd name="connsiteY4" fmla="*/ 167424 h 221737"/>
                <a:gd name="connsiteX5" fmla="*/ 108630 w 108630"/>
                <a:gd name="connsiteY5" fmla="*/ 21626 h 221737"/>
                <a:gd name="connsiteX6" fmla="*/ 81928 w 108630"/>
                <a:gd name="connsiteY6" fmla="*/ 21626 h 221737"/>
                <a:gd name="connsiteX7" fmla="*/ 81928 w 108630"/>
                <a:gd name="connsiteY7" fmla="*/ 21632 h 221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8630" h="221737">
                  <a:moveTo>
                    <a:pt x="81928" y="21632"/>
                  </a:moveTo>
                  <a:cubicBezTo>
                    <a:pt x="45763" y="21632"/>
                    <a:pt x="18939" y="14362"/>
                    <a:pt x="0" y="0"/>
                  </a:cubicBezTo>
                  <a:lnTo>
                    <a:pt x="0" y="167424"/>
                  </a:lnTo>
                  <a:cubicBezTo>
                    <a:pt x="0" y="197419"/>
                    <a:pt x="24320" y="221738"/>
                    <a:pt x="54315" y="221738"/>
                  </a:cubicBezTo>
                  <a:cubicBezTo>
                    <a:pt x="84311" y="221738"/>
                    <a:pt x="108630" y="197419"/>
                    <a:pt x="108630" y="167424"/>
                  </a:cubicBezTo>
                  <a:lnTo>
                    <a:pt x="108630" y="21626"/>
                  </a:lnTo>
                  <a:lnTo>
                    <a:pt x="81928" y="21626"/>
                  </a:lnTo>
                  <a:lnTo>
                    <a:pt x="81928" y="21632"/>
                  </a:lnTo>
                  <a:close/>
                </a:path>
              </a:pathLst>
            </a:custGeom>
            <a:solidFill>
              <a:srgbClr val="FCC63A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6579D1F1-9286-2D29-0A32-F429664291C4}"/>
                </a:ext>
              </a:extLst>
            </p:cNvPr>
            <p:cNvSpPr/>
            <p:nvPr/>
          </p:nvSpPr>
          <p:spPr>
            <a:xfrm>
              <a:off x="10659199" y="406603"/>
              <a:ext cx="223576" cy="108630"/>
            </a:xfrm>
            <a:custGeom>
              <a:avLst/>
              <a:gdLst>
                <a:gd name="connsiteX0" fmla="*/ 195824 w 223576"/>
                <a:gd name="connsiteY0" fmla="*/ 18120 h 108630"/>
                <a:gd name="connsiteX1" fmla="*/ 195824 w 223576"/>
                <a:gd name="connsiteY1" fmla="*/ 0 h 108630"/>
                <a:gd name="connsiteX2" fmla="*/ 54315 w 223576"/>
                <a:gd name="connsiteY2" fmla="*/ 0 h 108630"/>
                <a:gd name="connsiteX3" fmla="*/ 0 w 223576"/>
                <a:gd name="connsiteY3" fmla="*/ 54315 h 108630"/>
                <a:gd name="connsiteX4" fmla="*/ 54315 w 223576"/>
                <a:gd name="connsiteY4" fmla="*/ 108630 h 108630"/>
                <a:gd name="connsiteX5" fmla="*/ 223577 w 223576"/>
                <a:gd name="connsiteY5" fmla="*/ 108630 h 108630"/>
                <a:gd name="connsiteX6" fmla="*/ 195824 w 223576"/>
                <a:gd name="connsiteY6" fmla="*/ 18120 h 108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3576" h="108630">
                  <a:moveTo>
                    <a:pt x="195824" y="18120"/>
                  </a:moveTo>
                  <a:lnTo>
                    <a:pt x="195824" y="0"/>
                  </a:lnTo>
                  <a:lnTo>
                    <a:pt x="54315" y="0"/>
                  </a:lnTo>
                  <a:cubicBezTo>
                    <a:pt x="24320" y="0"/>
                    <a:pt x="0" y="24319"/>
                    <a:pt x="0" y="54315"/>
                  </a:cubicBezTo>
                  <a:cubicBezTo>
                    <a:pt x="0" y="84310"/>
                    <a:pt x="24320" y="108630"/>
                    <a:pt x="54315" y="108630"/>
                  </a:cubicBezTo>
                  <a:lnTo>
                    <a:pt x="223577" y="108630"/>
                  </a:lnTo>
                  <a:cubicBezTo>
                    <a:pt x="204248" y="88440"/>
                    <a:pt x="195824" y="58170"/>
                    <a:pt x="195824" y="18120"/>
                  </a:cubicBezTo>
                  <a:close/>
                </a:path>
              </a:pathLst>
            </a:custGeom>
            <a:solidFill>
              <a:srgbClr val="F25255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494C86D9-7D01-6223-3C47-0AB199134828}"/>
                </a:ext>
              </a:extLst>
            </p:cNvPr>
            <p:cNvSpPr/>
            <p:nvPr/>
          </p:nvSpPr>
          <p:spPr>
            <a:xfrm>
              <a:off x="11319644" y="190969"/>
              <a:ext cx="672826" cy="552695"/>
            </a:xfrm>
            <a:custGeom>
              <a:avLst/>
              <a:gdLst>
                <a:gd name="connsiteX0" fmla="*/ 4474 w 672826"/>
                <a:gd name="connsiteY0" fmla="*/ 139817 h 552695"/>
                <a:gd name="connsiteX1" fmla="*/ 4474 w 672826"/>
                <a:gd name="connsiteY1" fmla="*/ 9321 h 552695"/>
                <a:gd name="connsiteX2" fmla="*/ 44555 w 672826"/>
                <a:gd name="connsiteY2" fmla="*/ 9321 h 552695"/>
                <a:gd name="connsiteX3" fmla="*/ 88737 w 672826"/>
                <a:gd name="connsiteY3" fmla="*/ 46978 h 552695"/>
                <a:gd name="connsiteX4" fmla="*/ 44555 w 672826"/>
                <a:gd name="connsiteY4" fmla="*/ 84636 h 552695"/>
                <a:gd name="connsiteX5" fmla="*/ 25726 w 672826"/>
                <a:gd name="connsiteY5" fmla="*/ 84636 h 552695"/>
                <a:gd name="connsiteX6" fmla="*/ 25726 w 672826"/>
                <a:gd name="connsiteY6" fmla="*/ 139817 h 552695"/>
                <a:gd name="connsiteX7" fmla="*/ 4474 w 672826"/>
                <a:gd name="connsiteY7" fmla="*/ 139817 h 552695"/>
                <a:gd name="connsiteX8" fmla="*/ 45488 w 672826"/>
                <a:gd name="connsiteY8" fmla="*/ 27404 h 552695"/>
                <a:gd name="connsiteX9" fmla="*/ 25726 w 672826"/>
                <a:gd name="connsiteY9" fmla="*/ 27404 h 552695"/>
                <a:gd name="connsiteX10" fmla="*/ 25726 w 672826"/>
                <a:gd name="connsiteY10" fmla="*/ 66553 h 552695"/>
                <a:gd name="connsiteX11" fmla="*/ 45488 w 672826"/>
                <a:gd name="connsiteY11" fmla="*/ 66553 h 552695"/>
                <a:gd name="connsiteX12" fmla="*/ 66553 w 672826"/>
                <a:gd name="connsiteY12" fmla="*/ 46606 h 552695"/>
                <a:gd name="connsiteX13" fmla="*/ 45488 w 672826"/>
                <a:gd name="connsiteY13" fmla="*/ 27404 h 552695"/>
                <a:gd name="connsiteX14" fmla="*/ 110528 w 672826"/>
                <a:gd name="connsiteY14" fmla="*/ 139817 h 552695"/>
                <a:gd name="connsiteX15" fmla="*/ 110528 w 672826"/>
                <a:gd name="connsiteY15" fmla="*/ 0 h 552695"/>
                <a:gd name="connsiteX16" fmla="*/ 129730 w 672826"/>
                <a:gd name="connsiteY16" fmla="*/ 0 h 552695"/>
                <a:gd name="connsiteX17" fmla="*/ 129730 w 672826"/>
                <a:gd name="connsiteY17" fmla="*/ 139817 h 552695"/>
                <a:gd name="connsiteX18" fmla="*/ 110528 w 672826"/>
                <a:gd name="connsiteY18" fmla="*/ 139817 h 552695"/>
                <a:gd name="connsiteX19" fmla="*/ 225825 w 672826"/>
                <a:gd name="connsiteY19" fmla="*/ 99550 h 552695"/>
                <a:gd name="connsiteX20" fmla="*/ 225825 w 672826"/>
                <a:gd name="connsiteY20" fmla="*/ 45860 h 552695"/>
                <a:gd name="connsiteX21" fmla="*/ 245214 w 672826"/>
                <a:gd name="connsiteY21" fmla="*/ 45860 h 552695"/>
                <a:gd name="connsiteX22" fmla="*/ 245214 w 672826"/>
                <a:gd name="connsiteY22" fmla="*/ 98617 h 552695"/>
                <a:gd name="connsiteX23" fmla="*/ 202713 w 672826"/>
                <a:gd name="connsiteY23" fmla="*/ 143545 h 552695"/>
                <a:gd name="connsiteX24" fmla="*/ 160021 w 672826"/>
                <a:gd name="connsiteY24" fmla="*/ 98617 h 552695"/>
                <a:gd name="connsiteX25" fmla="*/ 160021 w 672826"/>
                <a:gd name="connsiteY25" fmla="*/ 45860 h 552695"/>
                <a:gd name="connsiteX26" fmla="*/ 179408 w 672826"/>
                <a:gd name="connsiteY26" fmla="*/ 45860 h 552695"/>
                <a:gd name="connsiteX27" fmla="*/ 179408 w 672826"/>
                <a:gd name="connsiteY27" fmla="*/ 99550 h 552695"/>
                <a:gd name="connsiteX28" fmla="*/ 202713 w 672826"/>
                <a:gd name="connsiteY28" fmla="*/ 125462 h 552695"/>
                <a:gd name="connsiteX29" fmla="*/ 225825 w 672826"/>
                <a:gd name="connsiteY29" fmla="*/ 99550 h 552695"/>
                <a:gd name="connsiteX30" fmla="*/ 265463 w 672826"/>
                <a:gd name="connsiteY30" fmla="*/ 126580 h 552695"/>
                <a:gd name="connsiteX31" fmla="*/ 278698 w 672826"/>
                <a:gd name="connsiteY31" fmla="*/ 115022 h 552695"/>
                <a:gd name="connsiteX32" fmla="*/ 301627 w 672826"/>
                <a:gd name="connsiteY32" fmla="*/ 127886 h 552695"/>
                <a:gd name="connsiteX33" fmla="*/ 315797 w 672826"/>
                <a:gd name="connsiteY33" fmla="*/ 115209 h 552695"/>
                <a:gd name="connsiteX34" fmla="*/ 269747 w 672826"/>
                <a:gd name="connsiteY34" fmla="*/ 69908 h 552695"/>
                <a:gd name="connsiteX35" fmla="*/ 301627 w 672826"/>
                <a:gd name="connsiteY35" fmla="*/ 42132 h 552695"/>
                <a:gd name="connsiteX36" fmla="*/ 334250 w 672826"/>
                <a:gd name="connsiteY36" fmla="*/ 57791 h 552695"/>
                <a:gd name="connsiteX37" fmla="*/ 321199 w 672826"/>
                <a:gd name="connsiteY37" fmla="*/ 69163 h 552695"/>
                <a:gd name="connsiteX38" fmla="*/ 301819 w 672826"/>
                <a:gd name="connsiteY38" fmla="*/ 57791 h 552695"/>
                <a:gd name="connsiteX39" fmla="*/ 288392 w 672826"/>
                <a:gd name="connsiteY39" fmla="*/ 69349 h 552695"/>
                <a:gd name="connsiteX40" fmla="*/ 334442 w 672826"/>
                <a:gd name="connsiteY40" fmla="*/ 114091 h 552695"/>
                <a:gd name="connsiteX41" fmla="*/ 301819 w 672826"/>
                <a:gd name="connsiteY41" fmla="*/ 143545 h 552695"/>
                <a:gd name="connsiteX42" fmla="*/ 265463 w 672826"/>
                <a:gd name="connsiteY42" fmla="*/ 126580 h 552695"/>
                <a:gd name="connsiteX43" fmla="*/ 0 w 672826"/>
                <a:gd name="connsiteY43" fmla="*/ 548968 h 552695"/>
                <a:gd name="connsiteX44" fmla="*/ 0 w 672826"/>
                <a:gd name="connsiteY44" fmla="*/ 455011 h 552695"/>
                <a:gd name="connsiteX45" fmla="*/ 19202 w 672826"/>
                <a:gd name="connsiteY45" fmla="*/ 455011 h 552695"/>
                <a:gd name="connsiteX46" fmla="*/ 19202 w 672826"/>
                <a:gd name="connsiteY46" fmla="*/ 463772 h 552695"/>
                <a:gd name="connsiteX47" fmla="*/ 47165 w 672826"/>
                <a:gd name="connsiteY47" fmla="*/ 451282 h 552695"/>
                <a:gd name="connsiteX48" fmla="*/ 76806 w 672826"/>
                <a:gd name="connsiteY48" fmla="*/ 468246 h 552695"/>
                <a:gd name="connsiteX49" fmla="*/ 109617 w 672826"/>
                <a:gd name="connsiteY49" fmla="*/ 451282 h 552695"/>
                <a:gd name="connsiteX50" fmla="*/ 144291 w 672826"/>
                <a:gd name="connsiteY50" fmla="*/ 490618 h 552695"/>
                <a:gd name="connsiteX51" fmla="*/ 144291 w 672826"/>
                <a:gd name="connsiteY51" fmla="*/ 548968 h 552695"/>
                <a:gd name="connsiteX52" fmla="*/ 124903 w 672826"/>
                <a:gd name="connsiteY52" fmla="*/ 548968 h 552695"/>
                <a:gd name="connsiteX53" fmla="*/ 124903 w 672826"/>
                <a:gd name="connsiteY53" fmla="*/ 491363 h 552695"/>
                <a:gd name="connsiteX54" fmla="*/ 105143 w 672826"/>
                <a:gd name="connsiteY54" fmla="*/ 469365 h 552695"/>
                <a:gd name="connsiteX55" fmla="*/ 81653 w 672826"/>
                <a:gd name="connsiteY55" fmla="*/ 485397 h 552695"/>
                <a:gd name="connsiteX56" fmla="*/ 81839 w 672826"/>
                <a:gd name="connsiteY56" fmla="*/ 490618 h 552695"/>
                <a:gd name="connsiteX57" fmla="*/ 81839 w 672826"/>
                <a:gd name="connsiteY57" fmla="*/ 548968 h 552695"/>
                <a:gd name="connsiteX58" fmla="*/ 62451 w 672826"/>
                <a:gd name="connsiteY58" fmla="*/ 548968 h 552695"/>
                <a:gd name="connsiteX59" fmla="*/ 62451 w 672826"/>
                <a:gd name="connsiteY59" fmla="*/ 491363 h 552695"/>
                <a:gd name="connsiteX60" fmla="*/ 42691 w 672826"/>
                <a:gd name="connsiteY60" fmla="*/ 469365 h 552695"/>
                <a:gd name="connsiteX61" fmla="*/ 19202 w 672826"/>
                <a:gd name="connsiteY61" fmla="*/ 485584 h 552695"/>
                <a:gd name="connsiteX62" fmla="*/ 19202 w 672826"/>
                <a:gd name="connsiteY62" fmla="*/ 548968 h 552695"/>
                <a:gd name="connsiteX63" fmla="*/ 0 w 672826"/>
                <a:gd name="connsiteY63" fmla="*/ 548968 h 552695"/>
                <a:gd name="connsiteX64" fmla="*/ 200884 w 672826"/>
                <a:gd name="connsiteY64" fmla="*/ 551764 h 552695"/>
                <a:gd name="connsiteX65" fmla="*/ 169569 w 672826"/>
                <a:gd name="connsiteY65" fmla="*/ 524546 h 552695"/>
                <a:gd name="connsiteX66" fmla="*/ 200517 w 672826"/>
                <a:gd name="connsiteY66" fmla="*/ 496769 h 552695"/>
                <a:gd name="connsiteX67" fmla="*/ 230902 w 672826"/>
                <a:gd name="connsiteY67" fmla="*/ 491736 h 552695"/>
                <a:gd name="connsiteX68" fmla="*/ 230902 w 672826"/>
                <a:gd name="connsiteY68" fmla="*/ 486889 h 552695"/>
                <a:gd name="connsiteX69" fmla="*/ 210211 w 672826"/>
                <a:gd name="connsiteY69" fmla="*/ 468246 h 552695"/>
                <a:gd name="connsiteX70" fmla="*/ 186530 w 672826"/>
                <a:gd name="connsiteY70" fmla="*/ 480550 h 552695"/>
                <a:gd name="connsiteX71" fmla="*/ 172179 w 672826"/>
                <a:gd name="connsiteY71" fmla="*/ 469551 h 552695"/>
                <a:gd name="connsiteX72" fmla="*/ 210770 w 672826"/>
                <a:gd name="connsiteY72" fmla="*/ 451282 h 552695"/>
                <a:gd name="connsiteX73" fmla="*/ 250107 w 672826"/>
                <a:gd name="connsiteY73" fmla="*/ 486889 h 552695"/>
                <a:gd name="connsiteX74" fmla="*/ 250107 w 672826"/>
                <a:gd name="connsiteY74" fmla="*/ 548968 h 552695"/>
                <a:gd name="connsiteX75" fmla="*/ 230902 w 672826"/>
                <a:gd name="connsiteY75" fmla="*/ 548968 h 552695"/>
                <a:gd name="connsiteX76" fmla="*/ 230902 w 672826"/>
                <a:gd name="connsiteY76" fmla="*/ 538341 h 552695"/>
                <a:gd name="connsiteX77" fmla="*/ 200884 w 672826"/>
                <a:gd name="connsiteY77" fmla="*/ 551764 h 552695"/>
                <a:gd name="connsiteX78" fmla="*/ 188960 w 672826"/>
                <a:gd name="connsiteY78" fmla="*/ 523801 h 552695"/>
                <a:gd name="connsiteX79" fmla="*/ 204433 w 672826"/>
                <a:gd name="connsiteY79" fmla="*/ 536104 h 552695"/>
                <a:gd name="connsiteX80" fmla="*/ 230902 w 672826"/>
                <a:gd name="connsiteY80" fmla="*/ 521564 h 552695"/>
                <a:gd name="connsiteX81" fmla="*/ 230902 w 672826"/>
                <a:gd name="connsiteY81" fmla="*/ 505345 h 552695"/>
                <a:gd name="connsiteX82" fmla="*/ 205552 w 672826"/>
                <a:gd name="connsiteY82" fmla="*/ 509632 h 552695"/>
                <a:gd name="connsiteX83" fmla="*/ 188960 w 672826"/>
                <a:gd name="connsiteY83" fmla="*/ 523801 h 552695"/>
                <a:gd name="connsiteX84" fmla="*/ 318519 w 672826"/>
                <a:gd name="connsiteY84" fmla="*/ 455011 h 552695"/>
                <a:gd name="connsiteX85" fmla="*/ 339210 w 672826"/>
                <a:gd name="connsiteY85" fmla="*/ 455011 h 552695"/>
                <a:gd name="connsiteX86" fmla="*/ 366799 w 672826"/>
                <a:gd name="connsiteY86" fmla="*/ 528088 h 552695"/>
                <a:gd name="connsiteX87" fmla="*/ 394204 w 672826"/>
                <a:gd name="connsiteY87" fmla="*/ 455011 h 552695"/>
                <a:gd name="connsiteX88" fmla="*/ 415087 w 672826"/>
                <a:gd name="connsiteY88" fmla="*/ 455011 h 552695"/>
                <a:gd name="connsiteX89" fmla="*/ 379474 w 672826"/>
                <a:gd name="connsiteY89" fmla="*/ 548968 h 552695"/>
                <a:gd name="connsiteX90" fmla="*/ 353940 w 672826"/>
                <a:gd name="connsiteY90" fmla="*/ 548968 h 552695"/>
                <a:gd name="connsiteX91" fmla="*/ 318519 w 672826"/>
                <a:gd name="connsiteY91" fmla="*/ 455011 h 552695"/>
                <a:gd name="connsiteX92" fmla="*/ 443068 w 672826"/>
                <a:gd name="connsiteY92" fmla="*/ 434132 h 552695"/>
                <a:gd name="connsiteX93" fmla="*/ 430017 w 672826"/>
                <a:gd name="connsiteY93" fmla="*/ 421082 h 552695"/>
                <a:gd name="connsiteX94" fmla="*/ 443068 w 672826"/>
                <a:gd name="connsiteY94" fmla="*/ 408032 h 552695"/>
                <a:gd name="connsiteX95" fmla="*/ 456119 w 672826"/>
                <a:gd name="connsiteY95" fmla="*/ 421082 h 552695"/>
                <a:gd name="connsiteX96" fmla="*/ 443068 w 672826"/>
                <a:gd name="connsiteY96" fmla="*/ 434132 h 552695"/>
                <a:gd name="connsiteX97" fmla="*/ 433374 w 672826"/>
                <a:gd name="connsiteY97" fmla="*/ 548968 h 552695"/>
                <a:gd name="connsiteX98" fmla="*/ 433374 w 672826"/>
                <a:gd name="connsiteY98" fmla="*/ 455011 h 552695"/>
                <a:gd name="connsiteX99" fmla="*/ 452579 w 672826"/>
                <a:gd name="connsiteY99" fmla="*/ 455011 h 552695"/>
                <a:gd name="connsiteX100" fmla="*/ 452579 w 672826"/>
                <a:gd name="connsiteY100" fmla="*/ 548968 h 552695"/>
                <a:gd name="connsiteX101" fmla="*/ 433374 w 672826"/>
                <a:gd name="connsiteY101" fmla="*/ 548968 h 552695"/>
                <a:gd name="connsiteX102" fmla="*/ 484918 w 672826"/>
                <a:gd name="connsiteY102" fmla="*/ 548968 h 552695"/>
                <a:gd name="connsiteX103" fmla="*/ 484918 w 672826"/>
                <a:gd name="connsiteY103" fmla="*/ 409151 h 552695"/>
                <a:gd name="connsiteX104" fmla="*/ 504115 w 672826"/>
                <a:gd name="connsiteY104" fmla="*/ 409151 h 552695"/>
                <a:gd name="connsiteX105" fmla="*/ 504115 w 672826"/>
                <a:gd name="connsiteY105" fmla="*/ 548968 h 552695"/>
                <a:gd name="connsiteX106" fmla="*/ 484918 w 672826"/>
                <a:gd name="connsiteY106" fmla="*/ 548968 h 552695"/>
                <a:gd name="connsiteX107" fmla="*/ 536463 w 672826"/>
                <a:gd name="connsiteY107" fmla="*/ 548968 h 552695"/>
                <a:gd name="connsiteX108" fmla="*/ 536463 w 672826"/>
                <a:gd name="connsiteY108" fmla="*/ 409151 h 552695"/>
                <a:gd name="connsiteX109" fmla="*/ 555660 w 672826"/>
                <a:gd name="connsiteY109" fmla="*/ 409151 h 552695"/>
                <a:gd name="connsiteX110" fmla="*/ 555660 w 672826"/>
                <a:gd name="connsiteY110" fmla="*/ 548968 h 552695"/>
                <a:gd name="connsiteX111" fmla="*/ 536463 w 672826"/>
                <a:gd name="connsiteY111" fmla="*/ 548968 h 552695"/>
                <a:gd name="connsiteX112" fmla="*/ 672827 w 672826"/>
                <a:gd name="connsiteY112" fmla="*/ 533681 h 552695"/>
                <a:gd name="connsiteX113" fmla="*/ 632187 w 672826"/>
                <a:gd name="connsiteY113" fmla="*/ 552696 h 552695"/>
                <a:gd name="connsiteX114" fmla="*/ 580543 w 672826"/>
                <a:gd name="connsiteY114" fmla="*/ 501989 h 552695"/>
                <a:gd name="connsiteX115" fmla="*/ 628271 w 672826"/>
                <a:gd name="connsiteY115" fmla="*/ 451282 h 552695"/>
                <a:gd name="connsiteX116" fmla="*/ 670965 w 672826"/>
                <a:gd name="connsiteY116" fmla="*/ 492855 h 552695"/>
                <a:gd name="connsiteX117" fmla="*/ 669654 w 672826"/>
                <a:gd name="connsiteY117" fmla="*/ 504226 h 552695"/>
                <a:gd name="connsiteX118" fmla="*/ 600307 w 672826"/>
                <a:gd name="connsiteY118" fmla="*/ 504226 h 552695"/>
                <a:gd name="connsiteX119" fmla="*/ 632187 w 672826"/>
                <a:gd name="connsiteY119" fmla="*/ 535359 h 552695"/>
                <a:gd name="connsiteX120" fmla="*/ 658841 w 672826"/>
                <a:gd name="connsiteY120" fmla="*/ 522496 h 552695"/>
                <a:gd name="connsiteX121" fmla="*/ 672827 w 672826"/>
                <a:gd name="connsiteY121" fmla="*/ 533681 h 552695"/>
                <a:gd name="connsiteX122" fmla="*/ 627896 w 672826"/>
                <a:gd name="connsiteY122" fmla="*/ 467315 h 552695"/>
                <a:gd name="connsiteX123" fmla="*/ 601242 w 672826"/>
                <a:gd name="connsiteY123" fmla="*/ 489871 h 552695"/>
                <a:gd name="connsiteX124" fmla="*/ 651760 w 672826"/>
                <a:gd name="connsiteY124" fmla="*/ 489871 h 552695"/>
                <a:gd name="connsiteX125" fmla="*/ 627896 w 672826"/>
                <a:gd name="connsiteY125" fmla="*/ 467315 h 552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2826" h="552695">
                  <a:moveTo>
                    <a:pt x="4474" y="139817"/>
                  </a:moveTo>
                  <a:lnTo>
                    <a:pt x="4474" y="9321"/>
                  </a:lnTo>
                  <a:lnTo>
                    <a:pt x="44555" y="9321"/>
                  </a:lnTo>
                  <a:cubicBezTo>
                    <a:pt x="71959" y="9321"/>
                    <a:pt x="88737" y="23862"/>
                    <a:pt x="88737" y="46978"/>
                  </a:cubicBezTo>
                  <a:cubicBezTo>
                    <a:pt x="88737" y="70095"/>
                    <a:pt x="71959" y="84636"/>
                    <a:pt x="44555" y="84636"/>
                  </a:cubicBezTo>
                  <a:lnTo>
                    <a:pt x="25726" y="84636"/>
                  </a:lnTo>
                  <a:lnTo>
                    <a:pt x="25726" y="139817"/>
                  </a:lnTo>
                  <a:lnTo>
                    <a:pt x="4474" y="139817"/>
                  </a:lnTo>
                  <a:close/>
                  <a:moveTo>
                    <a:pt x="45488" y="27404"/>
                  </a:moveTo>
                  <a:lnTo>
                    <a:pt x="25726" y="27404"/>
                  </a:lnTo>
                  <a:lnTo>
                    <a:pt x="25726" y="66553"/>
                  </a:lnTo>
                  <a:lnTo>
                    <a:pt x="45488" y="66553"/>
                  </a:lnTo>
                  <a:cubicBezTo>
                    <a:pt x="58723" y="66553"/>
                    <a:pt x="66553" y="59096"/>
                    <a:pt x="66553" y="46606"/>
                  </a:cubicBezTo>
                  <a:cubicBezTo>
                    <a:pt x="66553" y="34861"/>
                    <a:pt x="58723" y="27404"/>
                    <a:pt x="45488" y="27404"/>
                  </a:cubicBezTo>
                  <a:close/>
                  <a:moveTo>
                    <a:pt x="110528" y="139817"/>
                  </a:moveTo>
                  <a:lnTo>
                    <a:pt x="110528" y="0"/>
                  </a:lnTo>
                  <a:lnTo>
                    <a:pt x="129730" y="0"/>
                  </a:lnTo>
                  <a:lnTo>
                    <a:pt x="129730" y="139817"/>
                  </a:lnTo>
                  <a:lnTo>
                    <a:pt x="110528" y="139817"/>
                  </a:lnTo>
                  <a:close/>
                  <a:moveTo>
                    <a:pt x="225825" y="99550"/>
                  </a:moveTo>
                  <a:lnTo>
                    <a:pt x="225825" y="45860"/>
                  </a:lnTo>
                  <a:lnTo>
                    <a:pt x="245214" y="45860"/>
                  </a:lnTo>
                  <a:lnTo>
                    <a:pt x="245214" y="98617"/>
                  </a:lnTo>
                  <a:cubicBezTo>
                    <a:pt x="245214" y="126768"/>
                    <a:pt x="228998" y="143545"/>
                    <a:pt x="202713" y="143545"/>
                  </a:cubicBezTo>
                  <a:cubicBezTo>
                    <a:pt x="176243" y="143545"/>
                    <a:pt x="160021" y="126768"/>
                    <a:pt x="160021" y="98617"/>
                  </a:cubicBezTo>
                  <a:lnTo>
                    <a:pt x="160021" y="45860"/>
                  </a:lnTo>
                  <a:lnTo>
                    <a:pt x="179408" y="45860"/>
                  </a:lnTo>
                  <a:lnTo>
                    <a:pt x="179408" y="99550"/>
                  </a:lnTo>
                  <a:cubicBezTo>
                    <a:pt x="179408" y="115768"/>
                    <a:pt x="187983" y="125462"/>
                    <a:pt x="202713" y="125462"/>
                  </a:cubicBezTo>
                  <a:cubicBezTo>
                    <a:pt x="217066" y="125462"/>
                    <a:pt x="225825" y="115768"/>
                    <a:pt x="225825" y="99550"/>
                  </a:cubicBezTo>
                  <a:close/>
                  <a:moveTo>
                    <a:pt x="265463" y="126580"/>
                  </a:moveTo>
                  <a:lnTo>
                    <a:pt x="278698" y="115022"/>
                  </a:lnTo>
                  <a:cubicBezTo>
                    <a:pt x="284852" y="122852"/>
                    <a:pt x="292308" y="127886"/>
                    <a:pt x="301627" y="127886"/>
                  </a:cubicBezTo>
                  <a:cubicBezTo>
                    <a:pt x="310762" y="127886"/>
                    <a:pt x="315797" y="122293"/>
                    <a:pt x="315797" y="115209"/>
                  </a:cubicBezTo>
                  <a:cubicBezTo>
                    <a:pt x="315797" y="96194"/>
                    <a:pt x="269747" y="103092"/>
                    <a:pt x="269747" y="69908"/>
                  </a:cubicBezTo>
                  <a:cubicBezTo>
                    <a:pt x="269747" y="54435"/>
                    <a:pt x="282798" y="42132"/>
                    <a:pt x="301627" y="42132"/>
                  </a:cubicBezTo>
                  <a:cubicBezTo>
                    <a:pt x="315421" y="42132"/>
                    <a:pt x="327545" y="48843"/>
                    <a:pt x="334250" y="57791"/>
                  </a:cubicBezTo>
                  <a:lnTo>
                    <a:pt x="321199" y="69163"/>
                  </a:lnTo>
                  <a:cubicBezTo>
                    <a:pt x="316173" y="62452"/>
                    <a:pt x="309643" y="57791"/>
                    <a:pt x="301819" y="57791"/>
                  </a:cubicBezTo>
                  <a:cubicBezTo>
                    <a:pt x="292868" y="57791"/>
                    <a:pt x="288392" y="63011"/>
                    <a:pt x="288392" y="69349"/>
                  </a:cubicBezTo>
                  <a:cubicBezTo>
                    <a:pt x="288392" y="88178"/>
                    <a:pt x="334442" y="81839"/>
                    <a:pt x="334442" y="114091"/>
                  </a:cubicBezTo>
                  <a:cubicBezTo>
                    <a:pt x="334250" y="132547"/>
                    <a:pt x="319337" y="143545"/>
                    <a:pt x="301819" y="143545"/>
                  </a:cubicBezTo>
                  <a:cubicBezTo>
                    <a:pt x="285971" y="143545"/>
                    <a:pt x="274222" y="137207"/>
                    <a:pt x="265463" y="126580"/>
                  </a:cubicBezTo>
                  <a:close/>
                  <a:moveTo>
                    <a:pt x="0" y="548968"/>
                  </a:moveTo>
                  <a:lnTo>
                    <a:pt x="0" y="455011"/>
                  </a:lnTo>
                  <a:lnTo>
                    <a:pt x="19202" y="455011"/>
                  </a:lnTo>
                  <a:lnTo>
                    <a:pt x="19202" y="463772"/>
                  </a:lnTo>
                  <a:cubicBezTo>
                    <a:pt x="25913" y="456502"/>
                    <a:pt x="34674" y="451282"/>
                    <a:pt x="47165" y="451282"/>
                  </a:cubicBezTo>
                  <a:cubicBezTo>
                    <a:pt x="60028" y="451282"/>
                    <a:pt x="70841" y="457062"/>
                    <a:pt x="76806" y="468246"/>
                  </a:cubicBezTo>
                  <a:cubicBezTo>
                    <a:pt x="84076" y="458925"/>
                    <a:pt x="93397" y="451282"/>
                    <a:pt x="109617" y="451282"/>
                  </a:cubicBezTo>
                  <a:cubicBezTo>
                    <a:pt x="129191" y="451282"/>
                    <a:pt x="144291" y="464704"/>
                    <a:pt x="144291" y="490618"/>
                  </a:cubicBezTo>
                  <a:lnTo>
                    <a:pt x="144291" y="548968"/>
                  </a:lnTo>
                  <a:lnTo>
                    <a:pt x="124903" y="548968"/>
                  </a:lnTo>
                  <a:lnTo>
                    <a:pt x="124903" y="491363"/>
                  </a:lnTo>
                  <a:cubicBezTo>
                    <a:pt x="124903" y="477567"/>
                    <a:pt x="117260" y="469365"/>
                    <a:pt x="105143" y="469365"/>
                  </a:cubicBezTo>
                  <a:cubicBezTo>
                    <a:pt x="93957" y="469365"/>
                    <a:pt x="86687" y="476449"/>
                    <a:pt x="81653" y="485397"/>
                  </a:cubicBezTo>
                  <a:cubicBezTo>
                    <a:pt x="81839" y="487076"/>
                    <a:pt x="81839" y="488753"/>
                    <a:pt x="81839" y="490618"/>
                  </a:cubicBezTo>
                  <a:lnTo>
                    <a:pt x="81839" y="548968"/>
                  </a:lnTo>
                  <a:lnTo>
                    <a:pt x="62451" y="548968"/>
                  </a:lnTo>
                  <a:lnTo>
                    <a:pt x="62451" y="491363"/>
                  </a:lnTo>
                  <a:cubicBezTo>
                    <a:pt x="62451" y="477567"/>
                    <a:pt x="54995" y="469365"/>
                    <a:pt x="42691" y="469365"/>
                  </a:cubicBezTo>
                  <a:cubicBezTo>
                    <a:pt x="30760" y="469365"/>
                    <a:pt x="23676" y="477567"/>
                    <a:pt x="19202" y="485584"/>
                  </a:cubicBezTo>
                  <a:lnTo>
                    <a:pt x="19202" y="548968"/>
                  </a:lnTo>
                  <a:lnTo>
                    <a:pt x="0" y="548968"/>
                  </a:lnTo>
                  <a:close/>
                  <a:moveTo>
                    <a:pt x="200884" y="551764"/>
                  </a:moveTo>
                  <a:cubicBezTo>
                    <a:pt x="182247" y="551764"/>
                    <a:pt x="169569" y="541138"/>
                    <a:pt x="169569" y="524546"/>
                  </a:cubicBezTo>
                  <a:cubicBezTo>
                    <a:pt x="169569" y="510378"/>
                    <a:pt x="180568" y="500125"/>
                    <a:pt x="200517" y="496769"/>
                  </a:cubicBezTo>
                  <a:lnTo>
                    <a:pt x="230902" y="491736"/>
                  </a:lnTo>
                  <a:lnTo>
                    <a:pt x="230902" y="486889"/>
                  </a:lnTo>
                  <a:cubicBezTo>
                    <a:pt x="230902" y="475331"/>
                    <a:pt x="222327" y="468246"/>
                    <a:pt x="210211" y="468246"/>
                  </a:cubicBezTo>
                  <a:cubicBezTo>
                    <a:pt x="199957" y="468246"/>
                    <a:pt x="191941" y="472907"/>
                    <a:pt x="186530" y="480550"/>
                  </a:cubicBezTo>
                  <a:lnTo>
                    <a:pt x="172179" y="469551"/>
                  </a:lnTo>
                  <a:cubicBezTo>
                    <a:pt x="180568" y="458367"/>
                    <a:pt x="193987" y="451282"/>
                    <a:pt x="210770" y="451282"/>
                  </a:cubicBezTo>
                  <a:cubicBezTo>
                    <a:pt x="236121" y="451282"/>
                    <a:pt x="250107" y="466196"/>
                    <a:pt x="250107" y="486889"/>
                  </a:cubicBezTo>
                  <a:lnTo>
                    <a:pt x="250107" y="548968"/>
                  </a:lnTo>
                  <a:lnTo>
                    <a:pt x="230902" y="548968"/>
                  </a:lnTo>
                  <a:lnTo>
                    <a:pt x="230902" y="538341"/>
                  </a:lnTo>
                  <a:cubicBezTo>
                    <a:pt x="224189" y="546544"/>
                    <a:pt x="212449" y="551764"/>
                    <a:pt x="200884" y="551764"/>
                  </a:cubicBezTo>
                  <a:close/>
                  <a:moveTo>
                    <a:pt x="188960" y="523801"/>
                  </a:moveTo>
                  <a:cubicBezTo>
                    <a:pt x="188960" y="531071"/>
                    <a:pt x="194738" y="536104"/>
                    <a:pt x="204433" y="536104"/>
                  </a:cubicBezTo>
                  <a:cubicBezTo>
                    <a:pt x="216173" y="536104"/>
                    <a:pt x="225308" y="530512"/>
                    <a:pt x="230902" y="521564"/>
                  </a:cubicBezTo>
                  <a:lnTo>
                    <a:pt x="230902" y="505345"/>
                  </a:lnTo>
                  <a:lnTo>
                    <a:pt x="205552" y="509632"/>
                  </a:lnTo>
                  <a:cubicBezTo>
                    <a:pt x="193803" y="511683"/>
                    <a:pt x="188960" y="516717"/>
                    <a:pt x="188960" y="523801"/>
                  </a:cubicBezTo>
                  <a:close/>
                  <a:moveTo>
                    <a:pt x="318519" y="455011"/>
                  </a:moveTo>
                  <a:lnTo>
                    <a:pt x="339210" y="455011"/>
                  </a:lnTo>
                  <a:lnTo>
                    <a:pt x="366799" y="528088"/>
                  </a:lnTo>
                  <a:lnTo>
                    <a:pt x="394204" y="455011"/>
                  </a:lnTo>
                  <a:lnTo>
                    <a:pt x="415087" y="455011"/>
                  </a:lnTo>
                  <a:lnTo>
                    <a:pt x="379474" y="548968"/>
                  </a:lnTo>
                  <a:lnTo>
                    <a:pt x="353940" y="548968"/>
                  </a:lnTo>
                  <a:lnTo>
                    <a:pt x="318519" y="455011"/>
                  </a:lnTo>
                  <a:close/>
                  <a:moveTo>
                    <a:pt x="443068" y="434132"/>
                  </a:moveTo>
                  <a:cubicBezTo>
                    <a:pt x="435987" y="434132"/>
                    <a:pt x="430017" y="428165"/>
                    <a:pt x="430017" y="421082"/>
                  </a:cubicBezTo>
                  <a:cubicBezTo>
                    <a:pt x="430017" y="413998"/>
                    <a:pt x="435987" y="408032"/>
                    <a:pt x="443068" y="408032"/>
                  </a:cubicBezTo>
                  <a:cubicBezTo>
                    <a:pt x="450149" y="408032"/>
                    <a:pt x="456119" y="413998"/>
                    <a:pt x="456119" y="421082"/>
                  </a:cubicBezTo>
                  <a:cubicBezTo>
                    <a:pt x="456119" y="428165"/>
                    <a:pt x="450149" y="434132"/>
                    <a:pt x="443068" y="434132"/>
                  </a:cubicBezTo>
                  <a:close/>
                  <a:moveTo>
                    <a:pt x="433374" y="548968"/>
                  </a:moveTo>
                  <a:lnTo>
                    <a:pt x="433374" y="455011"/>
                  </a:lnTo>
                  <a:lnTo>
                    <a:pt x="452579" y="455011"/>
                  </a:lnTo>
                  <a:lnTo>
                    <a:pt x="452579" y="548968"/>
                  </a:lnTo>
                  <a:lnTo>
                    <a:pt x="433374" y="548968"/>
                  </a:lnTo>
                  <a:close/>
                  <a:moveTo>
                    <a:pt x="484918" y="548968"/>
                  </a:moveTo>
                  <a:lnTo>
                    <a:pt x="484918" y="409151"/>
                  </a:lnTo>
                  <a:lnTo>
                    <a:pt x="504115" y="409151"/>
                  </a:lnTo>
                  <a:lnTo>
                    <a:pt x="504115" y="548968"/>
                  </a:lnTo>
                  <a:lnTo>
                    <a:pt x="484918" y="548968"/>
                  </a:lnTo>
                  <a:close/>
                  <a:moveTo>
                    <a:pt x="536463" y="548968"/>
                  </a:moveTo>
                  <a:lnTo>
                    <a:pt x="536463" y="409151"/>
                  </a:lnTo>
                  <a:lnTo>
                    <a:pt x="555660" y="409151"/>
                  </a:lnTo>
                  <a:lnTo>
                    <a:pt x="555660" y="548968"/>
                  </a:lnTo>
                  <a:lnTo>
                    <a:pt x="536463" y="548968"/>
                  </a:lnTo>
                  <a:close/>
                  <a:moveTo>
                    <a:pt x="672827" y="533681"/>
                  </a:moveTo>
                  <a:cubicBezTo>
                    <a:pt x="664059" y="545426"/>
                    <a:pt x="649706" y="552696"/>
                    <a:pt x="632187" y="552696"/>
                  </a:cubicBezTo>
                  <a:cubicBezTo>
                    <a:pt x="599748" y="552696"/>
                    <a:pt x="580543" y="529394"/>
                    <a:pt x="580543" y="501989"/>
                  </a:cubicBezTo>
                  <a:cubicBezTo>
                    <a:pt x="580543" y="473839"/>
                    <a:pt x="598445" y="451282"/>
                    <a:pt x="628271" y="451282"/>
                  </a:cubicBezTo>
                  <a:cubicBezTo>
                    <a:pt x="654181" y="451282"/>
                    <a:pt x="670965" y="468992"/>
                    <a:pt x="670965" y="492855"/>
                  </a:cubicBezTo>
                  <a:cubicBezTo>
                    <a:pt x="670965" y="497142"/>
                    <a:pt x="670405" y="501430"/>
                    <a:pt x="669654" y="504226"/>
                  </a:cubicBezTo>
                  <a:lnTo>
                    <a:pt x="600307" y="504226"/>
                  </a:lnTo>
                  <a:cubicBezTo>
                    <a:pt x="601610" y="524733"/>
                    <a:pt x="614101" y="535359"/>
                    <a:pt x="632187" y="535359"/>
                  </a:cubicBezTo>
                  <a:cubicBezTo>
                    <a:pt x="643560" y="535359"/>
                    <a:pt x="653062" y="530325"/>
                    <a:pt x="658841" y="522496"/>
                  </a:cubicBezTo>
                  <a:lnTo>
                    <a:pt x="672827" y="533681"/>
                  </a:lnTo>
                  <a:close/>
                  <a:moveTo>
                    <a:pt x="627896" y="467315"/>
                  </a:moveTo>
                  <a:cubicBezTo>
                    <a:pt x="613918" y="467315"/>
                    <a:pt x="604223" y="475331"/>
                    <a:pt x="601242" y="489871"/>
                  </a:cubicBezTo>
                  <a:lnTo>
                    <a:pt x="651760" y="489871"/>
                  </a:lnTo>
                  <a:cubicBezTo>
                    <a:pt x="651384" y="478127"/>
                    <a:pt x="643001" y="467315"/>
                    <a:pt x="627896" y="467315"/>
                  </a:cubicBezTo>
                  <a:close/>
                </a:path>
              </a:pathLst>
            </a:custGeom>
            <a:solidFill>
              <a:srgbClr val="000091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FA76C6F6-824F-AD63-AD88-466EDD41FA16}"/>
                </a:ext>
              </a:extLst>
            </p:cNvPr>
            <p:cNvSpPr/>
            <p:nvPr/>
          </p:nvSpPr>
          <p:spPr>
            <a:xfrm>
              <a:off x="11305180" y="390105"/>
              <a:ext cx="671976" cy="153415"/>
            </a:xfrm>
            <a:custGeom>
              <a:avLst/>
              <a:gdLst>
                <a:gd name="connsiteX0" fmla="*/ 0 w 671976"/>
                <a:gd name="connsiteY0" fmla="*/ 49014 h 153415"/>
                <a:gd name="connsiteX1" fmla="*/ 18728 w 671976"/>
                <a:gd name="connsiteY1" fmla="*/ 49014 h 153415"/>
                <a:gd name="connsiteX2" fmla="*/ 18728 w 671976"/>
                <a:gd name="connsiteY2" fmla="*/ 39848 h 153415"/>
                <a:gd name="connsiteX3" fmla="*/ 60569 w 671976"/>
                <a:gd name="connsiteY3" fmla="*/ 0 h 153415"/>
                <a:gd name="connsiteX4" fmla="*/ 84877 w 671976"/>
                <a:gd name="connsiteY4" fmla="*/ 5380 h 153415"/>
                <a:gd name="connsiteX5" fmla="*/ 71528 w 671976"/>
                <a:gd name="connsiteY5" fmla="*/ 31879 h 153415"/>
                <a:gd name="connsiteX6" fmla="*/ 61167 w 671976"/>
                <a:gd name="connsiteY6" fmla="*/ 28292 h 153415"/>
                <a:gd name="connsiteX7" fmla="*/ 50607 w 671976"/>
                <a:gd name="connsiteY7" fmla="*/ 38852 h 153415"/>
                <a:gd name="connsiteX8" fmla="*/ 50607 w 671976"/>
                <a:gd name="connsiteY8" fmla="*/ 49014 h 153415"/>
                <a:gd name="connsiteX9" fmla="*/ 78103 w 671976"/>
                <a:gd name="connsiteY9" fmla="*/ 49014 h 153415"/>
                <a:gd name="connsiteX10" fmla="*/ 78103 w 671976"/>
                <a:gd name="connsiteY10" fmla="*/ 77305 h 153415"/>
                <a:gd name="connsiteX11" fmla="*/ 50607 w 671976"/>
                <a:gd name="connsiteY11" fmla="*/ 77305 h 153415"/>
                <a:gd name="connsiteX12" fmla="*/ 50607 w 671976"/>
                <a:gd name="connsiteY12" fmla="*/ 149431 h 153415"/>
                <a:gd name="connsiteX13" fmla="*/ 18728 w 671976"/>
                <a:gd name="connsiteY13" fmla="*/ 149431 h 153415"/>
                <a:gd name="connsiteX14" fmla="*/ 18728 w 671976"/>
                <a:gd name="connsiteY14" fmla="*/ 77305 h 153415"/>
                <a:gd name="connsiteX15" fmla="*/ 0 w 671976"/>
                <a:gd name="connsiteY15" fmla="*/ 77305 h 153415"/>
                <a:gd name="connsiteX16" fmla="*/ 0 w 671976"/>
                <a:gd name="connsiteY16" fmla="*/ 49014 h 153415"/>
                <a:gd name="connsiteX17" fmla="*/ 94212 w 671976"/>
                <a:gd name="connsiteY17" fmla="*/ 149431 h 153415"/>
                <a:gd name="connsiteX18" fmla="*/ 94212 w 671976"/>
                <a:gd name="connsiteY18" fmla="*/ 49014 h 153415"/>
                <a:gd name="connsiteX19" fmla="*/ 125892 w 671976"/>
                <a:gd name="connsiteY19" fmla="*/ 49014 h 153415"/>
                <a:gd name="connsiteX20" fmla="*/ 125892 w 671976"/>
                <a:gd name="connsiteY20" fmla="*/ 57183 h 153415"/>
                <a:gd name="connsiteX21" fmla="*/ 150199 w 671976"/>
                <a:gd name="connsiteY21" fmla="*/ 47021 h 153415"/>
                <a:gd name="connsiteX22" fmla="*/ 159364 w 671976"/>
                <a:gd name="connsiteY22" fmla="*/ 48416 h 153415"/>
                <a:gd name="connsiteX23" fmla="*/ 159364 w 671976"/>
                <a:gd name="connsiteY23" fmla="*/ 79697 h 153415"/>
                <a:gd name="connsiteX24" fmla="*/ 147012 w 671976"/>
                <a:gd name="connsiteY24" fmla="*/ 78301 h 153415"/>
                <a:gd name="connsiteX25" fmla="*/ 125892 w 671976"/>
                <a:gd name="connsiteY25" fmla="*/ 88463 h 153415"/>
                <a:gd name="connsiteX26" fmla="*/ 125892 w 671976"/>
                <a:gd name="connsiteY26" fmla="*/ 149431 h 153415"/>
                <a:gd name="connsiteX27" fmla="*/ 94212 w 671976"/>
                <a:gd name="connsiteY27" fmla="*/ 149431 h 153415"/>
                <a:gd name="connsiteX28" fmla="*/ 201286 w 671976"/>
                <a:gd name="connsiteY28" fmla="*/ 152420 h 153415"/>
                <a:gd name="connsiteX29" fmla="*/ 166816 w 671976"/>
                <a:gd name="connsiteY29" fmla="*/ 121139 h 153415"/>
                <a:gd name="connsiteX30" fmla="*/ 200485 w 671976"/>
                <a:gd name="connsiteY30" fmla="*/ 90456 h 153415"/>
                <a:gd name="connsiteX31" fmla="*/ 228783 w 671976"/>
                <a:gd name="connsiteY31" fmla="*/ 85674 h 153415"/>
                <a:gd name="connsiteX32" fmla="*/ 212642 w 671976"/>
                <a:gd name="connsiteY32" fmla="*/ 72324 h 153415"/>
                <a:gd name="connsiteX33" fmla="*/ 193513 w 671976"/>
                <a:gd name="connsiteY33" fmla="*/ 82885 h 153415"/>
                <a:gd name="connsiteX34" fmla="*/ 170402 w 671976"/>
                <a:gd name="connsiteY34" fmla="*/ 65351 h 153415"/>
                <a:gd name="connsiteX35" fmla="*/ 213636 w 671976"/>
                <a:gd name="connsiteY35" fmla="*/ 45028 h 153415"/>
                <a:gd name="connsiteX36" fmla="*/ 260263 w 671976"/>
                <a:gd name="connsiteY36" fmla="*/ 86072 h 153415"/>
                <a:gd name="connsiteX37" fmla="*/ 260263 w 671976"/>
                <a:gd name="connsiteY37" fmla="*/ 149431 h 153415"/>
                <a:gd name="connsiteX38" fmla="*/ 228783 w 671976"/>
                <a:gd name="connsiteY38" fmla="*/ 149431 h 153415"/>
                <a:gd name="connsiteX39" fmla="*/ 228783 w 671976"/>
                <a:gd name="connsiteY39" fmla="*/ 141860 h 153415"/>
                <a:gd name="connsiteX40" fmla="*/ 201286 w 671976"/>
                <a:gd name="connsiteY40" fmla="*/ 152420 h 153415"/>
                <a:gd name="connsiteX41" fmla="*/ 198097 w 671976"/>
                <a:gd name="connsiteY41" fmla="*/ 119545 h 153415"/>
                <a:gd name="connsiteX42" fmla="*/ 208259 w 671976"/>
                <a:gd name="connsiteY42" fmla="*/ 127913 h 153415"/>
                <a:gd name="connsiteX43" fmla="*/ 228783 w 671976"/>
                <a:gd name="connsiteY43" fmla="*/ 117154 h 153415"/>
                <a:gd name="connsiteX44" fmla="*/ 228783 w 671976"/>
                <a:gd name="connsiteY44" fmla="*/ 107192 h 153415"/>
                <a:gd name="connsiteX45" fmla="*/ 209052 w 671976"/>
                <a:gd name="connsiteY45" fmla="*/ 110579 h 153415"/>
                <a:gd name="connsiteX46" fmla="*/ 198097 w 671976"/>
                <a:gd name="connsiteY46" fmla="*/ 119545 h 153415"/>
                <a:gd name="connsiteX47" fmla="*/ 289362 w 671976"/>
                <a:gd name="connsiteY47" fmla="*/ 33074 h 153415"/>
                <a:gd name="connsiteX48" fmla="*/ 262066 w 671976"/>
                <a:gd name="connsiteY48" fmla="*/ 33074 h 153415"/>
                <a:gd name="connsiteX49" fmla="*/ 282390 w 671976"/>
                <a:gd name="connsiteY49" fmla="*/ 0 h 153415"/>
                <a:gd name="connsiteX50" fmla="*/ 321836 w 671976"/>
                <a:gd name="connsiteY50" fmla="*/ 0 h 153415"/>
                <a:gd name="connsiteX51" fmla="*/ 342160 w 671976"/>
                <a:gd name="connsiteY51" fmla="*/ 33074 h 153415"/>
                <a:gd name="connsiteX52" fmla="*/ 314863 w 671976"/>
                <a:gd name="connsiteY52" fmla="*/ 33074 h 153415"/>
                <a:gd name="connsiteX53" fmla="*/ 302113 w 671976"/>
                <a:gd name="connsiteY53" fmla="*/ 13747 h 153415"/>
                <a:gd name="connsiteX54" fmla="*/ 289362 w 671976"/>
                <a:gd name="connsiteY54" fmla="*/ 33074 h 153415"/>
                <a:gd name="connsiteX55" fmla="*/ 286173 w 671976"/>
                <a:gd name="connsiteY55" fmla="*/ 149431 h 153415"/>
                <a:gd name="connsiteX56" fmla="*/ 286173 w 671976"/>
                <a:gd name="connsiteY56" fmla="*/ 49014 h 153415"/>
                <a:gd name="connsiteX57" fmla="*/ 317853 w 671976"/>
                <a:gd name="connsiteY57" fmla="*/ 49014 h 153415"/>
                <a:gd name="connsiteX58" fmla="*/ 317853 w 671976"/>
                <a:gd name="connsiteY58" fmla="*/ 149431 h 153415"/>
                <a:gd name="connsiteX59" fmla="*/ 286173 w 671976"/>
                <a:gd name="connsiteY59" fmla="*/ 149431 h 153415"/>
                <a:gd name="connsiteX60" fmla="*/ 394706 w 671976"/>
                <a:gd name="connsiteY60" fmla="*/ 123729 h 153415"/>
                <a:gd name="connsiteX61" fmla="*/ 412642 w 671976"/>
                <a:gd name="connsiteY61" fmla="*/ 114564 h 153415"/>
                <a:gd name="connsiteX62" fmla="*/ 437350 w 671976"/>
                <a:gd name="connsiteY62" fmla="*/ 133292 h 153415"/>
                <a:gd name="connsiteX63" fmla="*/ 394506 w 671976"/>
                <a:gd name="connsiteY63" fmla="*/ 153416 h 153415"/>
                <a:gd name="connsiteX64" fmla="*/ 338719 w 671976"/>
                <a:gd name="connsiteY64" fmla="*/ 99222 h 153415"/>
                <a:gd name="connsiteX65" fmla="*/ 394506 w 671976"/>
                <a:gd name="connsiteY65" fmla="*/ 45028 h 153415"/>
                <a:gd name="connsiteX66" fmla="*/ 437350 w 671976"/>
                <a:gd name="connsiteY66" fmla="*/ 65152 h 153415"/>
                <a:gd name="connsiteX67" fmla="*/ 412642 w 671976"/>
                <a:gd name="connsiteY67" fmla="*/ 83881 h 153415"/>
                <a:gd name="connsiteX68" fmla="*/ 394113 w 671976"/>
                <a:gd name="connsiteY68" fmla="*/ 74715 h 153415"/>
                <a:gd name="connsiteX69" fmla="*/ 371593 w 671976"/>
                <a:gd name="connsiteY69" fmla="*/ 99222 h 153415"/>
                <a:gd name="connsiteX70" fmla="*/ 394706 w 671976"/>
                <a:gd name="connsiteY70" fmla="*/ 123729 h 153415"/>
                <a:gd name="connsiteX71" fmla="*/ 453816 w 671976"/>
                <a:gd name="connsiteY71" fmla="*/ 149431 h 153415"/>
                <a:gd name="connsiteX72" fmla="*/ 453816 w 671976"/>
                <a:gd name="connsiteY72" fmla="*/ 0 h 153415"/>
                <a:gd name="connsiteX73" fmla="*/ 485496 w 671976"/>
                <a:gd name="connsiteY73" fmla="*/ 0 h 153415"/>
                <a:gd name="connsiteX74" fmla="*/ 485496 w 671976"/>
                <a:gd name="connsiteY74" fmla="*/ 54592 h 153415"/>
                <a:gd name="connsiteX75" fmla="*/ 512191 w 671976"/>
                <a:gd name="connsiteY75" fmla="*/ 45028 h 153415"/>
                <a:gd name="connsiteX76" fmla="*/ 551044 w 671976"/>
                <a:gd name="connsiteY76" fmla="*/ 90456 h 153415"/>
                <a:gd name="connsiteX77" fmla="*/ 551044 w 671976"/>
                <a:gd name="connsiteY77" fmla="*/ 149431 h 153415"/>
                <a:gd name="connsiteX78" fmla="*/ 519163 w 671976"/>
                <a:gd name="connsiteY78" fmla="*/ 149431 h 153415"/>
                <a:gd name="connsiteX79" fmla="*/ 519163 w 671976"/>
                <a:gd name="connsiteY79" fmla="*/ 91850 h 153415"/>
                <a:gd name="connsiteX80" fmla="*/ 503624 w 671976"/>
                <a:gd name="connsiteY80" fmla="*/ 74715 h 153415"/>
                <a:gd name="connsiteX81" fmla="*/ 485496 w 671976"/>
                <a:gd name="connsiteY81" fmla="*/ 86869 h 153415"/>
                <a:gd name="connsiteX82" fmla="*/ 485496 w 671976"/>
                <a:gd name="connsiteY82" fmla="*/ 149431 h 153415"/>
                <a:gd name="connsiteX83" fmla="*/ 453816 w 671976"/>
                <a:gd name="connsiteY83" fmla="*/ 149431 h 153415"/>
                <a:gd name="connsiteX84" fmla="*/ 671977 w 671976"/>
                <a:gd name="connsiteY84" fmla="*/ 133292 h 153415"/>
                <a:gd name="connsiteX85" fmla="*/ 627346 w 671976"/>
                <a:gd name="connsiteY85" fmla="*/ 153416 h 153415"/>
                <a:gd name="connsiteX86" fmla="*/ 570958 w 671976"/>
                <a:gd name="connsiteY86" fmla="*/ 99222 h 153415"/>
                <a:gd name="connsiteX87" fmla="*/ 623163 w 671976"/>
                <a:gd name="connsiteY87" fmla="*/ 45028 h 153415"/>
                <a:gd name="connsiteX88" fmla="*/ 670382 w 671976"/>
                <a:gd name="connsiteY88" fmla="*/ 91252 h 153415"/>
                <a:gd name="connsiteX89" fmla="*/ 668386 w 671976"/>
                <a:gd name="connsiteY89" fmla="*/ 107989 h 153415"/>
                <a:gd name="connsiteX90" fmla="*/ 603432 w 671976"/>
                <a:gd name="connsiteY90" fmla="*/ 107989 h 153415"/>
                <a:gd name="connsiteX91" fmla="*/ 627146 w 671976"/>
                <a:gd name="connsiteY91" fmla="*/ 125123 h 153415"/>
                <a:gd name="connsiteX92" fmla="*/ 649657 w 671976"/>
                <a:gd name="connsiteY92" fmla="*/ 115560 h 153415"/>
                <a:gd name="connsiteX93" fmla="*/ 671977 w 671976"/>
                <a:gd name="connsiteY93" fmla="*/ 133292 h 153415"/>
                <a:gd name="connsiteX94" fmla="*/ 622361 w 671976"/>
                <a:gd name="connsiteY94" fmla="*/ 70532 h 153415"/>
                <a:gd name="connsiteX95" fmla="*/ 603632 w 671976"/>
                <a:gd name="connsiteY95" fmla="*/ 85674 h 153415"/>
                <a:gd name="connsiteX96" fmla="*/ 639696 w 671976"/>
                <a:gd name="connsiteY96" fmla="*/ 85674 h 153415"/>
                <a:gd name="connsiteX97" fmla="*/ 622361 w 671976"/>
                <a:gd name="connsiteY97" fmla="*/ 70532 h 153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671976" h="153415">
                  <a:moveTo>
                    <a:pt x="0" y="49014"/>
                  </a:moveTo>
                  <a:lnTo>
                    <a:pt x="18728" y="49014"/>
                  </a:lnTo>
                  <a:lnTo>
                    <a:pt x="18728" y="39848"/>
                  </a:lnTo>
                  <a:cubicBezTo>
                    <a:pt x="18728" y="18530"/>
                    <a:pt x="33074" y="0"/>
                    <a:pt x="60569" y="0"/>
                  </a:cubicBezTo>
                  <a:cubicBezTo>
                    <a:pt x="69734" y="0"/>
                    <a:pt x="77704" y="1992"/>
                    <a:pt x="84877" y="5380"/>
                  </a:cubicBezTo>
                  <a:lnTo>
                    <a:pt x="71528" y="31879"/>
                  </a:lnTo>
                  <a:cubicBezTo>
                    <a:pt x="69336" y="30085"/>
                    <a:pt x="65750" y="28292"/>
                    <a:pt x="61167" y="28292"/>
                  </a:cubicBezTo>
                  <a:cubicBezTo>
                    <a:pt x="54592" y="28292"/>
                    <a:pt x="50607" y="32675"/>
                    <a:pt x="50607" y="38852"/>
                  </a:cubicBezTo>
                  <a:lnTo>
                    <a:pt x="50607" y="49014"/>
                  </a:lnTo>
                  <a:lnTo>
                    <a:pt x="78103" y="49014"/>
                  </a:lnTo>
                  <a:lnTo>
                    <a:pt x="78103" y="77305"/>
                  </a:lnTo>
                  <a:lnTo>
                    <a:pt x="50607" y="77305"/>
                  </a:lnTo>
                  <a:lnTo>
                    <a:pt x="50607" y="149431"/>
                  </a:lnTo>
                  <a:lnTo>
                    <a:pt x="18728" y="149431"/>
                  </a:lnTo>
                  <a:lnTo>
                    <a:pt x="18728" y="77305"/>
                  </a:lnTo>
                  <a:lnTo>
                    <a:pt x="0" y="77305"/>
                  </a:lnTo>
                  <a:lnTo>
                    <a:pt x="0" y="49014"/>
                  </a:lnTo>
                  <a:close/>
                  <a:moveTo>
                    <a:pt x="94212" y="149431"/>
                  </a:moveTo>
                  <a:lnTo>
                    <a:pt x="94212" y="49014"/>
                  </a:lnTo>
                  <a:lnTo>
                    <a:pt x="125892" y="49014"/>
                  </a:lnTo>
                  <a:lnTo>
                    <a:pt x="125892" y="57183"/>
                  </a:lnTo>
                  <a:cubicBezTo>
                    <a:pt x="132069" y="51404"/>
                    <a:pt x="139839" y="47021"/>
                    <a:pt x="150199" y="47021"/>
                  </a:cubicBezTo>
                  <a:cubicBezTo>
                    <a:pt x="153786" y="47021"/>
                    <a:pt x="156974" y="47618"/>
                    <a:pt x="159364" y="48416"/>
                  </a:cubicBezTo>
                  <a:lnTo>
                    <a:pt x="159364" y="79697"/>
                  </a:lnTo>
                  <a:cubicBezTo>
                    <a:pt x="155978" y="78899"/>
                    <a:pt x="152192" y="78301"/>
                    <a:pt x="147012" y="78301"/>
                  </a:cubicBezTo>
                  <a:cubicBezTo>
                    <a:pt x="135456" y="78301"/>
                    <a:pt x="127885" y="85076"/>
                    <a:pt x="125892" y="88463"/>
                  </a:cubicBezTo>
                  <a:lnTo>
                    <a:pt x="125892" y="149431"/>
                  </a:lnTo>
                  <a:lnTo>
                    <a:pt x="94212" y="149431"/>
                  </a:lnTo>
                  <a:close/>
                  <a:moveTo>
                    <a:pt x="201286" y="152420"/>
                  </a:moveTo>
                  <a:cubicBezTo>
                    <a:pt x="180962" y="152420"/>
                    <a:pt x="166816" y="140664"/>
                    <a:pt x="166816" y="121139"/>
                  </a:cubicBezTo>
                  <a:cubicBezTo>
                    <a:pt x="166816" y="105797"/>
                    <a:pt x="178571" y="94042"/>
                    <a:pt x="200485" y="90456"/>
                  </a:cubicBezTo>
                  <a:lnTo>
                    <a:pt x="228783" y="85674"/>
                  </a:lnTo>
                  <a:cubicBezTo>
                    <a:pt x="228583" y="78103"/>
                    <a:pt x="222003" y="72324"/>
                    <a:pt x="212642" y="72324"/>
                  </a:cubicBezTo>
                  <a:cubicBezTo>
                    <a:pt x="204276" y="72324"/>
                    <a:pt x="198097" y="76309"/>
                    <a:pt x="193513" y="82885"/>
                  </a:cubicBezTo>
                  <a:lnTo>
                    <a:pt x="170402" y="65351"/>
                  </a:lnTo>
                  <a:cubicBezTo>
                    <a:pt x="179567" y="52600"/>
                    <a:pt x="194907" y="45028"/>
                    <a:pt x="213636" y="45028"/>
                  </a:cubicBezTo>
                  <a:cubicBezTo>
                    <a:pt x="245516" y="45028"/>
                    <a:pt x="260263" y="64156"/>
                    <a:pt x="260263" y="86072"/>
                  </a:cubicBezTo>
                  <a:lnTo>
                    <a:pt x="260263" y="149431"/>
                  </a:lnTo>
                  <a:lnTo>
                    <a:pt x="228783" y="149431"/>
                  </a:lnTo>
                  <a:lnTo>
                    <a:pt x="228783" y="141860"/>
                  </a:lnTo>
                  <a:cubicBezTo>
                    <a:pt x="223205" y="148037"/>
                    <a:pt x="211841" y="152420"/>
                    <a:pt x="201286" y="152420"/>
                  </a:cubicBezTo>
                  <a:close/>
                  <a:moveTo>
                    <a:pt x="198097" y="119545"/>
                  </a:moveTo>
                  <a:cubicBezTo>
                    <a:pt x="198097" y="124725"/>
                    <a:pt x="202080" y="127913"/>
                    <a:pt x="208259" y="127913"/>
                  </a:cubicBezTo>
                  <a:cubicBezTo>
                    <a:pt x="218421" y="127913"/>
                    <a:pt x="224792" y="123131"/>
                    <a:pt x="228783" y="117154"/>
                  </a:cubicBezTo>
                  <a:lnTo>
                    <a:pt x="228783" y="107192"/>
                  </a:lnTo>
                  <a:lnTo>
                    <a:pt x="209052" y="110579"/>
                  </a:lnTo>
                  <a:cubicBezTo>
                    <a:pt x="200886" y="111974"/>
                    <a:pt x="198097" y="114962"/>
                    <a:pt x="198097" y="119545"/>
                  </a:cubicBezTo>
                  <a:close/>
                  <a:moveTo>
                    <a:pt x="289362" y="33074"/>
                  </a:moveTo>
                  <a:lnTo>
                    <a:pt x="262066" y="33074"/>
                  </a:lnTo>
                  <a:lnTo>
                    <a:pt x="282390" y="0"/>
                  </a:lnTo>
                  <a:lnTo>
                    <a:pt x="321836" y="0"/>
                  </a:lnTo>
                  <a:lnTo>
                    <a:pt x="342160" y="33074"/>
                  </a:lnTo>
                  <a:lnTo>
                    <a:pt x="314863" y="33074"/>
                  </a:lnTo>
                  <a:lnTo>
                    <a:pt x="302113" y="13747"/>
                  </a:lnTo>
                  <a:lnTo>
                    <a:pt x="289362" y="33074"/>
                  </a:lnTo>
                  <a:close/>
                  <a:moveTo>
                    <a:pt x="286173" y="149431"/>
                  </a:moveTo>
                  <a:lnTo>
                    <a:pt x="286173" y="49014"/>
                  </a:lnTo>
                  <a:lnTo>
                    <a:pt x="317853" y="49014"/>
                  </a:lnTo>
                  <a:lnTo>
                    <a:pt x="317853" y="149431"/>
                  </a:lnTo>
                  <a:lnTo>
                    <a:pt x="286173" y="149431"/>
                  </a:lnTo>
                  <a:close/>
                  <a:moveTo>
                    <a:pt x="394706" y="123729"/>
                  </a:moveTo>
                  <a:cubicBezTo>
                    <a:pt x="402680" y="123729"/>
                    <a:pt x="409052" y="119744"/>
                    <a:pt x="412642" y="114564"/>
                  </a:cubicBezTo>
                  <a:lnTo>
                    <a:pt x="437350" y="133292"/>
                  </a:lnTo>
                  <a:cubicBezTo>
                    <a:pt x="427981" y="145645"/>
                    <a:pt x="413035" y="153416"/>
                    <a:pt x="394506" y="153416"/>
                  </a:cubicBezTo>
                  <a:cubicBezTo>
                    <a:pt x="359043" y="153416"/>
                    <a:pt x="338719" y="128511"/>
                    <a:pt x="338719" y="99222"/>
                  </a:cubicBezTo>
                  <a:cubicBezTo>
                    <a:pt x="338719" y="69934"/>
                    <a:pt x="359043" y="45028"/>
                    <a:pt x="394506" y="45028"/>
                  </a:cubicBezTo>
                  <a:cubicBezTo>
                    <a:pt x="413035" y="45028"/>
                    <a:pt x="427981" y="52799"/>
                    <a:pt x="437350" y="65152"/>
                  </a:cubicBezTo>
                  <a:lnTo>
                    <a:pt x="412642" y="83881"/>
                  </a:lnTo>
                  <a:cubicBezTo>
                    <a:pt x="409052" y="78701"/>
                    <a:pt x="402881" y="74715"/>
                    <a:pt x="394113" y="74715"/>
                  </a:cubicBezTo>
                  <a:cubicBezTo>
                    <a:pt x="381163" y="74715"/>
                    <a:pt x="371593" y="84478"/>
                    <a:pt x="371593" y="99222"/>
                  </a:cubicBezTo>
                  <a:cubicBezTo>
                    <a:pt x="371593" y="114166"/>
                    <a:pt x="381163" y="123729"/>
                    <a:pt x="394706" y="123729"/>
                  </a:cubicBezTo>
                  <a:close/>
                  <a:moveTo>
                    <a:pt x="453816" y="149431"/>
                  </a:moveTo>
                  <a:lnTo>
                    <a:pt x="453816" y="0"/>
                  </a:lnTo>
                  <a:lnTo>
                    <a:pt x="485496" y="0"/>
                  </a:lnTo>
                  <a:lnTo>
                    <a:pt x="485496" y="54592"/>
                  </a:lnTo>
                  <a:cubicBezTo>
                    <a:pt x="492067" y="49014"/>
                    <a:pt x="500434" y="45028"/>
                    <a:pt x="512191" y="45028"/>
                  </a:cubicBezTo>
                  <a:cubicBezTo>
                    <a:pt x="533509" y="45028"/>
                    <a:pt x="551044" y="59971"/>
                    <a:pt x="551044" y="90456"/>
                  </a:cubicBezTo>
                  <a:lnTo>
                    <a:pt x="551044" y="149431"/>
                  </a:lnTo>
                  <a:lnTo>
                    <a:pt x="519163" y="149431"/>
                  </a:lnTo>
                  <a:lnTo>
                    <a:pt x="519163" y="91850"/>
                  </a:lnTo>
                  <a:cubicBezTo>
                    <a:pt x="519163" y="81689"/>
                    <a:pt x="513786" y="74715"/>
                    <a:pt x="503624" y="74715"/>
                  </a:cubicBezTo>
                  <a:cubicBezTo>
                    <a:pt x="492468" y="74715"/>
                    <a:pt x="487483" y="83482"/>
                    <a:pt x="485496" y="86869"/>
                  </a:cubicBezTo>
                  <a:lnTo>
                    <a:pt x="485496" y="149431"/>
                  </a:lnTo>
                  <a:lnTo>
                    <a:pt x="453816" y="149431"/>
                  </a:lnTo>
                  <a:close/>
                  <a:moveTo>
                    <a:pt x="671977" y="133292"/>
                  </a:moveTo>
                  <a:cubicBezTo>
                    <a:pt x="662408" y="145845"/>
                    <a:pt x="646668" y="153416"/>
                    <a:pt x="627346" y="153416"/>
                  </a:cubicBezTo>
                  <a:cubicBezTo>
                    <a:pt x="590481" y="153416"/>
                    <a:pt x="570958" y="128511"/>
                    <a:pt x="570958" y="99222"/>
                  </a:cubicBezTo>
                  <a:cubicBezTo>
                    <a:pt x="570958" y="70133"/>
                    <a:pt x="589086" y="45028"/>
                    <a:pt x="623163" y="45028"/>
                  </a:cubicBezTo>
                  <a:cubicBezTo>
                    <a:pt x="651653" y="45028"/>
                    <a:pt x="670382" y="63956"/>
                    <a:pt x="670382" y="91252"/>
                  </a:cubicBezTo>
                  <a:cubicBezTo>
                    <a:pt x="670382" y="98027"/>
                    <a:pt x="669380" y="104403"/>
                    <a:pt x="668386" y="107989"/>
                  </a:cubicBezTo>
                  <a:lnTo>
                    <a:pt x="603432" y="107989"/>
                  </a:lnTo>
                  <a:cubicBezTo>
                    <a:pt x="606421" y="121537"/>
                    <a:pt x="615188" y="125123"/>
                    <a:pt x="627146" y="125123"/>
                  </a:cubicBezTo>
                  <a:cubicBezTo>
                    <a:pt x="636707" y="125123"/>
                    <a:pt x="645073" y="121338"/>
                    <a:pt x="649657" y="115560"/>
                  </a:cubicBezTo>
                  <a:lnTo>
                    <a:pt x="671977" y="133292"/>
                  </a:lnTo>
                  <a:close/>
                  <a:moveTo>
                    <a:pt x="622361" y="70532"/>
                  </a:moveTo>
                  <a:cubicBezTo>
                    <a:pt x="612199" y="70532"/>
                    <a:pt x="606028" y="75513"/>
                    <a:pt x="603632" y="85674"/>
                  </a:cubicBezTo>
                  <a:lnTo>
                    <a:pt x="639696" y="85674"/>
                  </a:lnTo>
                  <a:cubicBezTo>
                    <a:pt x="639295" y="78899"/>
                    <a:pt x="634118" y="70532"/>
                    <a:pt x="622361" y="70532"/>
                  </a:cubicBezTo>
                  <a:close/>
                </a:path>
              </a:pathLst>
            </a:custGeom>
            <a:solidFill>
              <a:srgbClr val="417DC4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2161847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7CAA9-6ECD-8F49-8289-13579AAE1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4A7BA3-D950-9097-DDDD-F688CBFCC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262" y="345395"/>
            <a:ext cx="10082262" cy="5423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err="1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Méthode</a:t>
            </a:r>
            <a:r>
              <a:rPr lang="en-US" sz="2800" dirty="0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 {{</a:t>
            </a:r>
            <a:r>
              <a:rPr lang="en-US" sz="2800" dirty="0" err="1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n°_diagnostic</a:t>
            </a:r>
            <a:r>
              <a:rPr lang="en-US" sz="2800" dirty="0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}} : {{</a:t>
            </a:r>
            <a:r>
              <a:rPr lang="en-US" sz="2800" dirty="0" err="1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titre_fiche_diagnostic</a:t>
            </a:r>
            <a:r>
              <a:rPr lang="en-US" sz="2800" dirty="0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}}</a:t>
            </a:r>
          </a:p>
        </p:txBody>
      </p: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B62F42A1-9E9E-D546-190A-5C7D09368113}"/>
              </a:ext>
            </a:extLst>
          </p:cNvPr>
          <p:cNvCxnSpPr>
            <a:cxnSpLocks/>
          </p:cNvCxnSpPr>
          <p:nvPr/>
        </p:nvCxnSpPr>
        <p:spPr>
          <a:xfrm>
            <a:off x="576263" y="960689"/>
            <a:ext cx="1161573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 16">
            <a:extLst>
              <a:ext uri="{FF2B5EF4-FFF2-40B4-BE49-F238E27FC236}">
                <a16:creationId xmlns:a16="http://schemas.microsoft.com/office/drawing/2014/main" id="{A300427D-EA15-7150-EA9C-A87450E6202D}"/>
              </a:ext>
            </a:extLst>
          </p:cNvPr>
          <p:cNvSpPr/>
          <p:nvPr/>
        </p:nvSpPr>
        <p:spPr>
          <a:xfrm>
            <a:off x="7011736" y="1501320"/>
            <a:ext cx="2220756" cy="293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50" dirty="0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Mise </a:t>
            </a:r>
            <a:r>
              <a:rPr lang="en-US" b="1" kern="0" spc="150" dirty="0" err="1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b="1" kern="0" spc="150" dirty="0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 oeuvre</a:t>
            </a:r>
            <a:endParaRPr lang="en-US" dirty="0"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Text 16">
            <a:extLst>
              <a:ext uri="{FF2B5EF4-FFF2-40B4-BE49-F238E27FC236}">
                <a16:creationId xmlns:a16="http://schemas.microsoft.com/office/drawing/2014/main" id="{E91C9383-E765-31FC-91C1-919BA413B245}"/>
              </a:ext>
            </a:extLst>
          </p:cNvPr>
          <p:cNvSpPr/>
          <p:nvPr/>
        </p:nvSpPr>
        <p:spPr>
          <a:xfrm>
            <a:off x="645627" y="1501320"/>
            <a:ext cx="3477347" cy="293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50" dirty="0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Description de la </a:t>
            </a:r>
            <a:r>
              <a:rPr lang="en-US" b="1" kern="0" spc="150" dirty="0" err="1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méthode</a:t>
            </a:r>
            <a:endParaRPr lang="en-US" dirty="0"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BFBD2EB6-34B6-54D8-319B-95BBA847CB21}"/>
              </a:ext>
            </a:extLst>
          </p:cNvPr>
          <p:cNvCxnSpPr>
            <a:cxnSpLocks/>
          </p:cNvCxnSpPr>
          <p:nvPr/>
        </p:nvCxnSpPr>
        <p:spPr>
          <a:xfrm>
            <a:off x="576263" y="6512991"/>
            <a:ext cx="1161573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 3">
            <a:extLst>
              <a:ext uri="{FF2B5EF4-FFF2-40B4-BE49-F238E27FC236}">
                <a16:creationId xmlns:a16="http://schemas.microsoft.com/office/drawing/2014/main" id="{8B657D20-7F9C-8851-0BA6-B35DF1DB8D17}"/>
              </a:ext>
            </a:extLst>
          </p:cNvPr>
          <p:cNvSpPr/>
          <p:nvPr/>
        </p:nvSpPr>
        <p:spPr>
          <a:xfrm>
            <a:off x="576263" y="6598217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0A0A0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Données issues de Plus </a:t>
            </a:r>
            <a:r>
              <a:rPr lang="en-US" sz="1000" i="1" dirty="0" err="1">
                <a:solidFill>
                  <a:srgbClr val="A0A0A0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fraîche</a:t>
            </a:r>
            <a:r>
              <a:rPr lang="en-US" sz="1000" i="1" dirty="0">
                <a:solidFill>
                  <a:srgbClr val="A0A0A0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 ma </a:t>
            </a:r>
            <a:r>
              <a:rPr lang="en-US" sz="1000" i="1" dirty="0" err="1">
                <a:solidFill>
                  <a:srgbClr val="A0A0A0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ville</a:t>
            </a:r>
            <a:r>
              <a:rPr lang="en-US" sz="1000" i="1" dirty="0">
                <a:solidFill>
                  <a:srgbClr val="A0A0A0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 (ADEME)</a:t>
            </a:r>
            <a:endParaRPr lang="en-US" sz="1000" dirty="0"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83396D7-68F3-FCA6-1DDE-493C9D9A712C}"/>
              </a:ext>
            </a:extLst>
          </p:cNvPr>
          <p:cNvSpPr txBox="1"/>
          <p:nvPr/>
        </p:nvSpPr>
        <p:spPr>
          <a:xfrm>
            <a:off x="7061698" y="1950796"/>
            <a:ext cx="1006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Coût :</a:t>
            </a:r>
            <a:endParaRPr lang="fr-FR" sz="1600" dirty="0">
              <a:solidFill>
                <a:schemeClr val="tx1">
                  <a:lumMod val="65000"/>
                  <a:lumOff val="35000"/>
                </a:schemeClr>
              </a:solidFill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zone_nom_scientifique_fiche_diagnostic">
            <a:extLst>
              <a:ext uri="{FF2B5EF4-FFF2-40B4-BE49-F238E27FC236}">
                <a16:creationId xmlns:a16="http://schemas.microsoft.com/office/drawing/2014/main" id="{B8474404-E488-86F0-E047-048FC0C9776E}"/>
              </a:ext>
            </a:extLst>
          </p:cNvPr>
          <p:cNvSpPr txBox="1"/>
          <p:nvPr/>
        </p:nvSpPr>
        <p:spPr>
          <a:xfrm>
            <a:off x="695590" y="1910702"/>
            <a:ext cx="50979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{{</a:t>
            </a:r>
            <a:r>
              <a:rPr lang="fr-FR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nom_scientifique_fiche_diagnostic</a:t>
            </a:r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}}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85DCA6C4-87A6-9194-C19C-D27B78EB3AD6}"/>
              </a:ext>
            </a:extLst>
          </p:cNvPr>
          <p:cNvSpPr txBox="1"/>
          <p:nvPr/>
        </p:nvSpPr>
        <p:spPr>
          <a:xfrm>
            <a:off x="7053822" y="2434111"/>
            <a:ext cx="22936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Temporalité :</a:t>
            </a:r>
            <a:endParaRPr lang="fr-FR" sz="1600" dirty="0">
              <a:solidFill>
                <a:schemeClr val="tx1">
                  <a:lumMod val="65000"/>
                  <a:lumOff val="35000"/>
                </a:schemeClr>
              </a:solidFill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zone_delai_fiche_diagnostic">
            <a:extLst>
              <a:ext uri="{FF2B5EF4-FFF2-40B4-BE49-F238E27FC236}">
                <a16:creationId xmlns:a16="http://schemas.microsoft.com/office/drawing/2014/main" id="{032C04B6-E4A2-36FB-8482-DEAEE2233EC0}"/>
              </a:ext>
            </a:extLst>
          </p:cNvPr>
          <p:cNvSpPr txBox="1"/>
          <p:nvPr/>
        </p:nvSpPr>
        <p:spPr>
          <a:xfrm>
            <a:off x="8597701" y="2458700"/>
            <a:ext cx="31260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{{</a:t>
            </a:r>
            <a:r>
              <a:rPr lang="fr-FR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delai_fiche_diagnostic</a:t>
            </a:r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}}</a:t>
            </a:r>
          </a:p>
        </p:txBody>
      </p:sp>
      <p:sp>
        <p:nvSpPr>
          <p:cNvPr id="26" name="zone_cout_fiche_diagnostic">
            <a:extLst>
              <a:ext uri="{FF2B5EF4-FFF2-40B4-BE49-F238E27FC236}">
                <a16:creationId xmlns:a16="http://schemas.microsoft.com/office/drawing/2014/main" id="{608F7C5C-B2A7-E255-DC57-2AE0D978AD00}"/>
              </a:ext>
            </a:extLst>
          </p:cNvPr>
          <p:cNvSpPr txBox="1"/>
          <p:nvPr/>
        </p:nvSpPr>
        <p:spPr>
          <a:xfrm>
            <a:off x="7791261" y="1966678"/>
            <a:ext cx="39325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{{</a:t>
            </a:r>
            <a:r>
              <a:rPr lang="fr-FR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cout_fiche_diagnostic</a:t>
            </a:r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}}</a:t>
            </a:r>
          </a:p>
        </p:txBody>
      </p:sp>
      <p:sp>
        <p:nvSpPr>
          <p:cNvPr id="13" name="Text 16">
            <a:extLst>
              <a:ext uri="{FF2B5EF4-FFF2-40B4-BE49-F238E27FC236}">
                <a16:creationId xmlns:a16="http://schemas.microsoft.com/office/drawing/2014/main" id="{CA41AB5B-09AF-0B22-7941-4C1F6CF4952C}"/>
              </a:ext>
            </a:extLst>
          </p:cNvPr>
          <p:cNvSpPr/>
          <p:nvPr/>
        </p:nvSpPr>
        <p:spPr>
          <a:xfrm>
            <a:off x="7011736" y="3617884"/>
            <a:ext cx="2220756" cy="293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50" dirty="0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Type de </a:t>
            </a:r>
            <a:r>
              <a:rPr lang="en-US" b="1" kern="0" spc="150" dirty="0" err="1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livrable</a:t>
            </a:r>
            <a:endParaRPr lang="en-US" b="1" kern="0" spc="150" dirty="0"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zone_type_livrable">
            <a:extLst>
              <a:ext uri="{FF2B5EF4-FFF2-40B4-BE49-F238E27FC236}">
                <a16:creationId xmlns:a16="http://schemas.microsoft.com/office/drawing/2014/main" id="{C75D01EB-F121-7AF7-4BAD-AF866701B221}"/>
              </a:ext>
            </a:extLst>
          </p:cNvPr>
          <p:cNvSpPr txBox="1"/>
          <p:nvPr/>
        </p:nvSpPr>
        <p:spPr>
          <a:xfrm>
            <a:off x="7061697" y="4090330"/>
            <a:ext cx="36693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{{</a:t>
            </a:r>
            <a:r>
              <a:rPr lang="fr-FR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type_livrable_fiche_diagnostic</a:t>
            </a:r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}}</a:t>
            </a:r>
          </a:p>
        </p:txBody>
      </p:sp>
      <p:sp>
        <p:nvSpPr>
          <p:cNvPr id="20" name="zone_objectifs_fiche_diagnostic_titre">
            <a:extLst>
              <a:ext uri="{FF2B5EF4-FFF2-40B4-BE49-F238E27FC236}">
                <a16:creationId xmlns:a16="http://schemas.microsoft.com/office/drawing/2014/main" id="{99E06783-A889-DA6B-5F7C-5556B6AEA860}"/>
              </a:ext>
            </a:extLst>
          </p:cNvPr>
          <p:cNvSpPr/>
          <p:nvPr/>
        </p:nvSpPr>
        <p:spPr>
          <a:xfrm>
            <a:off x="695590" y="2680171"/>
            <a:ext cx="3477347" cy="293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50" dirty="0" err="1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Objectifs</a:t>
            </a:r>
            <a:endParaRPr lang="en-US" dirty="0"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zone_objectifs_fiche_diagnostic">
            <a:extLst>
              <a:ext uri="{FF2B5EF4-FFF2-40B4-BE49-F238E27FC236}">
                <a16:creationId xmlns:a16="http://schemas.microsoft.com/office/drawing/2014/main" id="{E94DA038-428D-E601-0430-B2A3A81A2CB9}"/>
              </a:ext>
            </a:extLst>
          </p:cNvPr>
          <p:cNvSpPr txBox="1"/>
          <p:nvPr/>
        </p:nvSpPr>
        <p:spPr>
          <a:xfrm>
            <a:off x="695590" y="3127382"/>
            <a:ext cx="54004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{{</a:t>
            </a:r>
            <a:r>
              <a:rPr lang="fr-FR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objectifs_fiche_diagnostic</a:t>
            </a:r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}}</a:t>
            </a:r>
          </a:p>
        </p:txBody>
      </p:sp>
      <p:grpSp>
        <p:nvGrpSpPr>
          <p:cNvPr id="5" name="Graphique 7">
            <a:extLst>
              <a:ext uri="{FF2B5EF4-FFF2-40B4-BE49-F238E27FC236}">
                <a16:creationId xmlns:a16="http://schemas.microsoft.com/office/drawing/2014/main" id="{C641D02E-9891-C024-62AB-7CE25D6BC535}"/>
              </a:ext>
            </a:extLst>
          </p:cNvPr>
          <p:cNvGrpSpPr/>
          <p:nvPr/>
        </p:nvGrpSpPr>
        <p:grpSpPr>
          <a:xfrm>
            <a:off x="10659199" y="183863"/>
            <a:ext cx="1333272" cy="561489"/>
            <a:chOff x="10659199" y="183863"/>
            <a:chExt cx="1333272" cy="561489"/>
          </a:xfrm>
        </p:grpSpPr>
        <p:sp>
          <p:nvSpPr>
            <p:cNvPr id="6" name="Forme libre : forme 5">
              <a:extLst>
                <a:ext uri="{FF2B5EF4-FFF2-40B4-BE49-F238E27FC236}">
                  <a16:creationId xmlns:a16="http://schemas.microsoft.com/office/drawing/2014/main" id="{6391E268-44A5-17D2-BEFB-3939AEEE4691}"/>
                </a:ext>
              </a:extLst>
            </p:cNvPr>
            <p:cNvSpPr/>
            <p:nvPr/>
          </p:nvSpPr>
          <p:spPr>
            <a:xfrm>
              <a:off x="10877319" y="183863"/>
              <a:ext cx="342519" cy="338206"/>
            </a:xfrm>
            <a:custGeom>
              <a:avLst/>
              <a:gdLst>
                <a:gd name="connsiteX0" fmla="*/ 287037 w 342519"/>
                <a:gd name="connsiteY0" fmla="*/ 228581 h 338206"/>
                <a:gd name="connsiteX1" fmla="*/ 287037 w 342519"/>
                <a:gd name="connsiteY1" fmla="*/ 228470 h 338206"/>
                <a:gd name="connsiteX2" fmla="*/ 166428 w 342519"/>
                <a:gd name="connsiteY2" fmla="*/ 228470 h 338206"/>
                <a:gd name="connsiteX3" fmla="*/ 110952 w 342519"/>
                <a:gd name="connsiteY3" fmla="*/ 173654 h 338206"/>
                <a:gd name="connsiteX4" fmla="*/ 110952 w 342519"/>
                <a:gd name="connsiteY4" fmla="*/ 54816 h 338206"/>
                <a:gd name="connsiteX5" fmla="*/ 55476 w 342519"/>
                <a:gd name="connsiteY5" fmla="*/ 0 h 338206"/>
                <a:gd name="connsiteX6" fmla="*/ 0 w 342519"/>
                <a:gd name="connsiteY6" fmla="*/ 54816 h 338206"/>
                <a:gd name="connsiteX7" fmla="*/ 109 w 342519"/>
                <a:gd name="connsiteY7" fmla="*/ 222447 h 338206"/>
                <a:gd name="connsiteX8" fmla="*/ 109 w 342519"/>
                <a:gd name="connsiteY8" fmla="*/ 251819 h 338206"/>
                <a:gd name="connsiteX9" fmla="*/ 87542 w 342519"/>
                <a:gd name="connsiteY9" fmla="*/ 338206 h 338206"/>
                <a:gd name="connsiteX10" fmla="*/ 287044 w 342519"/>
                <a:gd name="connsiteY10" fmla="*/ 338206 h 338206"/>
                <a:gd name="connsiteX11" fmla="*/ 342519 w 342519"/>
                <a:gd name="connsiteY11" fmla="*/ 283390 h 338206"/>
                <a:gd name="connsiteX12" fmla="*/ 287044 w 342519"/>
                <a:gd name="connsiteY12" fmla="*/ 228574 h 338206"/>
                <a:gd name="connsiteX13" fmla="*/ 287037 w 342519"/>
                <a:gd name="connsiteY13" fmla="*/ 228581 h 338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519" h="338206">
                  <a:moveTo>
                    <a:pt x="287037" y="228581"/>
                  </a:moveTo>
                  <a:lnTo>
                    <a:pt x="287037" y="228470"/>
                  </a:lnTo>
                  <a:lnTo>
                    <a:pt x="166428" y="228470"/>
                  </a:lnTo>
                  <a:cubicBezTo>
                    <a:pt x="135803" y="228470"/>
                    <a:pt x="110952" y="203912"/>
                    <a:pt x="110952" y="173654"/>
                  </a:cubicBezTo>
                  <a:lnTo>
                    <a:pt x="110952" y="54816"/>
                  </a:lnTo>
                  <a:cubicBezTo>
                    <a:pt x="110952" y="24558"/>
                    <a:pt x="86100" y="0"/>
                    <a:pt x="55476" y="0"/>
                  </a:cubicBezTo>
                  <a:cubicBezTo>
                    <a:pt x="24851" y="0"/>
                    <a:pt x="0" y="24558"/>
                    <a:pt x="0" y="54816"/>
                  </a:cubicBezTo>
                  <a:lnTo>
                    <a:pt x="109" y="222447"/>
                  </a:lnTo>
                  <a:lnTo>
                    <a:pt x="109" y="251819"/>
                  </a:lnTo>
                  <a:cubicBezTo>
                    <a:pt x="109" y="299512"/>
                    <a:pt x="39274" y="338206"/>
                    <a:pt x="87542" y="338206"/>
                  </a:cubicBezTo>
                  <a:lnTo>
                    <a:pt x="287044" y="338206"/>
                  </a:lnTo>
                  <a:cubicBezTo>
                    <a:pt x="317668" y="338206"/>
                    <a:pt x="342519" y="313648"/>
                    <a:pt x="342519" y="283390"/>
                  </a:cubicBezTo>
                  <a:cubicBezTo>
                    <a:pt x="342519" y="253132"/>
                    <a:pt x="317668" y="228574"/>
                    <a:pt x="287044" y="228574"/>
                  </a:cubicBezTo>
                  <a:lnTo>
                    <a:pt x="287037" y="228581"/>
                  </a:lnTo>
                  <a:close/>
                </a:path>
              </a:pathLst>
            </a:custGeom>
            <a:solidFill>
              <a:srgbClr val="417DC4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DF96DB98-5F01-FAF1-43A1-4A99764D328E}"/>
                </a:ext>
              </a:extLst>
            </p:cNvPr>
            <p:cNvSpPr/>
            <p:nvPr/>
          </p:nvSpPr>
          <p:spPr>
            <a:xfrm>
              <a:off x="10892183" y="523615"/>
              <a:ext cx="108630" cy="221737"/>
            </a:xfrm>
            <a:custGeom>
              <a:avLst/>
              <a:gdLst>
                <a:gd name="connsiteX0" fmla="*/ 81928 w 108630"/>
                <a:gd name="connsiteY0" fmla="*/ 21632 h 221737"/>
                <a:gd name="connsiteX1" fmla="*/ 0 w 108630"/>
                <a:gd name="connsiteY1" fmla="*/ 0 h 221737"/>
                <a:gd name="connsiteX2" fmla="*/ 0 w 108630"/>
                <a:gd name="connsiteY2" fmla="*/ 167424 h 221737"/>
                <a:gd name="connsiteX3" fmla="*/ 54315 w 108630"/>
                <a:gd name="connsiteY3" fmla="*/ 221738 h 221737"/>
                <a:gd name="connsiteX4" fmla="*/ 108630 w 108630"/>
                <a:gd name="connsiteY4" fmla="*/ 167424 h 221737"/>
                <a:gd name="connsiteX5" fmla="*/ 108630 w 108630"/>
                <a:gd name="connsiteY5" fmla="*/ 21626 h 221737"/>
                <a:gd name="connsiteX6" fmla="*/ 81928 w 108630"/>
                <a:gd name="connsiteY6" fmla="*/ 21626 h 221737"/>
                <a:gd name="connsiteX7" fmla="*/ 81928 w 108630"/>
                <a:gd name="connsiteY7" fmla="*/ 21632 h 221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8630" h="221737">
                  <a:moveTo>
                    <a:pt x="81928" y="21632"/>
                  </a:moveTo>
                  <a:cubicBezTo>
                    <a:pt x="45763" y="21632"/>
                    <a:pt x="18939" y="14362"/>
                    <a:pt x="0" y="0"/>
                  </a:cubicBezTo>
                  <a:lnTo>
                    <a:pt x="0" y="167424"/>
                  </a:lnTo>
                  <a:cubicBezTo>
                    <a:pt x="0" y="197419"/>
                    <a:pt x="24320" y="221738"/>
                    <a:pt x="54315" y="221738"/>
                  </a:cubicBezTo>
                  <a:cubicBezTo>
                    <a:pt x="84311" y="221738"/>
                    <a:pt x="108630" y="197419"/>
                    <a:pt x="108630" y="167424"/>
                  </a:cubicBezTo>
                  <a:lnTo>
                    <a:pt x="108630" y="21626"/>
                  </a:lnTo>
                  <a:lnTo>
                    <a:pt x="81928" y="21626"/>
                  </a:lnTo>
                  <a:lnTo>
                    <a:pt x="81928" y="21632"/>
                  </a:lnTo>
                  <a:close/>
                </a:path>
              </a:pathLst>
            </a:custGeom>
            <a:solidFill>
              <a:srgbClr val="FCC63A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3F51EE1E-6A15-51D1-0DC5-33E41847D06C}"/>
                </a:ext>
              </a:extLst>
            </p:cNvPr>
            <p:cNvSpPr/>
            <p:nvPr/>
          </p:nvSpPr>
          <p:spPr>
            <a:xfrm>
              <a:off x="10659199" y="406603"/>
              <a:ext cx="223576" cy="108630"/>
            </a:xfrm>
            <a:custGeom>
              <a:avLst/>
              <a:gdLst>
                <a:gd name="connsiteX0" fmla="*/ 195824 w 223576"/>
                <a:gd name="connsiteY0" fmla="*/ 18120 h 108630"/>
                <a:gd name="connsiteX1" fmla="*/ 195824 w 223576"/>
                <a:gd name="connsiteY1" fmla="*/ 0 h 108630"/>
                <a:gd name="connsiteX2" fmla="*/ 54315 w 223576"/>
                <a:gd name="connsiteY2" fmla="*/ 0 h 108630"/>
                <a:gd name="connsiteX3" fmla="*/ 0 w 223576"/>
                <a:gd name="connsiteY3" fmla="*/ 54315 h 108630"/>
                <a:gd name="connsiteX4" fmla="*/ 54315 w 223576"/>
                <a:gd name="connsiteY4" fmla="*/ 108630 h 108630"/>
                <a:gd name="connsiteX5" fmla="*/ 223577 w 223576"/>
                <a:gd name="connsiteY5" fmla="*/ 108630 h 108630"/>
                <a:gd name="connsiteX6" fmla="*/ 195824 w 223576"/>
                <a:gd name="connsiteY6" fmla="*/ 18120 h 108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3576" h="108630">
                  <a:moveTo>
                    <a:pt x="195824" y="18120"/>
                  </a:moveTo>
                  <a:lnTo>
                    <a:pt x="195824" y="0"/>
                  </a:lnTo>
                  <a:lnTo>
                    <a:pt x="54315" y="0"/>
                  </a:lnTo>
                  <a:cubicBezTo>
                    <a:pt x="24320" y="0"/>
                    <a:pt x="0" y="24319"/>
                    <a:pt x="0" y="54315"/>
                  </a:cubicBezTo>
                  <a:cubicBezTo>
                    <a:pt x="0" y="84310"/>
                    <a:pt x="24320" y="108630"/>
                    <a:pt x="54315" y="108630"/>
                  </a:cubicBezTo>
                  <a:lnTo>
                    <a:pt x="223577" y="108630"/>
                  </a:lnTo>
                  <a:cubicBezTo>
                    <a:pt x="204248" y="88440"/>
                    <a:pt x="195824" y="58170"/>
                    <a:pt x="195824" y="18120"/>
                  </a:cubicBezTo>
                  <a:close/>
                </a:path>
              </a:pathLst>
            </a:custGeom>
            <a:solidFill>
              <a:srgbClr val="F25255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BE04B6A7-BBF6-C9F4-0A7C-919E0C31D552}"/>
                </a:ext>
              </a:extLst>
            </p:cNvPr>
            <p:cNvSpPr/>
            <p:nvPr/>
          </p:nvSpPr>
          <p:spPr>
            <a:xfrm>
              <a:off x="11319644" y="190969"/>
              <a:ext cx="672826" cy="552695"/>
            </a:xfrm>
            <a:custGeom>
              <a:avLst/>
              <a:gdLst>
                <a:gd name="connsiteX0" fmla="*/ 4474 w 672826"/>
                <a:gd name="connsiteY0" fmla="*/ 139817 h 552695"/>
                <a:gd name="connsiteX1" fmla="*/ 4474 w 672826"/>
                <a:gd name="connsiteY1" fmla="*/ 9321 h 552695"/>
                <a:gd name="connsiteX2" fmla="*/ 44555 w 672826"/>
                <a:gd name="connsiteY2" fmla="*/ 9321 h 552695"/>
                <a:gd name="connsiteX3" fmla="*/ 88737 w 672826"/>
                <a:gd name="connsiteY3" fmla="*/ 46978 h 552695"/>
                <a:gd name="connsiteX4" fmla="*/ 44555 w 672826"/>
                <a:gd name="connsiteY4" fmla="*/ 84636 h 552695"/>
                <a:gd name="connsiteX5" fmla="*/ 25726 w 672826"/>
                <a:gd name="connsiteY5" fmla="*/ 84636 h 552695"/>
                <a:gd name="connsiteX6" fmla="*/ 25726 w 672826"/>
                <a:gd name="connsiteY6" fmla="*/ 139817 h 552695"/>
                <a:gd name="connsiteX7" fmla="*/ 4474 w 672826"/>
                <a:gd name="connsiteY7" fmla="*/ 139817 h 552695"/>
                <a:gd name="connsiteX8" fmla="*/ 45488 w 672826"/>
                <a:gd name="connsiteY8" fmla="*/ 27404 h 552695"/>
                <a:gd name="connsiteX9" fmla="*/ 25726 w 672826"/>
                <a:gd name="connsiteY9" fmla="*/ 27404 h 552695"/>
                <a:gd name="connsiteX10" fmla="*/ 25726 w 672826"/>
                <a:gd name="connsiteY10" fmla="*/ 66553 h 552695"/>
                <a:gd name="connsiteX11" fmla="*/ 45488 w 672826"/>
                <a:gd name="connsiteY11" fmla="*/ 66553 h 552695"/>
                <a:gd name="connsiteX12" fmla="*/ 66553 w 672826"/>
                <a:gd name="connsiteY12" fmla="*/ 46606 h 552695"/>
                <a:gd name="connsiteX13" fmla="*/ 45488 w 672826"/>
                <a:gd name="connsiteY13" fmla="*/ 27404 h 552695"/>
                <a:gd name="connsiteX14" fmla="*/ 110528 w 672826"/>
                <a:gd name="connsiteY14" fmla="*/ 139817 h 552695"/>
                <a:gd name="connsiteX15" fmla="*/ 110528 w 672826"/>
                <a:gd name="connsiteY15" fmla="*/ 0 h 552695"/>
                <a:gd name="connsiteX16" fmla="*/ 129730 w 672826"/>
                <a:gd name="connsiteY16" fmla="*/ 0 h 552695"/>
                <a:gd name="connsiteX17" fmla="*/ 129730 w 672826"/>
                <a:gd name="connsiteY17" fmla="*/ 139817 h 552695"/>
                <a:gd name="connsiteX18" fmla="*/ 110528 w 672826"/>
                <a:gd name="connsiteY18" fmla="*/ 139817 h 552695"/>
                <a:gd name="connsiteX19" fmla="*/ 225825 w 672826"/>
                <a:gd name="connsiteY19" fmla="*/ 99550 h 552695"/>
                <a:gd name="connsiteX20" fmla="*/ 225825 w 672826"/>
                <a:gd name="connsiteY20" fmla="*/ 45860 h 552695"/>
                <a:gd name="connsiteX21" fmla="*/ 245214 w 672826"/>
                <a:gd name="connsiteY21" fmla="*/ 45860 h 552695"/>
                <a:gd name="connsiteX22" fmla="*/ 245214 w 672826"/>
                <a:gd name="connsiteY22" fmla="*/ 98617 h 552695"/>
                <a:gd name="connsiteX23" fmla="*/ 202713 w 672826"/>
                <a:gd name="connsiteY23" fmla="*/ 143545 h 552695"/>
                <a:gd name="connsiteX24" fmla="*/ 160021 w 672826"/>
                <a:gd name="connsiteY24" fmla="*/ 98617 h 552695"/>
                <a:gd name="connsiteX25" fmla="*/ 160021 w 672826"/>
                <a:gd name="connsiteY25" fmla="*/ 45860 h 552695"/>
                <a:gd name="connsiteX26" fmla="*/ 179408 w 672826"/>
                <a:gd name="connsiteY26" fmla="*/ 45860 h 552695"/>
                <a:gd name="connsiteX27" fmla="*/ 179408 w 672826"/>
                <a:gd name="connsiteY27" fmla="*/ 99550 h 552695"/>
                <a:gd name="connsiteX28" fmla="*/ 202713 w 672826"/>
                <a:gd name="connsiteY28" fmla="*/ 125462 h 552695"/>
                <a:gd name="connsiteX29" fmla="*/ 225825 w 672826"/>
                <a:gd name="connsiteY29" fmla="*/ 99550 h 552695"/>
                <a:gd name="connsiteX30" fmla="*/ 265463 w 672826"/>
                <a:gd name="connsiteY30" fmla="*/ 126580 h 552695"/>
                <a:gd name="connsiteX31" fmla="*/ 278698 w 672826"/>
                <a:gd name="connsiteY31" fmla="*/ 115022 h 552695"/>
                <a:gd name="connsiteX32" fmla="*/ 301627 w 672826"/>
                <a:gd name="connsiteY32" fmla="*/ 127886 h 552695"/>
                <a:gd name="connsiteX33" fmla="*/ 315797 w 672826"/>
                <a:gd name="connsiteY33" fmla="*/ 115209 h 552695"/>
                <a:gd name="connsiteX34" fmla="*/ 269747 w 672826"/>
                <a:gd name="connsiteY34" fmla="*/ 69908 h 552695"/>
                <a:gd name="connsiteX35" fmla="*/ 301627 w 672826"/>
                <a:gd name="connsiteY35" fmla="*/ 42132 h 552695"/>
                <a:gd name="connsiteX36" fmla="*/ 334250 w 672826"/>
                <a:gd name="connsiteY36" fmla="*/ 57791 h 552695"/>
                <a:gd name="connsiteX37" fmla="*/ 321199 w 672826"/>
                <a:gd name="connsiteY37" fmla="*/ 69163 h 552695"/>
                <a:gd name="connsiteX38" fmla="*/ 301819 w 672826"/>
                <a:gd name="connsiteY38" fmla="*/ 57791 h 552695"/>
                <a:gd name="connsiteX39" fmla="*/ 288392 w 672826"/>
                <a:gd name="connsiteY39" fmla="*/ 69349 h 552695"/>
                <a:gd name="connsiteX40" fmla="*/ 334442 w 672826"/>
                <a:gd name="connsiteY40" fmla="*/ 114091 h 552695"/>
                <a:gd name="connsiteX41" fmla="*/ 301819 w 672826"/>
                <a:gd name="connsiteY41" fmla="*/ 143545 h 552695"/>
                <a:gd name="connsiteX42" fmla="*/ 265463 w 672826"/>
                <a:gd name="connsiteY42" fmla="*/ 126580 h 552695"/>
                <a:gd name="connsiteX43" fmla="*/ 0 w 672826"/>
                <a:gd name="connsiteY43" fmla="*/ 548968 h 552695"/>
                <a:gd name="connsiteX44" fmla="*/ 0 w 672826"/>
                <a:gd name="connsiteY44" fmla="*/ 455011 h 552695"/>
                <a:gd name="connsiteX45" fmla="*/ 19202 w 672826"/>
                <a:gd name="connsiteY45" fmla="*/ 455011 h 552695"/>
                <a:gd name="connsiteX46" fmla="*/ 19202 w 672826"/>
                <a:gd name="connsiteY46" fmla="*/ 463772 h 552695"/>
                <a:gd name="connsiteX47" fmla="*/ 47165 w 672826"/>
                <a:gd name="connsiteY47" fmla="*/ 451282 h 552695"/>
                <a:gd name="connsiteX48" fmla="*/ 76806 w 672826"/>
                <a:gd name="connsiteY48" fmla="*/ 468246 h 552695"/>
                <a:gd name="connsiteX49" fmla="*/ 109617 w 672826"/>
                <a:gd name="connsiteY49" fmla="*/ 451282 h 552695"/>
                <a:gd name="connsiteX50" fmla="*/ 144291 w 672826"/>
                <a:gd name="connsiteY50" fmla="*/ 490618 h 552695"/>
                <a:gd name="connsiteX51" fmla="*/ 144291 w 672826"/>
                <a:gd name="connsiteY51" fmla="*/ 548968 h 552695"/>
                <a:gd name="connsiteX52" fmla="*/ 124903 w 672826"/>
                <a:gd name="connsiteY52" fmla="*/ 548968 h 552695"/>
                <a:gd name="connsiteX53" fmla="*/ 124903 w 672826"/>
                <a:gd name="connsiteY53" fmla="*/ 491363 h 552695"/>
                <a:gd name="connsiteX54" fmla="*/ 105143 w 672826"/>
                <a:gd name="connsiteY54" fmla="*/ 469365 h 552695"/>
                <a:gd name="connsiteX55" fmla="*/ 81653 w 672826"/>
                <a:gd name="connsiteY55" fmla="*/ 485397 h 552695"/>
                <a:gd name="connsiteX56" fmla="*/ 81839 w 672826"/>
                <a:gd name="connsiteY56" fmla="*/ 490618 h 552695"/>
                <a:gd name="connsiteX57" fmla="*/ 81839 w 672826"/>
                <a:gd name="connsiteY57" fmla="*/ 548968 h 552695"/>
                <a:gd name="connsiteX58" fmla="*/ 62451 w 672826"/>
                <a:gd name="connsiteY58" fmla="*/ 548968 h 552695"/>
                <a:gd name="connsiteX59" fmla="*/ 62451 w 672826"/>
                <a:gd name="connsiteY59" fmla="*/ 491363 h 552695"/>
                <a:gd name="connsiteX60" fmla="*/ 42691 w 672826"/>
                <a:gd name="connsiteY60" fmla="*/ 469365 h 552695"/>
                <a:gd name="connsiteX61" fmla="*/ 19202 w 672826"/>
                <a:gd name="connsiteY61" fmla="*/ 485584 h 552695"/>
                <a:gd name="connsiteX62" fmla="*/ 19202 w 672826"/>
                <a:gd name="connsiteY62" fmla="*/ 548968 h 552695"/>
                <a:gd name="connsiteX63" fmla="*/ 0 w 672826"/>
                <a:gd name="connsiteY63" fmla="*/ 548968 h 552695"/>
                <a:gd name="connsiteX64" fmla="*/ 200884 w 672826"/>
                <a:gd name="connsiteY64" fmla="*/ 551764 h 552695"/>
                <a:gd name="connsiteX65" fmla="*/ 169569 w 672826"/>
                <a:gd name="connsiteY65" fmla="*/ 524546 h 552695"/>
                <a:gd name="connsiteX66" fmla="*/ 200517 w 672826"/>
                <a:gd name="connsiteY66" fmla="*/ 496769 h 552695"/>
                <a:gd name="connsiteX67" fmla="*/ 230902 w 672826"/>
                <a:gd name="connsiteY67" fmla="*/ 491736 h 552695"/>
                <a:gd name="connsiteX68" fmla="*/ 230902 w 672826"/>
                <a:gd name="connsiteY68" fmla="*/ 486889 h 552695"/>
                <a:gd name="connsiteX69" fmla="*/ 210211 w 672826"/>
                <a:gd name="connsiteY69" fmla="*/ 468246 h 552695"/>
                <a:gd name="connsiteX70" fmla="*/ 186530 w 672826"/>
                <a:gd name="connsiteY70" fmla="*/ 480550 h 552695"/>
                <a:gd name="connsiteX71" fmla="*/ 172179 w 672826"/>
                <a:gd name="connsiteY71" fmla="*/ 469551 h 552695"/>
                <a:gd name="connsiteX72" fmla="*/ 210770 w 672826"/>
                <a:gd name="connsiteY72" fmla="*/ 451282 h 552695"/>
                <a:gd name="connsiteX73" fmla="*/ 250107 w 672826"/>
                <a:gd name="connsiteY73" fmla="*/ 486889 h 552695"/>
                <a:gd name="connsiteX74" fmla="*/ 250107 w 672826"/>
                <a:gd name="connsiteY74" fmla="*/ 548968 h 552695"/>
                <a:gd name="connsiteX75" fmla="*/ 230902 w 672826"/>
                <a:gd name="connsiteY75" fmla="*/ 548968 h 552695"/>
                <a:gd name="connsiteX76" fmla="*/ 230902 w 672826"/>
                <a:gd name="connsiteY76" fmla="*/ 538341 h 552695"/>
                <a:gd name="connsiteX77" fmla="*/ 200884 w 672826"/>
                <a:gd name="connsiteY77" fmla="*/ 551764 h 552695"/>
                <a:gd name="connsiteX78" fmla="*/ 188960 w 672826"/>
                <a:gd name="connsiteY78" fmla="*/ 523801 h 552695"/>
                <a:gd name="connsiteX79" fmla="*/ 204433 w 672826"/>
                <a:gd name="connsiteY79" fmla="*/ 536104 h 552695"/>
                <a:gd name="connsiteX80" fmla="*/ 230902 w 672826"/>
                <a:gd name="connsiteY80" fmla="*/ 521564 h 552695"/>
                <a:gd name="connsiteX81" fmla="*/ 230902 w 672826"/>
                <a:gd name="connsiteY81" fmla="*/ 505345 h 552695"/>
                <a:gd name="connsiteX82" fmla="*/ 205552 w 672826"/>
                <a:gd name="connsiteY82" fmla="*/ 509632 h 552695"/>
                <a:gd name="connsiteX83" fmla="*/ 188960 w 672826"/>
                <a:gd name="connsiteY83" fmla="*/ 523801 h 552695"/>
                <a:gd name="connsiteX84" fmla="*/ 318519 w 672826"/>
                <a:gd name="connsiteY84" fmla="*/ 455011 h 552695"/>
                <a:gd name="connsiteX85" fmla="*/ 339210 w 672826"/>
                <a:gd name="connsiteY85" fmla="*/ 455011 h 552695"/>
                <a:gd name="connsiteX86" fmla="*/ 366799 w 672826"/>
                <a:gd name="connsiteY86" fmla="*/ 528088 h 552695"/>
                <a:gd name="connsiteX87" fmla="*/ 394204 w 672826"/>
                <a:gd name="connsiteY87" fmla="*/ 455011 h 552695"/>
                <a:gd name="connsiteX88" fmla="*/ 415087 w 672826"/>
                <a:gd name="connsiteY88" fmla="*/ 455011 h 552695"/>
                <a:gd name="connsiteX89" fmla="*/ 379474 w 672826"/>
                <a:gd name="connsiteY89" fmla="*/ 548968 h 552695"/>
                <a:gd name="connsiteX90" fmla="*/ 353940 w 672826"/>
                <a:gd name="connsiteY90" fmla="*/ 548968 h 552695"/>
                <a:gd name="connsiteX91" fmla="*/ 318519 w 672826"/>
                <a:gd name="connsiteY91" fmla="*/ 455011 h 552695"/>
                <a:gd name="connsiteX92" fmla="*/ 443068 w 672826"/>
                <a:gd name="connsiteY92" fmla="*/ 434132 h 552695"/>
                <a:gd name="connsiteX93" fmla="*/ 430017 w 672826"/>
                <a:gd name="connsiteY93" fmla="*/ 421082 h 552695"/>
                <a:gd name="connsiteX94" fmla="*/ 443068 w 672826"/>
                <a:gd name="connsiteY94" fmla="*/ 408032 h 552695"/>
                <a:gd name="connsiteX95" fmla="*/ 456119 w 672826"/>
                <a:gd name="connsiteY95" fmla="*/ 421082 h 552695"/>
                <a:gd name="connsiteX96" fmla="*/ 443068 w 672826"/>
                <a:gd name="connsiteY96" fmla="*/ 434132 h 552695"/>
                <a:gd name="connsiteX97" fmla="*/ 433374 w 672826"/>
                <a:gd name="connsiteY97" fmla="*/ 548968 h 552695"/>
                <a:gd name="connsiteX98" fmla="*/ 433374 w 672826"/>
                <a:gd name="connsiteY98" fmla="*/ 455011 h 552695"/>
                <a:gd name="connsiteX99" fmla="*/ 452579 w 672826"/>
                <a:gd name="connsiteY99" fmla="*/ 455011 h 552695"/>
                <a:gd name="connsiteX100" fmla="*/ 452579 w 672826"/>
                <a:gd name="connsiteY100" fmla="*/ 548968 h 552695"/>
                <a:gd name="connsiteX101" fmla="*/ 433374 w 672826"/>
                <a:gd name="connsiteY101" fmla="*/ 548968 h 552695"/>
                <a:gd name="connsiteX102" fmla="*/ 484918 w 672826"/>
                <a:gd name="connsiteY102" fmla="*/ 548968 h 552695"/>
                <a:gd name="connsiteX103" fmla="*/ 484918 w 672826"/>
                <a:gd name="connsiteY103" fmla="*/ 409151 h 552695"/>
                <a:gd name="connsiteX104" fmla="*/ 504115 w 672826"/>
                <a:gd name="connsiteY104" fmla="*/ 409151 h 552695"/>
                <a:gd name="connsiteX105" fmla="*/ 504115 w 672826"/>
                <a:gd name="connsiteY105" fmla="*/ 548968 h 552695"/>
                <a:gd name="connsiteX106" fmla="*/ 484918 w 672826"/>
                <a:gd name="connsiteY106" fmla="*/ 548968 h 552695"/>
                <a:gd name="connsiteX107" fmla="*/ 536463 w 672826"/>
                <a:gd name="connsiteY107" fmla="*/ 548968 h 552695"/>
                <a:gd name="connsiteX108" fmla="*/ 536463 w 672826"/>
                <a:gd name="connsiteY108" fmla="*/ 409151 h 552695"/>
                <a:gd name="connsiteX109" fmla="*/ 555660 w 672826"/>
                <a:gd name="connsiteY109" fmla="*/ 409151 h 552695"/>
                <a:gd name="connsiteX110" fmla="*/ 555660 w 672826"/>
                <a:gd name="connsiteY110" fmla="*/ 548968 h 552695"/>
                <a:gd name="connsiteX111" fmla="*/ 536463 w 672826"/>
                <a:gd name="connsiteY111" fmla="*/ 548968 h 552695"/>
                <a:gd name="connsiteX112" fmla="*/ 672827 w 672826"/>
                <a:gd name="connsiteY112" fmla="*/ 533681 h 552695"/>
                <a:gd name="connsiteX113" fmla="*/ 632187 w 672826"/>
                <a:gd name="connsiteY113" fmla="*/ 552696 h 552695"/>
                <a:gd name="connsiteX114" fmla="*/ 580543 w 672826"/>
                <a:gd name="connsiteY114" fmla="*/ 501989 h 552695"/>
                <a:gd name="connsiteX115" fmla="*/ 628271 w 672826"/>
                <a:gd name="connsiteY115" fmla="*/ 451282 h 552695"/>
                <a:gd name="connsiteX116" fmla="*/ 670965 w 672826"/>
                <a:gd name="connsiteY116" fmla="*/ 492855 h 552695"/>
                <a:gd name="connsiteX117" fmla="*/ 669654 w 672826"/>
                <a:gd name="connsiteY117" fmla="*/ 504226 h 552695"/>
                <a:gd name="connsiteX118" fmla="*/ 600307 w 672826"/>
                <a:gd name="connsiteY118" fmla="*/ 504226 h 552695"/>
                <a:gd name="connsiteX119" fmla="*/ 632187 w 672826"/>
                <a:gd name="connsiteY119" fmla="*/ 535359 h 552695"/>
                <a:gd name="connsiteX120" fmla="*/ 658841 w 672826"/>
                <a:gd name="connsiteY120" fmla="*/ 522496 h 552695"/>
                <a:gd name="connsiteX121" fmla="*/ 672827 w 672826"/>
                <a:gd name="connsiteY121" fmla="*/ 533681 h 552695"/>
                <a:gd name="connsiteX122" fmla="*/ 627896 w 672826"/>
                <a:gd name="connsiteY122" fmla="*/ 467315 h 552695"/>
                <a:gd name="connsiteX123" fmla="*/ 601242 w 672826"/>
                <a:gd name="connsiteY123" fmla="*/ 489871 h 552695"/>
                <a:gd name="connsiteX124" fmla="*/ 651760 w 672826"/>
                <a:gd name="connsiteY124" fmla="*/ 489871 h 552695"/>
                <a:gd name="connsiteX125" fmla="*/ 627896 w 672826"/>
                <a:gd name="connsiteY125" fmla="*/ 467315 h 552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2826" h="552695">
                  <a:moveTo>
                    <a:pt x="4474" y="139817"/>
                  </a:moveTo>
                  <a:lnTo>
                    <a:pt x="4474" y="9321"/>
                  </a:lnTo>
                  <a:lnTo>
                    <a:pt x="44555" y="9321"/>
                  </a:lnTo>
                  <a:cubicBezTo>
                    <a:pt x="71959" y="9321"/>
                    <a:pt x="88737" y="23862"/>
                    <a:pt x="88737" y="46978"/>
                  </a:cubicBezTo>
                  <a:cubicBezTo>
                    <a:pt x="88737" y="70095"/>
                    <a:pt x="71959" y="84636"/>
                    <a:pt x="44555" y="84636"/>
                  </a:cubicBezTo>
                  <a:lnTo>
                    <a:pt x="25726" y="84636"/>
                  </a:lnTo>
                  <a:lnTo>
                    <a:pt x="25726" y="139817"/>
                  </a:lnTo>
                  <a:lnTo>
                    <a:pt x="4474" y="139817"/>
                  </a:lnTo>
                  <a:close/>
                  <a:moveTo>
                    <a:pt x="45488" y="27404"/>
                  </a:moveTo>
                  <a:lnTo>
                    <a:pt x="25726" y="27404"/>
                  </a:lnTo>
                  <a:lnTo>
                    <a:pt x="25726" y="66553"/>
                  </a:lnTo>
                  <a:lnTo>
                    <a:pt x="45488" y="66553"/>
                  </a:lnTo>
                  <a:cubicBezTo>
                    <a:pt x="58723" y="66553"/>
                    <a:pt x="66553" y="59096"/>
                    <a:pt x="66553" y="46606"/>
                  </a:cubicBezTo>
                  <a:cubicBezTo>
                    <a:pt x="66553" y="34861"/>
                    <a:pt x="58723" y="27404"/>
                    <a:pt x="45488" y="27404"/>
                  </a:cubicBezTo>
                  <a:close/>
                  <a:moveTo>
                    <a:pt x="110528" y="139817"/>
                  </a:moveTo>
                  <a:lnTo>
                    <a:pt x="110528" y="0"/>
                  </a:lnTo>
                  <a:lnTo>
                    <a:pt x="129730" y="0"/>
                  </a:lnTo>
                  <a:lnTo>
                    <a:pt x="129730" y="139817"/>
                  </a:lnTo>
                  <a:lnTo>
                    <a:pt x="110528" y="139817"/>
                  </a:lnTo>
                  <a:close/>
                  <a:moveTo>
                    <a:pt x="225825" y="99550"/>
                  </a:moveTo>
                  <a:lnTo>
                    <a:pt x="225825" y="45860"/>
                  </a:lnTo>
                  <a:lnTo>
                    <a:pt x="245214" y="45860"/>
                  </a:lnTo>
                  <a:lnTo>
                    <a:pt x="245214" y="98617"/>
                  </a:lnTo>
                  <a:cubicBezTo>
                    <a:pt x="245214" y="126768"/>
                    <a:pt x="228998" y="143545"/>
                    <a:pt x="202713" y="143545"/>
                  </a:cubicBezTo>
                  <a:cubicBezTo>
                    <a:pt x="176243" y="143545"/>
                    <a:pt x="160021" y="126768"/>
                    <a:pt x="160021" y="98617"/>
                  </a:cubicBezTo>
                  <a:lnTo>
                    <a:pt x="160021" y="45860"/>
                  </a:lnTo>
                  <a:lnTo>
                    <a:pt x="179408" y="45860"/>
                  </a:lnTo>
                  <a:lnTo>
                    <a:pt x="179408" y="99550"/>
                  </a:lnTo>
                  <a:cubicBezTo>
                    <a:pt x="179408" y="115768"/>
                    <a:pt x="187983" y="125462"/>
                    <a:pt x="202713" y="125462"/>
                  </a:cubicBezTo>
                  <a:cubicBezTo>
                    <a:pt x="217066" y="125462"/>
                    <a:pt x="225825" y="115768"/>
                    <a:pt x="225825" y="99550"/>
                  </a:cubicBezTo>
                  <a:close/>
                  <a:moveTo>
                    <a:pt x="265463" y="126580"/>
                  </a:moveTo>
                  <a:lnTo>
                    <a:pt x="278698" y="115022"/>
                  </a:lnTo>
                  <a:cubicBezTo>
                    <a:pt x="284852" y="122852"/>
                    <a:pt x="292308" y="127886"/>
                    <a:pt x="301627" y="127886"/>
                  </a:cubicBezTo>
                  <a:cubicBezTo>
                    <a:pt x="310762" y="127886"/>
                    <a:pt x="315797" y="122293"/>
                    <a:pt x="315797" y="115209"/>
                  </a:cubicBezTo>
                  <a:cubicBezTo>
                    <a:pt x="315797" y="96194"/>
                    <a:pt x="269747" y="103092"/>
                    <a:pt x="269747" y="69908"/>
                  </a:cubicBezTo>
                  <a:cubicBezTo>
                    <a:pt x="269747" y="54435"/>
                    <a:pt x="282798" y="42132"/>
                    <a:pt x="301627" y="42132"/>
                  </a:cubicBezTo>
                  <a:cubicBezTo>
                    <a:pt x="315421" y="42132"/>
                    <a:pt x="327545" y="48843"/>
                    <a:pt x="334250" y="57791"/>
                  </a:cubicBezTo>
                  <a:lnTo>
                    <a:pt x="321199" y="69163"/>
                  </a:lnTo>
                  <a:cubicBezTo>
                    <a:pt x="316173" y="62452"/>
                    <a:pt x="309643" y="57791"/>
                    <a:pt x="301819" y="57791"/>
                  </a:cubicBezTo>
                  <a:cubicBezTo>
                    <a:pt x="292868" y="57791"/>
                    <a:pt x="288392" y="63011"/>
                    <a:pt x="288392" y="69349"/>
                  </a:cubicBezTo>
                  <a:cubicBezTo>
                    <a:pt x="288392" y="88178"/>
                    <a:pt x="334442" y="81839"/>
                    <a:pt x="334442" y="114091"/>
                  </a:cubicBezTo>
                  <a:cubicBezTo>
                    <a:pt x="334250" y="132547"/>
                    <a:pt x="319337" y="143545"/>
                    <a:pt x="301819" y="143545"/>
                  </a:cubicBezTo>
                  <a:cubicBezTo>
                    <a:pt x="285971" y="143545"/>
                    <a:pt x="274222" y="137207"/>
                    <a:pt x="265463" y="126580"/>
                  </a:cubicBezTo>
                  <a:close/>
                  <a:moveTo>
                    <a:pt x="0" y="548968"/>
                  </a:moveTo>
                  <a:lnTo>
                    <a:pt x="0" y="455011"/>
                  </a:lnTo>
                  <a:lnTo>
                    <a:pt x="19202" y="455011"/>
                  </a:lnTo>
                  <a:lnTo>
                    <a:pt x="19202" y="463772"/>
                  </a:lnTo>
                  <a:cubicBezTo>
                    <a:pt x="25913" y="456502"/>
                    <a:pt x="34674" y="451282"/>
                    <a:pt x="47165" y="451282"/>
                  </a:cubicBezTo>
                  <a:cubicBezTo>
                    <a:pt x="60028" y="451282"/>
                    <a:pt x="70841" y="457062"/>
                    <a:pt x="76806" y="468246"/>
                  </a:cubicBezTo>
                  <a:cubicBezTo>
                    <a:pt x="84076" y="458925"/>
                    <a:pt x="93397" y="451282"/>
                    <a:pt x="109617" y="451282"/>
                  </a:cubicBezTo>
                  <a:cubicBezTo>
                    <a:pt x="129191" y="451282"/>
                    <a:pt x="144291" y="464704"/>
                    <a:pt x="144291" y="490618"/>
                  </a:cubicBezTo>
                  <a:lnTo>
                    <a:pt x="144291" y="548968"/>
                  </a:lnTo>
                  <a:lnTo>
                    <a:pt x="124903" y="548968"/>
                  </a:lnTo>
                  <a:lnTo>
                    <a:pt x="124903" y="491363"/>
                  </a:lnTo>
                  <a:cubicBezTo>
                    <a:pt x="124903" y="477567"/>
                    <a:pt x="117260" y="469365"/>
                    <a:pt x="105143" y="469365"/>
                  </a:cubicBezTo>
                  <a:cubicBezTo>
                    <a:pt x="93957" y="469365"/>
                    <a:pt x="86687" y="476449"/>
                    <a:pt x="81653" y="485397"/>
                  </a:cubicBezTo>
                  <a:cubicBezTo>
                    <a:pt x="81839" y="487076"/>
                    <a:pt x="81839" y="488753"/>
                    <a:pt x="81839" y="490618"/>
                  </a:cubicBezTo>
                  <a:lnTo>
                    <a:pt x="81839" y="548968"/>
                  </a:lnTo>
                  <a:lnTo>
                    <a:pt x="62451" y="548968"/>
                  </a:lnTo>
                  <a:lnTo>
                    <a:pt x="62451" y="491363"/>
                  </a:lnTo>
                  <a:cubicBezTo>
                    <a:pt x="62451" y="477567"/>
                    <a:pt x="54995" y="469365"/>
                    <a:pt x="42691" y="469365"/>
                  </a:cubicBezTo>
                  <a:cubicBezTo>
                    <a:pt x="30760" y="469365"/>
                    <a:pt x="23676" y="477567"/>
                    <a:pt x="19202" y="485584"/>
                  </a:cubicBezTo>
                  <a:lnTo>
                    <a:pt x="19202" y="548968"/>
                  </a:lnTo>
                  <a:lnTo>
                    <a:pt x="0" y="548968"/>
                  </a:lnTo>
                  <a:close/>
                  <a:moveTo>
                    <a:pt x="200884" y="551764"/>
                  </a:moveTo>
                  <a:cubicBezTo>
                    <a:pt x="182247" y="551764"/>
                    <a:pt x="169569" y="541138"/>
                    <a:pt x="169569" y="524546"/>
                  </a:cubicBezTo>
                  <a:cubicBezTo>
                    <a:pt x="169569" y="510378"/>
                    <a:pt x="180568" y="500125"/>
                    <a:pt x="200517" y="496769"/>
                  </a:cubicBezTo>
                  <a:lnTo>
                    <a:pt x="230902" y="491736"/>
                  </a:lnTo>
                  <a:lnTo>
                    <a:pt x="230902" y="486889"/>
                  </a:lnTo>
                  <a:cubicBezTo>
                    <a:pt x="230902" y="475331"/>
                    <a:pt x="222327" y="468246"/>
                    <a:pt x="210211" y="468246"/>
                  </a:cubicBezTo>
                  <a:cubicBezTo>
                    <a:pt x="199957" y="468246"/>
                    <a:pt x="191941" y="472907"/>
                    <a:pt x="186530" y="480550"/>
                  </a:cubicBezTo>
                  <a:lnTo>
                    <a:pt x="172179" y="469551"/>
                  </a:lnTo>
                  <a:cubicBezTo>
                    <a:pt x="180568" y="458367"/>
                    <a:pt x="193987" y="451282"/>
                    <a:pt x="210770" y="451282"/>
                  </a:cubicBezTo>
                  <a:cubicBezTo>
                    <a:pt x="236121" y="451282"/>
                    <a:pt x="250107" y="466196"/>
                    <a:pt x="250107" y="486889"/>
                  </a:cubicBezTo>
                  <a:lnTo>
                    <a:pt x="250107" y="548968"/>
                  </a:lnTo>
                  <a:lnTo>
                    <a:pt x="230902" y="548968"/>
                  </a:lnTo>
                  <a:lnTo>
                    <a:pt x="230902" y="538341"/>
                  </a:lnTo>
                  <a:cubicBezTo>
                    <a:pt x="224189" y="546544"/>
                    <a:pt x="212449" y="551764"/>
                    <a:pt x="200884" y="551764"/>
                  </a:cubicBezTo>
                  <a:close/>
                  <a:moveTo>
                    <a:pt x="188960" y="523801"/>
                  </a:moveTo>
                  <a:cubicBezTo>
                    <a:pt x="188960" y="531071"/>
                    <a:pt x="194738" y="536104"/>
                    <a:pt x="204433" y="536104"/>
                  </a:cubicBezTo>
                  <a:cubicBezTo>
                    <a:pt x="216173" y="536104"/>
                    <a:pt x="225308" y="530512"/>
                    <a:pt x="230902" y="521564"/>
                  </a:cubicBezTo>
                  <a:lnTo>
                    <a:pt x="230902" y="505345"/>
                  </a:lnTo>
                  <a:lnTo>
                    <a:pt x="205552" y="509632"/>
                  </a:lnTo>
                  <a:cubicBezTo>
                    <a:pt x="193803" y="511683"/>
                    <a:pt x="188960" y="516717"/>
                    <a:pt x="188960" y="523801"/>
                  </a:cubicBezTo>
                  <a:close/>
                  <a:moveTo>
                    <a:pt x="318519" y="455011"/>
                  </a:moveTo>
                  <a:lnTo>
                    <a:pt x="339210" y="455011"/>
                  </a:lnTo>
                  <a:lnTo>
                    <a:pt x="366799" y="528088"/>
                  </a:lnTo>
                  <a:lnTo>
                    <a:pt x="394204" y="455011"/>
                  </a:lnTo>
                  <a:lnTo>
                    <a:pt x="415087" y="455011"/>
                  </a:lnTo>
                  <a:lnTo>
                    <a:pt x="379474" y="548968"/>
                  </a:lnTo>
                  <a:lnTo>
                    <a:pt x="353940" y="548968"/>
                  </a:lnTo>
                  <a:lnTo>
                    <a:pt x="318519" y="455011"/>
                  </a:lnTo>
                  <a:close/>
                  <a:moveTo>
                    <a:pt x="443068" y="434132"/>
                  </a:moveTo>
                  <a:cubicBezTo>
                    <a:pt x="435987" y="434132"/>
                    <a:pt x="430017" y="428165"/>
                    <a:pt x="430017" y="421082"/>
                  </a:cubicBezTo>
                  <a:cubicBezTo>
                    <a:pt x="430017" y="413998"/>
                    <a:pt x="435987" y="408032"/>
                    <a:pt x="443068" y="408032"/>
                  </a:cubicBezTo>
                  <a:cubicBezTo>
                    <a:pt x="450149" y="408032"/>
                    <a:pt x="456119" y="413998"/>
                    <a:pt x="456119" y="421082"/>
                  </a:cubicBezTo>
                  <a:cubicBezTo>
                    <a:pt x="456119" y="428165"/>
                    <a:pt x="450149" y="434132"/>
                    <a:pt x="443068" y="434132"/>
                  </a:cubicBezTo>
                  <a:close/>
                  <a:moveTo>
                    <a:pt x="433374" y="548968"/>
                  </a:moveTo>
                  <a:lnTo>
                    <a:pt x="433374" y="455011"/>
                  </a:lnTo>
                  <a:lnTo>
                    <a:pt x="452579" y="455011"/>
                  </a:lnTo>
                  <a:lnTo>
                    <a:pt x="452579" y="548968"/>
                  </a:lnTo>
                  <a:lnTo>
                    <a:pt x="433374" y="548968"/>
                  </a:lnTo>
                  <a:close/>
                  <a:moveTo>
                    <a:pt x="484918" y="548968"/>
                  </a:moveTo>
                  <a:lnTo>
                    <a:pt x="484918" y="409151"/>
                  </a:lnTo>
                  <a:lnTo>
                    <a:pt x="504115" y="409151"/>
                  </a:lnTo>
                  <a:lnTo>
                    <a:pt x="504115" y="548968"/>
                  </a:lnTo>
                  <a:lnTo>
                    <a:pt x="484918" y="548968"/>
                  </a:lnTo>
                  <a:close/>
                  <a:moveTo>
                    <a:pt x="536463" y="548968"/>
                  </a:moveTo>
                  <a:lnTo>
                    <a:pt x="536463" y="409151"/>
                  </a:lnTo>
                  <a:lnTo>
                    <a:pt x="555660" y="409151"/>
                  </a:lnTo>
                  <a:lnTo>
                    <a:pt x="555660" y="548968"/>
                  </a:lnTo>
                  <a:lnTo>
                    <a:pt x="536463" y="548968"/>
                  </a:lnTo>
                  <a:close/>
                  <a:moveTo>
                    <a:pt x="672827" y="533681"/>
                  </a:moveTo>
                  <a:cubicBezTo>
                    <a:pt x="664059" y="545426"/>
                    <a:pt x="649706" y="552696"/>
                    <a:pt x="632187" y="552696"/>
                  </a:cubicBezTo>
                  <a:cubicBezTo>
                    <a:pt x="599748" y="552696"/>
                    <a:pt x="580543" y="529394"/>
                    <a:pt x="580543" y="501989"/>
                  </a:cubicBezTo>
                  <a:cubicBezTo>
                    <a:pt x="580543" y="473839"/>
                    <a:pt x="598445" y="451282"/>
                    <a:pt x="628271" y="451282"/>
                  </a:cubicBezTo>
                  <a:cubicBezTo>
                    <a:pt x="654181" y="451282"/>
                    <a:pt x="670965" y="468992"/>
                    <a:pt x="670965" y="492855"/>
                  </a:cubicBezTo>
                  <a:cubicBezTo>
                    <a:pt x="670965" y="497142"/>
                    <a:pt x="670405" y="501430"/>
                    <a:pt x="669654" y="504226"/>
                  </a:cubicBezTo>
                  <a:lnTo>
                    <a:pt x="600307" y="504226"/>
                  </a:lnTo>
                  <a:cubicBezTo>
                    <a:pt x="601610" y="524733"/>
                    <a:pt x="614101" y="535359"/>
                    <a:pt x="632187" y="535359"/>
                  </a:cubicBezTo>
                  <a:cubicBezTo>
                    <a:pt x="643560" y="535359"/>
                    <a:pt x="653062" y="530325"/>
                    <a:pt x="658841" y="522496"/>
                  </a:cubicBezTo>
                  <a:lnTo>
                    <a:pt x="672827" y="533681"/>
                  </a:lnTo>
                  <a:close/>
                  <a:moveTo>
                    <a:pt x="627896" y="467315"/>
                  </a:moveTo>
                  <a:cubicBezTo>
                    <a:pt x="613918" y="467315"/>
                    <a:pt x="604223" y="475331"/>
                    <a:pt x="601242" y="489871"/>
                  </a:cubicBezTo>
                  <a:lnTo>
                    <a:pt x="651760" y="489871"/>
                  </a:lnTo>
                  <a:cubicBezTo>
                    <a:pt x="651384" y="478127"/>
                    <a:pt x="643001" y="467315"/>
                    <a:pt x="627896" y="467315"/>
                  </a:cubicBezTo>
                  <a:close/>
                </a:path>
              </a:pathLst>
            </a:custGeom>
            <a:solidFill>
              <a:srgbClr val="000091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5BD4016E-83AC-5A8D-BEDB-2E7468EEE8A1}"/>
                </a:ext>
              </a:extLst>
            </p:cNvPr>
            <p:cNvSpPr/>
            <p:nvPr/>
          </p:nvSpPr>
          <p:spPr>
            <a:xfrm>
              <a:off x="11305180" y="390105"/>
              <a:ext cx="671976" cy="153415"/>
            </a:xfrm>
            <a:custGeom>
              <a:avLst/>
              <a:gdLst>
                <a:gd name="connsiteX0" fmla="*/ 0 w 671976"/>
                <a:gd name="connsiteY0" fmla="*/ 49014 h 153415"/>
                <a:gd name="connsiteX1" fmla="*/ 18728 w 671976"/>
                <a:gd name="connsiteY1" fmla="*/ 49014 h 153415"/>
                <a:gd name="connsiteX2" fmla="*/ 18728 w 671976"/>
                <a:gd name="connsiteY2" fmla="*/ 39848 h 153415"/>
                <a:gd name="connsiteX3" fmla="*/ 60569 w 671976"/>
                <a:gd name="connsiteY3" fmla="*/ 0 h 153415"/>
                <a:gd name="connsiteX4" fmla="*/ 84877 w 671976"/>
                <a:gd name="connsiteY4" fmla="*/ 5380 h 153415"/>
                <a:gd name="connsiteX5" fmla="*/ 71528 w 671976"/>
                <a:gd name="connsiteY5" fmla="*/ 31879 h 153415"/>
                <a:gd name="connsiteX6" fmla="*/ 61167 w 671976"/>
                <a:gd name="connsiteY6" fmla="*/ 28292 h 153415"/>
                <a:gd name="connsiteX7" fmla="*/ 50607 w 671976"/>
                <a:gd name="connsiteY7" fmla="*/ 38852 h 153415"/>
                <a:gd name="connsiteX8" fmla="*/ 50607 w 671976"/>
                <a:gd name="connsiteY8" fmla="*/ 49014 h 153415"/>
                <a:gd name="connsiteX9" fmla="*/ 78103 w 671976"/>
                <a:gd name="connsiteY9" fmla="*/ 49014 h 153415"/>
                <a:gd name="connsiteX10" fmla="*/ 78103 w 671976"/>
                <a:gd name="connsiteY10" fmla="*/ 77305 h 153415"/>
                <a:gd name="connsiteX11" fmla="*/ 50607 w 671976"/>
                <a:gd name="connsiteY11" fmla="*/ 77305 h 153415"/>
                <a:gd name="connsiteX12" fmla="*/ 50607 w 671976"/>
                <a:gd name="connsiteY12" fmla="*/ 149431 h 153415"/>
                <a:gd name="connsiteX13" fmla="*/ 18728 w 671976"/>
                <a:gd name="connsiteY13" fmla="*/ 149431 h 153415"/>
                <a:gd name="connsiteX14" fmla="*/ 18728 w 671976"/>
                <a:gd name="connsiteY14" fmla="*/ 77305 h 153415"/>
                <a:gd name="connsiteX15" fmla="*/ 0 w 671976"/>
                <a:gd name="connsiteY15" fmla="*/ 77305 h 153415"/>
                <a:gd name="connsiteX16" fmla="*/ 0 w 671976"/>
                <a:gd name="connsiteY16" fmla="*/ 49014 h 153415"/>
                <a:gd name="connsiteX17" fmla="*/ 94212 w 671976"/>
                <a:gd name="connsiteY17" fmla="*/ 149431 h 153415"/>
                <a:gd name="connsiteX18" fmla="*/ 94212 w 671976"/>
                <a:gd name="connsiteY18" fmla="*/ 49014 h 153415"/>
                <a:gd name="connsiteX19" fmla="*/ 125892 w 671976"/>
                <a:gd name="connsiteY19" fmla="*/ 49014 h 153415"/>
                <a:gd name="connsiteX20" fmla="*/ 125892 w 671976"/>
                <a:gd name="connsiteY20" fmla="*/ 57183 h 153415"/>
                <a:gd name="connsiteX21" fmla="*/ 150199 w 671976"/>
                <a:gd name="connsiteY21" fmla="*/ 47021 h 153415"/>
                <a:gd name="connsiteX22" fmla="*/ 159364 w 671976"/>
                <a:gd name="connsiteY22" fmla="*/ 48416 h 153415"/>
                <a:gd name="connsiteX23" fmla="*/ 159364 w 671976"/>
                <a:gd name="connsiteY23" fmla="*/ 79697 h 153415"/>
                <a:gd name="connsiteX24" fmla="*/ 147012 w 671976"/>
                <a:gd name="connsiteY24" fmla="*/ 78301 h 153415"/>
                <a:gd name="connsiteX25" fmla="*/ 125892 w 671976"/>
                <a:gd name="connsiteY25" fmla="*/ 88463 h 153415"/>
                <a:gd name="connsiteX26" fmla="*/ 125892 w 671976"/>
                <a:gd name="connsiteY26" fmla="*/ 149431 h 153415"/>
                <a:gd name="connsiteX27" fmla="*/ 94212 w 671976"/>
                <a:gd name="connsiteY27" fmla="*/ 149431 h 153415"/>
                <a:gd name="connsiteX28" fmla="*/ 201286 w 671976"/>
                <a:gd name="connsiteY28" fmla="*/ 152420 h 153415"/>
                <a:gd name="connsiteX29" fmla="*/ 166816 w 671976"/>
                <a:gd name="connsiteY29" fmla="*/ 121139 h 153415"/>
                <a:gd name="connsiteX30" fmla="*/ 200485 w 671976"/>
                <a:gd name="connsiteY30" fmla="*/ 90456 h 153415"/>
                <a:gd name="connsiteX31" fmla="*/ 228783 w 671976"/>
                <a:gd name="connsiteY31" fmla="*/ 85674 h 153415"/>
                <a:gd name="connsiteX32" fmla="*/ 212642 w 671976"/>
                <a:gd name="connsiteY32" fmla="*/ 72324 h 153415"/>
                <a:gd name="connsiteX33" fmla="*/ 193513 w 671976"/>
                <a:gd name="connsiteY33" fmla="*/ 82885 h 153415"/>
                <a:gd name="connsiteX34" fmla="*/ 170402 w 671976"/>
                <a:gd name="connsiteY34" fmla="*/ 65351 h 153415"/>
                <a:gd name="connsiteX35" fmla="*/ 213636 w 671976"/>
                <a:gd name="connsiteY35" fmla="*/ 45028 h 153415"/>
                <a:gd name="connsiteX36" fmla="*/ 260263 w 671976"/>
                <a:gd name="connsiteY36" fmla="*/ 86072 h 153415"/>
                <a:gd name="connsiteX37" fmla="*/ 260263 w 671976"/>
                <a:gd name="connsiteY37" fmla="*/ 149431 h 153415"/>
                <a:gd name="connsiteX38" fmla="*/ 228783 w 671976"/>
                <a:gd name="connsiteY38" fmla="*/ 149431 h 153415"/>
                <a:gd name="connsiteX39" fmla="*/ 228783 w 671976"/>
                <a:gd name="connsiteY39" fmla="*/ 141860 h 153415"/>
                <a:gd name="connsiteX40" fmla="*/ 201286 w 671976"/>
                <a:gd name="connsiteY40" fmla="*/ 152420 h 153415"/>
                <a:gd name="connsiteX41" fmla="*/ 198097 w 671976"/>
                <a:gd name="connsiteY41" fmla="*/ 119545 h 153415"/>
                <a:gd name="connsiteX42" fmla="*/ 208259 w 671976"/>
                <a:gd name="connsiteY42" fmla="*/ 127913 h 153415"/>
                <a:gd name="connsiteX43" fmla="*/ 228783 w 671976"/>
                <a:gd name="connsiteY43" fmla="*/ 117154 h 153415"/>
                <a:gd name="connsiteX44" fmla="*/ 228783 w 671976"/>
                <a:gd name="connsiteY44" fmla="*/ 107192 h 153415"/>
                <a:gd name="connsiteX45" fmla="*/ 209052 w 671976"/>
                <a:gd name="connsiteY45" fmla="*/ 110579 h 153415"/>
                <a:gd name="connsiteX46" fmla="*/ 198097 w 671976"/>
                <a:gd name="connsiteY46" fmla="*/ 119545 h 153415"/>
                <a:gd name="connsiteX47" fmla="*/ 289362 w 671976"/>
                <a:gd name="connsiteY47" fmla="*/ 33074 h 153415"/>
                <a:gd name="connsiteX48" fmla="*/ 262066 w 671976"/>
                <a:gd name="connsiteY48" fmla="*/ 33074 h 153415"/>
                <a:gd name="connsiteX49" fmla="*/ 282390 w 671976"/>
                <a:gd name="connsiteY49" fmla="*/ 0 h 153415"/>
                <a:gd name="connsiteX50" fmla="*/ 321836 w 671976"/>
                <a:gd name="connsiteY50" fmla="*/ 0 h 153415"/>
                <a:gd name="connsiteX51" fmla="*/ 342160 w 671976"/>
                <a:gd name="connsiteY51" fmla="*/ 33074 h 153415"/>
                <a:gd name="connsiteX52" fmla="*/ 314863 w 671976"/>
                <a:gd name="connsiteY52" fmla="*/ 33074 h 153415"/>
                <a:gd name="connsiteX53" fmla="*/ 302113 w 671976"/>
                <a:gd name="connsiteY53" fmla="*/ 13747 h 153415"/>
                <a:gd name="connsiteX54" fmla="*/ 289362 w 671976"/>
                <a:gd name="connsiteY54" fmla="*/ 33074 h 153415"/>
                <a:gd name="connsiteX55" fmla="*/ 286173 w 671976"/>
                <a:gd name="connsiteY55" fmla="*/ 149431 h 153415"/>
                <a:gd name="connsiteX56" fmla="*/ 286173 w 671976"/>
                <a:gd name="connsiteY56" fmla="*/ 49014 h 153415"/>
                <a:gd name="connsiteX57" fmla="*/ 317853 w 671976"/>
                <a:gd name="connsiteY57" fmla="*/ 49014 h 153415"/>
                <a:gd name="connsiteX58" fmla="*/ 317853 w 671976"/>
                <a:gd name="connsiteY58" fmla="*/ 149431 h 153415"/>
                <a:gd name="connsiteX59" fmla="*/ 286173 w 671976"/>
                <a:gd name="connsiteY59" fmla="*/ 149431 h 153415"/>
                <a:gd name="connsiteX60" fmla="*/ 394706 w 671976"/>
                <a:gd name="connsiteY60" fmla="*/ 123729 h 153415"/>
                <a:gd name="connsiteX61" fmla="*/ 412642 w 671976"/>
                <a:gd name="connsiteY61" fmla="*/ 114564 h 153415"/>
                <a:gd name="connsiteX62" fmla="*/ 437350 w 671976"/>
                <a:gd name="connsiteY62" fmla="*/ 133292 h 153415"/>
                <a:gd name="connsiteX63" fmla="*/ 394506 w 671976"/>
                <a:gd name="connsiteY63" fmla="*/ 153416 h 153415"/>
                <a:gd name="connsiteX64" fmla="*/ 338719 w 671976"/>
                <a:gd name="connsiteY64" fmla="*/ 99222 h 153415"/>
                <a:gd name="connsiteX65" fmla="*/ 394506 w 671976"/>
                <a:gd name="connsiteY65" fmla="*/ 45028 h 153415"/>
                <a:gd name="connsiteX66" fmla="*/ 437350 w 671976"/>
                <a:gd name="connsiteY66" fmla="*/ 65152 h 153415"/>
                <a:gd name="connsiteX67" fmla="*/ 412642 w 671976"/>
                <a:gd name="connsiteY67" fmla="*/ 83881 h 153415"/>
                <a:gd name="connsiteX68" fmla="*/ 394113 w 671976"/>
                <a:gd name="connsiteY68" fmla="*/ 74715 h 153415"/>
                <a:gd name="connsiteX69" fmla="*/ 371593 w 671976"/>
                <a:gd name="connsiteY69" fmla="*/ 99222 h 153415"/>
                <a:gd name="connsiteX70" fmla="*/ 394706 w 671976"/>
                <a:gd name="connsiteY70" fmla="*/ 123729 h 153415"/>
                <a:gd name="connsiteX71" fmla="*/ 453816 w 671976"/>
                <a:gd name="connsiteY71" fmla="*/ 149431 h 153415"/>
                <a:gd name="connsiteX72" fmla="*/ 453816 w 671976"/>
                <a:gd name="connsiteY72" fmla="*/ 0 h 153415"/>
                <a:gd name="connsiteX73" fmla="*/ 485496 w 671976"/>
                <a:gd name="connsiteY73" fmla="*/ 0 h 153415"/>
                <a:gd name="connsiteX74" fmla="*/ 485496 w 671976"/>
                <a:gd name="connsiteY74" fmla="*/ 54592 h 153415"/>
                <a:gd name="connsiteX75" fmla="*/ 512191 w 671976"/>
                <a:gd name="connsiteY75" fmla="*/ 45028 h 153415"/>
                <a:gd name="connsiteX76" fmla="*/ 551044 w 671976"/>
                <a:gd name="connsiteY76" fmla="*/ 90456 h 153415"/>
                <a:gd name="connsiteX77" fmla="*/ 551044 w 671976"/>
                <a:gd name="connsiteY77" fmla="*/ 149431 h 153415"/>
                <a:gd name="connsiteX78" fmla="*/ 519163 w 671976"/>
                <a:gd name="connsiteY78" fmla="*/ 149431 h 153415"/>
                <a:gd name="connsiteX79" fmla="*/ 519163 w 671976"/>
                <a:gd name="connsiteY79" fmla="*/ 91850 h 153415"/>
                <a:gd name="connsiteX80" fmla="*/ 503624 w 671976"/>
                <a:gd name="connsiteY80" fmla="*/ 74715 h 153415"/>
                <a:gd name="connsiteX81" fmla="*/ 485496 w 671976"/>
                <a:gd name="connsiteY81" fmla="*/ 86869 h 153415"/>
                <a:gd name="connsiteX82" fmla="*/ 485496 w 671976"/>
                <a:gd name="connsiteY82" fmla="*/ 149431 h 153415"/>
                <a:gd name="connsiteX83" fmla="*/ 453816 w 671976"/>
                <a:gd name="connsiteY83" fmla="*/ 149431 h 153415"/>
                <a:gd name="connsiteX84" fmla="*/ 671977 w 671976"/>
                <a:gd name="connsiteY84" fmla="*/ 133292 h 153415"/>
                <a:gd name="connsiteX85" fmla="*/ 627346 w 671976"/>
                <a:gd name="connsiteY85" fmla="*/ 153416 h 153415"/>
                <a:gd name="connsiteX86" fmla="*/ 570958 w 671976"/>
                <a:gd name="connsiteY86" fmla="*/ 99222 h 153415"/>
                <a:gd name="connsiteX87" fmla="*/ 623163 w 671976"/>
                <a:gd name="connsiteY87" fmla="*/ 45028 h 153415"/>
                <a:gd name="connsiteX88" fmla="*/ 670382 w 671976"/>
                <a:gd name="connsiteY88" fmla="*/ 91252 h 153415"/>
                <a:gd name="connsiteX89" fmla="*/ 668386 w 671976"/>
                <a:gd name="connsiteY89" fmla="*/ 107989 h 153415"/>
                <a:gd name="connsiteX90" fmla="*/ 603432 w 671976"/>
                <a:gd name="connsiteY90" fmla="*/ 107989 h 153415"/>
                <a:gd name="connsiteX91" fmla="*/ 627146 w 671976"/>
                <a:gd name="connsiteY91" fmla="*/ 125123 h 153415"/>
                <a:gd name="connsiteX92" fmla="*/ 649657 w 671976"/>
                <a:gd name="connsiteY92" fmla="*/ 115560 h 153415"/>
                <a:gd name="connsiteX93" fmla="*/ 671977 w 671976"/>
                <a:gd name="connsiteY93" fmla="*/ 133292 h 153415"/>
                <a:gd name="connsiteX94" fmla="*/ 622361 w 671976"/>
                <a:gd name="connsiteY94" fmla="*/ 70532 h 153415"/>
                <a:gd name="connsiteX95" fmla="*/ 603632 w 671976"/>
                <a:gd name="connsiteY95" fmla="*/ 85674 h 153415"/>
                <a:gd name="connsiteX96" fmla="*/ 639696 w 671976"/>
                <a:gd name="connsiteY96" fmla="*/ 85674 h 153415"/>
                <a:gd name="connsiteX97" fmla="*/ 622361 w 671976"/>
                <a:gd name="connsiteY97" fmla="*/ 70532 h 153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671976" h="153415">
                  <a:moveTo>
                    <a:pt x="0" y="49014"/>
                  </a:moveTo>
                  <a:lnTo>
                    <a:pt x="18728" y="49014"/>
                  </a:lnTo>
                  <a:lnTo>
                    <a:pt x="18728" y="39848"/>
                  </a:lnTo>
                  <a:cubicBezTo>
                    <a:pt x="18728" y="18530"/>
                    <a:pt x="33074" y="0"/>
                    <a:pt x="60569" y="0"/>
                  </a:cubicBezTo>
                  <a:cubicBezTo>
                    <a:pt x="69734" y="0"/>
                    <a:pt x="77704" y="1992"/>
                    <a:pt x="84877" y="5380"/>
                  </a:cubicBezTo>
                  <a:lnTo>
                    <a:pt x="71528" y="31879"/>
                  </a:lnTo>
                  <a:cubicBezTo>
                    <a:pt x="69336" y="30085"/>
                    <a:pt x="65750" y="28292"/>
                    <a:pt x="61167" y="28292"/>
                  </a:cubicBezTo>
                  <a:cubicBezTo>
                    <a:pt x="54592" y="28292"/>
                    <a:pt x="50607" y="32675"/>
                    <a:pt x="50607" y="38852"/>
                  </a:cubicBezTo>
                  <a:lnTo>
                    <a:pt x="50607" y="49014"/>
                  </a:lnTo>
                  <a:lnTo>
                    <a:pt x="78103" y="49014"/>
                  </a:lnTo>
                  <a:lnTo>
                    <a:pt x="78103" y="77305"/>
                  </a:lnTo>
                  <a:lnTo>
                    <a:pt x="50607" y="77305"/>
                  </a:lnTo>
                  <a:lnTo>
                    <a:pt x="50607" y="149431"/>
                  </a:lnTo>
                  <a:lnTo>
                    <a:pt x="18728" y="149431"/>
                  </a:lnTo>
                  <a:lnTo>
                    <a:pt x="18728" y="77305"/>
                  </a:lnTo>
                  <a:lnTo>
                    <a:pt x="0" y="77305"/>
                  </a:lnTo>
                  <a:lnTo>
                    <a:pt x="0" y="49014"/>
                  </a:lnTo>
                  <a:close/>
                  <a:moveTo>
                    <a:pt x="94212" y="149431"/>
                  </a:moveTo>
                  <a:lnTo>
                    <a:pt x="94212" y="49014"/>
                  </a:lnTo>
                  <a:lnTo>
                    <a:pt x="125892" y="49014"/>
                  </a:lnTo>
                  <a:lnTo>
                    <a:pt x="125892" y="57183"/>
                  </a:lnTo>
                  <a:cubicBezTo>
                    <a:pt x="132069" y="51404"/>
                    <a:pt x="139839" y="47021"/>
                    <a:pt x="150199" y="47021"/>
                  </a:cubicBezTo>
                  <a:cubicBezTo>
                    <a:pt x="153786" y="47021"/>
                    <a:pt x="156974" y="47618"/>
                    <a:pt x="159364" y="48416"/>
                  </a:cubicBezTo>
                  <a:lnTo>
                    <a:pt x="159364" y="79697"/>
                  </a:lnTo>
                  <a:cubicBezTo>
                    <a:pt x="155978" y="78899"/>
                    <a:pt x="152192" y="78301"/>
                    <a:pt x="147012" y="78301"/>
                  </a:cubicBezTo>
                  <a:cubicBezTo>
                    <a:pt x="135456" y="78301"/>
                    <a:pt x="127885" y="85076"/>
                    <a:pt x="125892" y="88463"/>
                  </a:cubicBezTo>
                  <a:lnTo>
                    <a:pt x="125892" y="149431"/>
                  </a:lnTo>
                  <a:lnTo>
                    <a:pt x="94212" y="149431"/>
                  </a:lnTo>
                  <a:close/>
                  <a:moveTo>
                    <a:pt x="201286" y="152420"/>
                  </a:moveTo>
                  <a:cubicBezTo>
                    <a:pt x="180962" y="152420"/>
                    <a:pt x="166816" y="140664"/>
                    <a:pt x="166816" y="121139"/>
                  </a:cubicBezTo>
                  <a:cubicBezTo>
                    <a:pt x="166816" y="105797"/>
                    <a:pt x="178571" y="94042"/>
                    <a:pt x="200485" y="90456"/>
                  </a:cubicBezTo>
                  <a:lnTo>
                    <a:pt x="228783" y="85674"/>
                  </a:lnTo>
                  <a:cubicBezTo>
                    <a:pt x="228583" y="78103"/>
                    <a:pt x="222003" y="72324"/>
                    <a:pt x="212642" y="72324"/>
                  </a:cubicBezTo>
                  <a:cubicBezTo>
                    <a:pt x="204276" y="72324"/>
                    <a:pt x="198097" y="76309"/>
                    <a:pt x="193513" y="82885"/>
                  </a:cubicBezTo>
                  <a:lnTo>
                    <a:pt x="170402" y="65351"/>
                  </a:lnTo>
                  <a:cubicBezTo>
                    <a:pt x="179567" y="52600"/>
                    <a:pt x="194907" y="45028"/>
                    <a:pt x="213636" y="45028"/>
                  </a:cubicBezTo>
                  <a:cubicBezTo>
                    <a:pt x="245516" y="45028"/>
                    <a:pt x="260263" y="64156"/>
                    <a:pt x="260263" y="86072"/>
                  </a:cubicBezTo>
                  <a:lnTo>
                    <a:pt x="260263" y="149431"/>
                  </a:lnTo>
                  <a:lnTo>
                    <a:pt x="228783" y="149431"/>
                  </a:lnTo>
                  <a:lnTo>
                    <a:pt x="228783" y="141860"/>
                  </a:lnTo>
                  <a:cubicBezTo>
                    <a:pt x="223205" y="148037"/>
                    <a:pt x="211841" y="152420"/>
                    <a:pt x="201286" y="152420"/>
                  </a:cubicBezTo>
                  <a:close/>
                  <a:moveTo>
                    <a:pt x="198097" y="119545"/>
                  </a:moveTo>
                  <a:cubicBezTo>
                    <a:pt x="198097" y="124725"/>
                    <a:pt x="202080" y="127913"/>
                    <a:pt x="208259" y="127913"/>
                  </a:cubicBezTo>
                  <a:cubicBezTo>
                    <a:pt x="218421" y="127913"/>
                    <a:pt x="224792" y="123131"/>
                    <a:pt x="228783" y="117154"/>
                  </a:cubicBezTo>
                  <a:lnTo>
                    <a:pt x="228783" y="107192"/>
                  </a:lnTo>
                  <a:lnTo>
                    <a:pt x="209052" y="110579"/>
                  </a:lnTo>
                  <a:cubicBezTo>
                    <a:pt x="200886" y="111974"/>
                    <a:pt x="198097" y="114962"/>
                    <a:pt x="198097" y="119545"/>
                  </a:cubicBezTo>
                  <a:close/>
                  <a:moveTo>
                    <a:pt x="289362" y="33074"/>
                  </a:moveTo>
                  <a:lnTo>
                    <a:pt x="262066" y="33074"/>
                  </a:lnTo>
                  <a:lnTo>
                    <a:pt x="282390" y="0"/>
                  </a:lnTo>
                  <a:lnTo>
                    <a:pt x="321836" y="0"/>
                  </a:lnTo>
                  <a:lnTo>
                    <a:pt x="342160" y="33074"/>
                  </a:lnTo>
                  <a:lnTo>
                    <a:pt x="314863" y="33074"/>
                  </a:lnTo>
                  <a:lnTo>
                    <a:pt x="302113" y="13747"/>
                  </a:lnTo>
                  <a:lnTo>
                    <a:pt x="289362" y="33074"/>
                  </a:lnTo>
                  <a:close/>
                  <a:moveTo>
                    <a:pt x="286173" y="149431"/>
                  </a:moveTo>
                  <a:lnTo>
                    <a:pt x="286173" y="49014"/>
                  </a:lnTo>
                  <a:lnTo>
                    <a:pt x="317853" y="49014"/>
                  </a:lnTo>
                  <a:lnTo>
                    <a:pt x="317853" y="149431"/>
                  </a:lnTo>
                  <a:lnTo>
                    <a:pt x="286173" y="149431"/>
                  </a:lnTo>
                  <a:close/>
                  <a:moveTo>
                    <a:pt x="394706" y="123729"/>
                  </a:moveTo>
                  <a:cubicBezTo>
                    <a:pt x="402680" y="123729"/>
                    <a:pt x="409052" y="119744"/>
                    <a:pt x="412642" y="114564"/>
                  </a:cubicBezTo>
                  <a:lnTo>
                    <a:pt x="437350" y="133292"/>
                  </a:lnTo>
                  <a:cubicBezTo>
                    <a:pt x="427981" y="145645"/>
                    <a:pt x="413035" y="153416"/>
                    <a:pt x="394506" y="153416"/>
                  </a:cubicBezTo>
                  <a:cubicBezTo>
                    <a:pt x="359043" y="153416"/>
                    <a:pt x="338719" y="128511"/>
                    <a:pt x="338719" y="99222"/>
                  </a:cubicBezTo>
                  <a:cubicBezTo>
                    <a:pt x="338719" y="69934"/>
                    <a:pt x="359043" y="45028"/>
                    <a:pt x="394506" y="45028"/>
                  </a:cubicBezTo>
                  <a:cubicBezTo>
                    <a:pt x="413035" y="45028"/>
                    <a:pt x="427981" y="52799"/>
                    <a:pt x="437350" y="65152"/>
                  </a:cubicBezTo>
                  <a:lnTo>
                    <a:pt x="412642" y="83881"/>
                  </a:lnTo>
                  <a:cubicBezTo>
                    <a:pt x="409052" y="78701"/>
                    <a:pt x="402881" y="74715"/>
                    <a:pt x="394113" y="74715"/>
                  </a:cubicBezTo>
                  <a:cubicBezTo>
                    <a:pt x="381163" y="74715"/>
                    <a:pt x="371593" y="84478"/>
                    <a:pt x="371593" y="99222"/>
                  </a:cubicBezTo>
                  <a:cubicBezTo>
                    <a:pt x="371593" y="114166"/>
                    <a:pt x="381163" y="123729"/>
                    <a:pt x="394706" y="123729"/>
                  </a:cubicBezTo>
                  <a:close/>
                  <a:moveTo>
                    <a:pt x="453816" y="149431"/>
                  </a:moveTo>
                  <a:lnTo>
                    <a:pt x="453816" y="0"/>
                  </a:lnTo>
                  <a:lnTo>
                    <a:pt x="485496" y="0"/>
                  </a:lnTo>
                  <a:lnTo>
                    <a:pt x="485496" y="54592"/>
                  </a:lnTo>
                  <a:cubicBezTo>
                    <a:pt x="492067" y="49014"/>
                    <a:pt x="500434" y="45028"/>
                    <a:pt x="512191" y="45028"/>
                  </a:cubicBezTo>
                  <a:cubicBezTo>
                    <a:pt x="533509" y="45028"/>
                    <a:pt x="551044" y="59971"/>
                    <a:pt x="551044" y="90456"/>
                  </a:cubicBezTo>
                  <a:lnTo>
                    <a:pt x="551044" y="149431"/>
                  </a:lnTo>
                  <a:lnTo>
                    <a:pt x="519163" y="149431"/>
                  </a:lnTo>
                  <a:lnTo>
                    <a:pt x="519163" y="91850"/>
                  </a:lnTo>
                  <a:cubicBezTo>
                    <a:pt x="519163" y="81689"/>
                    <a:pt x="513786" y="74715"/>
                    <a:pt x="503624" y="74715"/>
                  </a:cubicBezTo>
                  <a:cubicBezTo>
                    <a:pt x="492468" y="74715"/>
                    <a:pt x="487483" y="83482"/>
                    <a:pt x="485496" y="86869"/>
                  </a:cubicBezTo>
                  <a:lnTo>
                    <a:pt x="485496" y="149431"/>
                  </a:lnTo>
                  <a:lnTo>
                    <a:pt x="453816" y="149431"/>
                  </a:lnTo>
                  <a:close/>
                  <a:moveTo>
                    <a:pt x="671977" y="133292"/>
                  </a:moveTo>
                  <a:cubicBezTo>
                    <a:pt x="662408" y="145845"/>
                    <a:pt x="646668" y="153416"/>
                    <a:pt x="627346" y="153416"/>
                  </a:cubicBezTo>
                  <a:cubicBezTo>
                    <a:pt x="590481" y="153416"/>
                    <a:pt x="570958" y="128511"/>
                    <a:pt x="570958" y="99222"/>
                  </a:cubicBezTo>
                  <a:cubicBezTo>
                    <a:pt x="570958" y="70133"/>
                    <a:pt x="589086" y="45028"/>
                    <a:pt x="623163" y="45028"/>
                  </a:cubicBezTo>
                  <a:cubicBezTo>
                    <a:pt x="651653" y="45028"/>
                    <a:pt x="670382" y="63956"/>
                    <a:pt x="670382" y="91252"/>
                  </a:cubicBezTo>
                  <a:cubicBezTo>
                    <a:pt x="670382" y="98027"/>
                    <a:pt x="669380" y="104403"/>
                    <a:pt x="668386" y="107989"/>
                  </a:cubicBezTo>
                  <a:lnTo>
                    <a:pt x="603432" y="107989"/>
                  </a:lnTo>
                  <a:cubicBezTo>
                    <a:pt x="606421" y="121537"/>
                    <a:pt x="615188" y="125123"/>
                    <a:pt x="627146" y="125123"/>
                  </a:cubicBezTo>
                  <a:cubicBezTo>
                    <a:pt x="636707" y="125123"/>
                    <a:pt x="645073" y="121338"/>
                    <a:pt x="649657" y="115560"/>
                  </a:cubicBezTo>
                  <a:lnTo>
                    <a:pt x="671977" y="133292"/>
                  </a:lnTo>
                  <a:close/>
                  <a:moveTo>
                    <a:pt x="622361" y="70532"/>
                  </a:moveTo>
                  <a:cubicBezTo>
                    <a:pt x="612199" y="70532"/>
                    <a:pt x="606028" y="75513"/>
                    <a:pt x="603632" y="85674"/>
                  </a:cubicBezTo>
                  <a:lnTo>
                    <a:pt x="639696" y="85674"/>
                  </a:lnTo>
                  <a:cubicBezTo>
                    <a:pt x="639295" y="78899"/>
                    <a:pt x="634118" y="70532"/>
                    <a:pt x="622361" y="70532"/>
                  </a:cubicBezTo>
                  <a:close/>
                </a:path>
              </a:pathLst>
            </a:custGeom>
            <a:solidFill>
              <a:srgbClr val="417DC4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910928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CEECE-80BD-24F5-29ED-51D02A8DC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3AA7DA23-AC46-53C2-5481-F11CF1FF75EA}"/>
              </a:ext>
            </a:extLst>
          </p:cNvPr>
          <p:cNvSpPr/>
          <p:nvPr/>
        </p:nvSpPr>
        <p:spPr>
          <a:xfrm>
            <a:off x="609600" y="220222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1A1A1A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Solutions de </a:t>
            </a:r>
            <a:r>
              <a:rPr lang="en-US" sz="3733" b="1" dirty="0" err="1">
                <a:solidFill>
                  <a:srgbClr val="1A1A1A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rafraîchissement</a:t>
            </a:r>
            <a:r>
              <a:rPr lang="en-US" sz="3733" b="1" dirty="0">
                <a:solidFill>
                  <a:srgbClr val="1A1A1A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1A1A1A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retenues</a:t>
            </a:r>
            <a:endParaRPr lang="en-US" sz="3733" dirty="0"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02F78CA-65FF-9043-6070-1584BC6D4D54}"/>
              </a:ext>
            </a:extLst>
          </p:cNvPr>
          <p:cNvSpPr/>
          <p:nvPr/>
        </p:nvSpPr>
        <p:spPr>
          <a:xfrm>
            <a:off x="609600" y="3080044"/>
            <a:ext cx="731520" cy="4876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 sz="2400"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328B9A3-CC8F-11E9-FAB1-0824EF7E88D7}"/>
              </a:ext>
            </a:extLst>
          </p:cNvPr>
          <p:cNvSpPr/>
          <p:nvPr/>
        </p:nvSpPr>
        <p:spPr>
          <a:xfrm>
            <a:off x="609600" y="3398401"/>
            <a:ext cx="10972800" cy="2879386"/>
          </a:xfrm>
          <a:prstGeom prst="rect">
            <a:avLst/>
          </a:prstGeom>
          <a:noFill/>
          <a:ln/>
        </p:spPr>
        <p:txBody>
          <a:bodyPr wrap="square" lIns="0" tIns="0" rIns="0" bIns="0" numCol="2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5C5C5C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{{</a:t>
            </a:r>
            <a:r>
              <a:rPr lang="fr-FR" sz="1600" dirty="0" err="1">
                <a:solidFill>
                  <a:srgbClr val="5C5C5C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titre_fiches_solution</a:t>
            </a:r>
            <a:r>
              <a:rPr lang="fr-FR" sz="1600" dirty="0">
                <a:solidFill>
                  <a:srgbClr val="5C5C5C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}}</a:t>
            </a:r>
          </a:p>
        </p:txBody>
      </p:sp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A3CAC41A-66B0-361D-B372-62D87EE7A9F8}"/>
              </a:ext>
            </a:extLst>
          </p:cNvPr>
          <p:cNvCxnSpPr>
            <a:cxnSpLocks/>
          </p:cNvCxnSpPr>
          <p:nvPr/>
        </p:nvCxnSpPr>
        <p:spPr>
          <a:xfrm>
            <a:off x="576263" y="6512991"/>
            <a:ext cx="1161573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3">
            <a:extLst>
              <a:ext uri="{FF2B5EF4-FFF2-40B4-BE49-F238E27FC236}">
                <a16:creationId xmlns:a16="http://schemas.microsoft.com/office/drawing/2014/main" id="{515558A7-65FA-3B23-4336-CA7CF66783E3}"/>
              </a:ext>
            </a:extLst>
          </p:cNvPr>
          <p:cNvSpPr/>
          <p:nvPr/>
        </p:nvSpPr>
        <p:spPr>
          <a:xfrm>
            <a:off x="576263" y="6598217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A0A0A0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Données issues de Plus fraîche ma ville (ADEME)</a:t>
            </a:r>
            <a:endParaRPr lang="en-US" sz="1000"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" name="Graphique 7">
            <a:extLst>
              <a:ext uri="{FF2B5EF4-FFF2-40B4-BE49-F238E27FC236}">
                <a16:creationId xmlns:a16="http://schemas.microsoft.com/office/drawing/2014/main" id="{18F0504A-0299-D12D-8041-D17E8AA077B3}"/>
              </a:ext>
            </a:extLst>
          </p:cNvPr>
          <p:cNvGrpSpPr/>
          <p:nvPr/>
        </p:nvGrpSpPr>
        <p:grpSpPr>
          <a:xfrm>
            <a:off x="10659199" y="183863"/>
            <a:ext cx="1333272" cy="561489"/>
            <a:chOff x="10659199" y="183863"/>
            <a:chExt cx="1333272" cy="561489"/>
          </a:xfrm>
        </p:grpSpPr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FA633249-8CA7-AB48-1786-17A077A9E5E7}"/>
                </a:ext>
              </a:extLst>
            </p:cNvPr>
            <p:cNvSpPr/>
            <p:nvPr/>
          </p:nvSpPr>
          <p:spPr>
            <a:xfrm>
              <a:off x="10877319" y="183863"/>
              <a:ext cx="342519" cy="338206"/>
            </a:xfrm>
            <a:custGeom>
              <a:avLst/>
              <a:gdLst>
                <a:gd name="connsiteX0" fmla="*/ 287037 w 342519"/>
                <a:gd name="connsiteY0" fmla="*/ 228581 h 338206"/>
                <a:gd name="connsiteX1" fmla="*/ 287037 w 342519"/>
                <a:gd name="connsiteY1" fmla="*/ 228470 h 338206"/>
                <a:gd name="connsiteX2" fmla="*/ 166428 w 342519"/>
                <a:gd name="connsiteY2" fmla="*/ 228470 h 338206"/>
                <a:gd name="connsiteX3" fmla="*/ 110952 w 342519"/>
                <a:gd name="connsiteY3" fmla="*/ 173654 h 338206"/>
                <a:gd name="connsiteX4" fmla="*/ 110952 w 342519"/>
                <a:gd name="connsiteY4" fmla="*/ 54816 h 338206"/>
                <a:gd name="connsiteX5" fmla="*/ 55476 w 342519"/>
                <a:gd name="connsiteY5" fmla="*/ 0 h 338206"/>
                <a:gd name="connsiteX6" fmla="*/ 0 w 342519"/>
                <a:gd name="connsiteY6" fmla="*/ 54816 h 338206"/>
                <a:gd name="connsiteX7" fmla="*/ 109 w 342519"/>
                <a:gd name="connsiteY7" fmla="*/ 222447 h 338206"/>
                <a:gd name="connsiteX8" fmla="*/ 109 w 342519"/>
                <a:gd name="connsiteY8" fmla="*/ 251819 h 338206"/>
                <a:gd name="connsiteX9" fmla="*/ 87542 w 342519"/>
                <a:gd name="connsiteY9" fmla="*/ 338206 h 338206"/>
                <a:gd name="connsiteX10" fmla="*/ 287044 w 342519"/>
                <a:gd name="connsiteY10" fmla="*/ 338206 h 338206"/>
                <a:gd name="connsiteX11" fmla="*/ 342519 w 342519"/>
                <a:gd name="connsiteY11" fmla="*/ 283390 h 338206"/>
                <a:gd name="connsiteX12" fmla="*/ 287044 w 342519"/>
                <a:gd name="connsiteY12" fmla="*/ 228574 h 338206"/>
                <a:gd name="connsiteX13" fmla="*/ 287037 w 342519"/>
                <a:gd name="connsiteY13" fmla="*/ 228581 h 338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519" h="338206">
                  <a:moveTo>
                    <a:pt x="287037" y="228581"/>
                  </a:moveTo>
                  <a:lnTo>
                    <a:pt x="287037" y="228470"/>
                  </a:lnTo>
                  <a:lnTo>
                    <a:pt x="166428" y="228470"/>
                  </a:lnTo>
                  <a:cubicBezTo>
                    <a:pt x="135803" y="228470"/>
                    <a:pt x="110952" y="203912"/>
                    <a:pt x="110952" y="173654"/>
                  </a:cubicBezTo>
                  <a:lnTo>
                    <a:pt x="110952" y="54816"/>
                  </a:lnTo>
                  <a:cubicBezTo>
                    <a:pt x="110952" y="24558"/>
                    <a:pt x="86100" y="0"/>
                    <a:pt x="55476" y="0"/>
                  </a:cubicBezTo>
                  <a:cubicBezTo>
                    <a:pt x="24851" y="0"/>
                    <a:pt x="0" y="24558"/>
                    <a:pt x="0" y="54816"/>
                  </a:cubicBezTo>
                  <a:lnTo>
                    <a:pt x="109" y="222447"/>
                  </a:lnTo>
                  <a:lnTo>
                    <a:pt x="109" y="251819"/>
                  </a:lnTo>
                  <a:cubicBezTo>
                    <a:pt x="109" y="299512"/>
                    <a:pt x="39274" y="338206"/>
                    <a:pt x="87542" y="338206"/>
                  </a:cubicBezTo>
                  <a:lnTo>
                    <a:pt x="287044" y="338206"/>
                  </a:lnTo>
                  <a:cubicBezTo>
                    <a:pt x="317668" y="338206"/>
                    <a:pt x="342519" y="313648"/>
                    <a:pt x="342519" y="283390"/>
                  </a:cubicBezTo>
                  <a:cubicBezTo>
                    <a:pt x="342519" y="253132"/>
                    <a:pt x="317668" y="228574"/>
                    <a:pt x="287044" y="228574"/>
                  </a:cubicBezTo>
                  <a:lnTo>
                    <a:pt x="287037" y="228581"/>
                  </a:lnTo>
                  <a:close/>
                </a:path>
              </a:pathLst>
            </a:custGeom>
            <a:solidFill>
              <a:srgbClr val="417DC4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67FAAF41-867B-3EF1-557A-E36A597FF699}"/>
                </a:ext>
              </a:extLst>
            </p:cNvPr>
            <p:cNvSpPr/>
            <p:nvPr/>
          </p:nvSpPr>
          <p:spPr>
            <a:xfrm>
              <a:off x="10892183" y="523615"/>
              <a:ext cx="108630" cy="221737"/>
            </a:xfrm>
            <a:custGeom>
              <a:avLst/>
              <a:gdLst>
                <a:gd name="connsiteX0" fmla="*/ 81928 w 108630"/>
                <a:gd name="connsiteY0" fmla="*/ 21632 h 221737"/>
                <a:gd name="connsiteX1" fmla="*/ 0 w 108630"/>
                <a:gd name="connsiteY1" fmla="*/ 0 h 221737"/>
                <a:gd name="connsiteX2" fmla="*/ 0 w 108630"/>
                <a:gd name="connsiteY2" fmla="*/ 167424 h 221737"/>
                <a:gd name="connsiteX3" fmla="*/ 54315 w 108630"/>
                <a:gd name="connsiteY3" fmla="*/ 221738 h 221737"/>
                <a:gd name="connsiteX4" fmla="*/ 108630 w 108630"/>
                <a:gd name="connsiteY4" fmla="*/ 167424 h 221737"/>
                <a:gd name="connsiteX5" fmla="*/ 108630 w 108630"/>
                <a:gd name="connsiteY5" fmla="*/ 21626 h 221737"/>
                <a:gd name="connsiteX6" fmla="*/ 81928 w 108630"/>
                <a:gd name="connsiteY6" fmla="*/ 21626 h 221737"/>
                <a:gd name="connsiteX7" fmla="*/ 81928 w 108630"/>
                <a:gd name="connsiteY7" fmla="*/ 21632 h 221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8630" h="221737">
                  <a:moveTo>
                    <a:pt x="81928" y="21632"/>
                  </a:moveTo>
                  <a:cubicBezTo>
                    <a:pt x="45763" y="21632"/>
                    <a:pt x="18939" y="14362"/>
                    <a:pt x="0" y="0"/>
                  </a:cubicBezTo>
                  <a:lnTo>
                    <a:pt x="0" y="167424"/>
                  </a:lnTo>
                  <a:cubicBezTo>
                    <a:pt x="0" y="197419"/>
                    <a:pt x="24320" y="221738"/>
                    <a:pt x="54315" y="221738"/>
                  </a:cubicBezTo>
                  <a:cubicBezTo>
                    <a:pt x="84311" y="221738"/>
                    <a:pt x="108630" y="197419"/>
                    <a:pt x="108630" y="167424"/>
                  </a:cubicBezTo>
                  <a:lnTo>
                    <a:pt x="108630" y="21626"/>
                  </a:lnTo>
                  <a:lnTo>
                    <a:pt x="81928" y="21626"/>
                  </a:lnTo>
                  <a:lnTo>
                    <a:pt x="81928" y="21632"/>
                  </a:lnTo>
                  <a:close/>
                </a:path>
              </a:pathLst>
            </a:custGeom>
            <a:solidFill>
              <a:srgbClr val="FCC63A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FB2ADC85-0E18-6940-D1FA-3E324ECE6C74}"/>
                </a:ext>
              </a:extLst>
            </p:cNvPr>
            <p:cNvSpPr/>
            <p:nvPr/>
          </p:nvSpPr>
          <p:spPr>
            <a:xfrm>
              <a:off x="10659199" y="406603"/>
              <a:ext cx="223576" cy="108630"/>
            </a:xfrm>
            <a:custGeom>
              <a:avLst/>
              <a:gdLst>
                <a:gd name="connsiteX0" fmla="*/ 195824 w 223576"/>
                <a:gd name="connsiteY0" fmla="*/ 18120 h 108630"/>
                <a:gd name="connsiteX1" fmla="*/ 195824 w 223576"/>
                <a:gd name="connsiteY1" fmla="*/ 0 h 108630"/>
                <a:gd name="connsiteX2" fmla="*/ 54315 w 223576"/>
                <a:gd name="connsiteY2" fmla="*/ 0 h 108630"/>
                <a:gd name="connsiteX3" fmla="*/ 0 w 223576"/>
                <a:gd name="connsiteY3" fmla="*/ 54315 h 108630"/>
                <a:gd name="connsiteX4" fmla="*/ 54315 w 223576"/>
                <a:gd name="connsiteY4" fmla="*/ 108630 h 108630"/>
                <a:gd name="connsiteX5" fmla="*/ 223577 w 223576"/>
                <a:gd name="connsiteY5" fmla="*/ 108630 h 108630"/>
                <a:gd name="connsiteX6" fmla="*/ 195824 w 223576"/>
                <a:gd name="connsiteY6" fmla="*/ 18120 h 108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3576" h="108630">
                  <a:moveTo>
                    <a:pt x="195824" y="18120"/>
                  </a:moveTo>
                  <a:lnTo>
                    <a:pt x="195824" y="0"/>
                  </a:lnTo>
                  <a:lnTo>
                    <a:pt x="54315" y="0"/>
                  </a:lnTo>
                  <a:cubicBezTo>
                    <a:pt x="24320" y="0"/>
                    <a:pt x="0" y="24319"/>
                    <a:pt x="0" y="54315"/>
                  </a:cubicBezTo>
                  <a:cubicBezTo>
                    <a:pt x="0" y="84310"/>
                    <a:pt x="24320" y="108630"/>
                    <a:pt x="54315" y="108630"/>
                  </a:cubicBezTo>
                  <a:lnTo>
                    <a:pt x="223577" y="108630"/>
                  </a:lnTo>
                  <a:cubicBezTo>
                    <a:pt x="204248" y="88440"/>
                    <a:pt x="195824" y="58170"/>
                    <a:pt x="195824" y="18120"/>
                  </a:cubicBezTo>
                  <a:close/>
                </a:path>
              </a:pathLst>
            </a:custGeom>
            <a:solidFill>
              <a:srgbClr val="F25255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D295B305-4597-AA29-EC09-F9E043F0C655}"/>
                </a:ext>
              </a:extLst>
            </p:cNvPr>
            <p:cNvSpPr/>
            <p:nvPr/>
          </p:nvSpPr>
          <p:spPr>
            <a:xfrm>
              <a:off x="11319644" y="190969"/>
              <a:ext cx="672826" cy="552695"/>
            </a:xfrm>
            <a:custGeom>
              <a:avLst/>
              <a:gdLst>
                <a:gd name="connsiteX0" fmla="*/ 4474 w 672826"/>
                <a:gd name="connsiteY0" fmla="*/ 139817 h 552695"/>
                <a:gd name="connsiteX1" fmla="*/ 4474 w 672826"/>
                <a:gd name="connsiteY1" fmla="*/ 9321 h 552695"/>
                <a:gd name="connsiteX2" fmla="*/ 44555 w 672826"/>
                <a:gd name="connsiteY2" fmla="*/ 9321 h 552695"/>
                <a:gd name="connsiteX3" fmla="*/ 88737 w 672826"/>
                <a:gd name="connsiteY3" fmla="*/ 46978 h 552695"/>
                <a:gd name="connsiteX4" fmla="*/ 44555 w 672826"/>
                <a:gd name="connsiteY4" fmla="*/ 84636 h 552695"/>
                <a:gd name="connsiteX5" fmla="*/ 25726 w 672826"/>
                <a:gd name="connsiteY5" fmla="*/ 84636 h 552695"/>
                <a:gd name="connsiteX6" fmla="*/ 25726 w 672826"/>
                <a:gd name="connsiteY6" fmla="*/ 139817 h 552695"/>
                <a:gd name="connsiteX7" fmla="*/ 4474 w 672826"/>
                <a:gd name="connsiteY7" fmla="*/ 139817 h 552695"/>
                <a:gd name="connsiteX8" fmla="*/ 45488 w 672826"/>
                <a:gd name="connsiteY8" fmla="*/ 27404 h 552695"/>
                <a:gd name="connsiteX9" fmla="*/ 25726 w 672826"/>
                <a:gd name="connsiteY9" fmla="*/ 27404 h 552695"/>
                <a:gd name="connsiteX10" fmla="*/ 25726 w 672826"/>
                <a:gd name="connsiteY10" fmla="*/ 66553 h 552695"/>
                <a:gd name="connsiteX11" fmla="*/ 45488 w 672826"/>
                <a:gd name="connsiteY11" fmla="*/ 66553 h 552695"/>
                <a:gd name="connsiteX12" fmla="*/ 66553 w 672826"/>
                <a:gd name="connsiteY12" fmla="*/ 46606 h 552695"/>
                <a:gd name="connsiteX13" fmla="*/ 45488 w 672826"/>
                <a:gd name="connsiteY13" fmla="*/ 27404 h 552695"/>
                <a:gd name="connsiteX14" fmla="*/ 110528 w 672826"/>
                <a:gd name="connsiteY14" fmla="*/ 139817 h 552695"/>
                <a:gd name="connsiteX15" fmla="*/ 110528 w 672826"/>
                <a:gd name="connsiteY15" fmla="*/ 0 h 552695"/>
                <a:gd name="connsiteX16" fmla="*/ 129730 w 672826"/>
                <a:gd name="connsiteY16" fmla="*/ 0 h 552695"/>
                <a:gd name="connsiteX17" fmla="*/ 129730 w 672826"/>
                <a:gd name="connsiteY17" fmla="*/ 139817 h 552695"/>
                <a:gd name="connsiteX18" fmla="*/ 110528 w 672826"/>
                <a:gd name="connsiteY18" fmla="*/ 139817 h 552695"/>
                <a:gd name="connsiteX19" fmla="*/ 225825 w 672826"/>
                <a:gd name="connsiteY19" fmla="*/ 99550 h 552695"/>
                <a:gd name="connsiteX20" fmla="*/ 225825 w 672826"/>
                <a:gd name="connsiteY20" fmla="*/ 45860 h 552695"/>
                <a:gd name="connsiteX21" fmla="*/ 245214 w 672826"/>
                <a:gd name="connsiteY21" fmla="*/ 45860 h 552695"/>
                <a:gd name="connsiteX22" fmla="*/ 245214 w 672826"/>
                <a:gd name="connsiteY22" fmla="*/ 98617 h 552695"/>
                <a:gd name="connsiteX23" fmla="*/ 202713 w 672826"/>
                <a:gd name="connsiteY23" fmla="*/ 143545 h 552695"/>
                <a:gd name="connsiteX24" fmla="*/ 160021 w 672826"/>
                <a:gd name="connsiteY24" fmla="*/ 98617 h 552695"/>
                <a:gd name="connsiteX25" fmla="*/ 160021 w 672826"/>
                <a:gd name="connsiteY25" fmla="*/ 45860 h 552695"/>
                <a:gd name="connsiteX26" fmla="*/ 179408 w 672826"/>
                <a:gd name="connsiteY26" fmla="*/ 45860 h 552695"/>
                <a:gd name="connsiteX27" fmla="*/ 179408 w 672826"/>
                <a:gd name="connsiteY27" fmla="*/ 99550 h 552695"/>
                <a:gd name="connsiteX28" fmla="*/ 202713 w 672826"/>
                <a:gd name="connsiteY28" fmla="*/ 125462 h 552695"/>
                <a:gd name="connsiteX29" fmla="*/ 225825 w 672826"/>
                <a:gd name="connsiteY29" fmla="*/ 99550 h 552695"/>
                <a:gd name="connsiteX30" fmla="*/ 265463 w 672826"/>
                <a:gd name="connsiteY30" fmla="*/ 126580 h 552695"/>
                <a:gd name="connsiteX31" fmla="*/ 278698 w 672826"/>
                <a:gd name="connsiteY31" fmla="*/ 115022 h 552695"/>
                <a:gd name="connsiteX32" fmla="*/ 301627 w 672826"/>
                <a:gd name="connsiteY32" fmla="*/ 127886 h 552695"/>
                <a:gd name="connsiteX33" fmla="*/ 315797 w 672826"/>
                <a:gd name="connsiteY33" fmla="*/ 115209 h 552695"/>
                <a:gd name="connsiteX34" fmla="*/ 269747 w 672826"/>
                <a:gd name="connsiteY34" fmla="*/ 69908 h 552695"/>
                <a:gd name="connsiteX35" fmla="*/ 301627 w 672826"/>
                <a:gd name="connsiteY35" fmla="*/ 42132 h 552695"/>
                <a:gd name="connsiteX36" fmla="*/ 334250 w 672826"/>
                <a:gd name="connsiteY36" fmla="*/ 57791 h 552695"/>
                <a:gd name="connsiteX37" fmla="*/ 321199 w 672826"/>
                <a:gd name="connsiteY37" fmla="*/ 69163 h 552695"/>
                <a:gd name="connsiteX38" fmla="*/ 301819 w 672826"/>
                <a:gd name="connsiteY38" fmla="*/ 57791 h 552695"/>
                <a:gd name="connsiteX39" fmla="*/ 288392 w 672826"/>
                <a:gd name="connsiteY39" fmla="*/ 69349 h 552695"/>
                <a:gd name="connsiteX40" fmla="*/ 334442 w 672826"/>
                <a:gd name="connsiteY40" fmla="*/ 114091 h 552695"/>
                <a:gd name="connsiteX41" fmla="*/ 301819 w 672826"/>
                <a:gd name="connsiteY41" fmla="*/ 143545 h 552695"/>
                <a:gd name="connsiteX42" fmla="*/ 265463 w 672826"/>
                <a:gd name="connsiteY42" fmla="*/ 126580 h 552695"/>
                <a:gd name="connsiteX43" fmla="*/ 0 w 672826"/>
                <a:gd name="connsiteY43" fmla="*/ 548968 h 552695"/>
                <a:gd name="connsiteX44" fmla="*/ 0 w 672826"/>
                <a:gd name="connsiteY44" fmla="*/ 455011 h 552695"/>
                <a:gd name="connsiteX45" fmla="*/ 19202 w 672826"/>
                <a:gd name="connsiteY45" fmla="*/ 455011 h 552695"/>
                <a:gd name="connsiteX46" fmla="*/ 19202 w 672826"/>
                <a:gd name="connsiteY46" fmla="*/ 463772 h 552695"/>
                <a:gd name="connsiteX47" fmla="*/ 47165 w 672826"/>
                <a:gd name="connsiteY47" fmla="*/ 451282 h 552695"/>
                <a:gd name="connsiteX48" fmla="*/ 76806 w 672826"/>
                <a:gd name="connsiteY48" fmla="*/ 468246 h 552695"/>
                <a:gd name="connsiteX49" fmla="*/ 109617 w 672826"/>
                <a:gd name="connsiteY49" fmla="*/ 451282 h 552695"/>
                <a:gd name="connsiteX50" fmla="*/ 144291 w 672826"/>
                <a:gd name="connsiteY50" fmla="*/ 490618 h 552695"/>
                <a:gd name="connsiteX51" fmla="*/ 144291 w 672826"/>
                <a:gd name="connsiteY51" fmla="*/ 548968 h 552695"/>
                <a:gd name="connsiteX52" fmla="*/ 124903 w 672826"/>
                <a:gd name="connsiteY52" fmla="*/ 548968 h 552695"/>
                <a:gd name="connsiteX53" fmla="*/ 124903 w 672826"/>
                <a:gd name="connsiteY53" fmla="*/ 491363 h 552695"/>
                <a:gd name="connsiteX54" fmla="*/ 105143 w 672826"/>
                <a:gd name="connsiteY54" fmla="*/ 469365 h 552695"/>
                <a:gd name="connsiteX55" fmla="*/ 81653 w 672826"/>
                <a:gd name="connsiteY55" fmla="*/ 485397 h 552695"/>
                <a:gd name="connsiteX56" fmla="*/ 81839 w 672826"/>
                <a:gd name="connsiteY56" fmla="*/ 490618 h 552695"/>
                <a:gd name="connsiteX57" fmla="*/ 81839 w 672826"/>
                <a:gd name="connsiteY57" fmla="*/ 548968 h 552695"/>
                <a:gd name="connsiteX58" fmla="*/ 62451 w 672826"/>
                <a:gd name="connsiteY58" fmla="*/ 548968 h 552695"/>
                <a:gd name="connsiteX59" fmla="*/ 62451 w 672826"/>
                <a:gd name="connsiteY59" fmla="*/ 491363 h 552695"/>
                <a:gd name="connsiteX60" fmla="*/ 42691 w 672826"/>
                <a:gd name="connsiteY60" fmla="*/ 469365 h 552695"/>
                <a:gd name="connsiteX61" fmla="*/ 19202 w 672826"/>
                <a:gd name="connsiteY61" fmla="*/ 485584 h 552695"/>
                <a:gd name="connsiteX62" fmla="*/ 19202 w 672826"/>
                <a:gd name="connsiteY62" fmla="*/ 548968 h 552695"/>
                <a:gd name="connsiteX63" fmla="*/ 0 w 672826"/>
                <a:gd name="connsiteY63" fmla="*/ 548968 h 552695"/>
                <a:gd name="connsiteX64" fmla="*/ 200884 w 672826"/>
                <a:gd name="connsiteY64" fmla="*/ 551764 h 552695"/>
                <a:gd name="connsiteX65" fmla="*/ 169569 w 672826"/>
                <a:gd name="connsiteY65" fmla="*/ 524546 h 552695"/>
                <a:gd name="connsiteX66" fmla="*/ 200517 w 672826"/>
                <a:gd name="connsiteY66" fmla="*/ 496769 h 552695"/>
                <a:gd name="connsiteX67" fmla="*/ 230902 w 672826"/>
                <a:gd name="connsiteY67" fmla="*/ 491736 h 552695"/>
                <a:gd name="connsiteX68" fmla="*/ 230902 w 672826"/>
                <a:gd name="connsiteY68" fmla="*/ 486889 h 552695"/>
                <a:gd name="connsiteX69" fmla="*/ 210211 w 672826"/>
                <a:gd name="connsiteY69" fmla="*/ 468246 h 552695"/>
                <a:gd name="connsiteX70" fmla="*/ 186530 w 672826"/>
                <a:gd name="connsiteY70" fmla="*/ 480550 h 552695"/>
                <a:gd name="connsiteX71" fmla="*/ 172179 w 672826"/>
                <a:gd name="connsiteY71" fmla="*/ 469551 h 552695"/>
                <a:gd name="connsiteX72" fmla="*/ 210770 w 672826"/>
                <a:gd name="connsiteY72" fmla="*/ 451282 h 552695"/>
                <a:gd name="connsiteX73" fmla="*/ 250107 w 672826"/>
                <a:gd name="connsiteY73" fmla="*/ 486889 h 552695"/>
                <a:gd name="connsiteX74" fmla="*/ 250107 w 672826"/>
                <a:gd name="connsiteY74" fmla="*/ 548968 h 552695"/>
                <a:gd name="connsiteX75" fmla="*/ 230902 w 672826"/>
                <a:gd name="connsiteY75" fmla="*/ 548968 h 552695"/>
                <a:gd name="connsiteX76" fmla="*/ 230902 w 672826"/>
                <a:gd name="connsiteY76" fmla="*/ 538341 h 552695"/>
                <a:gd name="connsiteX77" fmla="*/ 200884 w 672826"/>
                <a:gd name="connsiteY77" fmla="*/ 551764 h 552695"/>
                <a:gd name="connsiteX78" fmla="*/ 188960 w 672826"/>
                <a:gd name="connsiteY78" fmla="*/ 523801 h 552695"/>
                <a:gd name="connsiteX79" fmla="*/ 204433 w 672826"/>
                <a:gd name="connsiteY79" fmla="*/ 536104 h 552695"/>
                <a:gd name="connsiteX80" fmla="*/ 230902 w 672826"/>
                <a:gd name="connsiteY80" fmla="*/ 521564 h 552695"/>
                <a:gd name="connsiteX81" fmla="*/ 230902 w 672826"/>
                <a:gd name="connsiteY81" fmla="*/ 505345 h 552695"/>
                <a:gd name="connsiteX82" fmla="*/ 205552 w 672826"/>
                <a:gd name="connsiteY82" fmla="*/ 509632 h 552695"/>
                <a:gd name="connsiteX83" fmla="*/ 188960 w 672826"/>
                <a:gd name="connsiteY83" fmla="*/ 523801 h 552695"/>
                <a:gd name="connsiteX84" fmla="*/ 318519 w 672826"/>
                <a:gd name="connsiteY84" fmla="*/ 455011 h 552695"/>
                <a:gd name="connsiteX85" fmla="*/ 339210 w 672826"/>
                <a:gd name="connsiteY85" fmla="*/ 455011 h 552695"/>
                <a:gd name="connsiteX86" fmla="*/ 366799 w 672826"/>
                <a:gd name="connsiteY86" fmla="*/ 528088 h 552695"/>
                <a:gd name="connsiteX87" fmla="*/ 394204 w 672826"/>
                <a:gd name="connsiteY87" fmla="*/ 455011 h 552695"/>
                <a:gd name="connsiteX88" fmla="*/ 415087 w 672826"/>
                <a:gd name="connsiteY88" fmla="*/ 455011 h 552695"/>
                <a:gd name="connsiteX89" fmla="*/ 379474 w 672826"/>
                <a:gd name="connsiteY89" fmla="*/ 548968 h 552695"/>
                <a:gd name="connsiteX90" fmla="*/ 353940 w 672826"/>
                <a:gd name="connsiteY90" fmla="*/ 548968 h 552695"/>
                <a:gd name="connsiteX91" fmla="*/ 318519 w 672826"/>
                <a:gd name="connsiteY91" fmla="*/ 455011 h 552695"/>
                <a:gd name="connsiteX92" fmla="*/ 443068 w 672826"/>
                <a:gd name="connsiteY92" fmla="*/ 434132 h 552695"/>
                <a:gd name="connsiteX93" fmla="*/ 430017 w 672826"/>
                <a:gd name="connsiteY93" fmla="*/ 421082 h 552695"/>
                <a:gd name="connsiteX94" fmla="*/ 443068 w 672826"/>
                <a:gd name="connsiteY94" fmla="*/ 408032 h 552695"/>
                <a:gd name="connsiteX95" fmla="*/ 456119 w 672826"/>
                <a:gd name="connsiteY95" fmla="*/ 421082 h 552695"/>
                <a:gd name="connsiteX96" fmla="*/ 443068 w 672826"/>
                <a:gd name="connsiteY96" fmla="*/ 434132 h 552695"/>
                <a:gd name="connsiteX97" fmla="*/ 433374 w 672826"/>
                <a:gd name="connsiteY97" fmla="*/ 548968 h 552695"/>
                <a:gd name="connsiteX98" fmla="*/ 433374 w 672826"/>
                <a:gd name="connsiteY98" fmla="*/ 455011 h 552695"/>
                <a:gd name="connsiteX99" fmla="*/ 452579 w 672826"/>
                <a:gd name="connsiteY99" fmla="*/ 455011 h 552695"/>
                <a:gd name="connsiteX100" fmla="*/ 452579 w 672826"/>
                <a:gd name="connsiteY100" fmla="*/ 548968 h 552695"/>
                <a:gd name="connsiteX101" fmla="*/ 433374 w 672826"/>
                <a:gd name="connsiteY101" fmla="*/ 548968 h 552695"/>
                <a:gd name="connsiteX102" fmla="*/ 484918 w 672826"/>
                <a:gd name="connsiteY102" fmla="*/ 548968 h 552695"/>
                <a:gd name="connsiteX103" fmla="*/ 484918 w 672826"/>
                <a:gd name="connsiteY103" fmla="*/ 409151 h 552695"/>
                <a:gd name="connsiteX104" fmla="*/ 504115 w 672826"/>
                <a:gd name="connsiteY104" fmla="*/ 409151 h 552695"/>
                <a:gd name="connsiteX105" fmla="*/ 504115 w 672826"/>
                <a:gd name="connsiteY105" fmla="*/ 548968 h 552695"/>
                <a:gd name="connsiteX106" fmla="*/ 484918 w 672826"/>
                <a:gd name="connsiteY106" fmla="*/ 548968 h 552695"/>
                <a:gd name="connsiteX107" fmla="*/ 536463 w 672826"/>
                <a:gd name="connsiteY107" fmla="*/ 548968 h 552695"/>
                <a:gd name="connsiteX108" fmla="*/ 536463 w 672826"/>
                <a:gd name="connsiteY108" fmla="*/ 409151 h 552695"/>
                <a:gd name="connsiteX109" fmla="*/ 555660 w 672826"/>
                <a:gd name="connsiteY109" fmla="*/ 409151 h 552695"/>
                <a:gd name="connsiteX110" fmla="*/ 555660 w 672826"/>
                <a:gd name="connsiteY110" fmla="*/ 548968 h 552695"/>
                <a:gd name="connsiteX111" fmla="*/ 536463 w 672826"/>
                <a:gd name="connsiteY111" fmla="*/ 548968 h 552695"/>
                <a:gd name="connsiteX112" fmla="*/ 672827 w 672826"/>
                <a:gd name="connsiteY112" fmla="*/ 533681 h 552695"/>
                <a:gd name="connsiteX113" fmla="*/ 632187 w 672826"/>
                <a:gd name="connsiteY113" fmla="*/ 552696 h 552695"/>
                <a:gd name="connsiteX114" fmla="*/ 580543 w 672826"/>
                <a:gd name="connsiteY114" fmla="*/ 501989 h 552695"/>
                <a:gd name="connsiteX115" fmla="*/ 628271 w 672826"/>
                <a:gd name="connsiteY115" fmla="*/ 451282 h 552695"/>
                <a:gd name="connsiteX116" fmla="*/ 670965 w 672826"/>
                <a:gd name="connsiteY116" fmla="*/ 492855 h 552695"/>
                <a:gd name="connsiteX117" fmla="*/ 669654 w 672826"/>
                <a:gd name="connsiteY117" fmla="*/ 504226 h 552695"/>
                <a:gd name="connsiteX118" fmla="*/ 600307 w 672826"/>
                <a:gd name="connsiteY118" fmla="*/ 504226 h 552695"/>
                <a:gd name="connsiteX119" fmla="*/ 632187 w 672826"/>
                <a:gd name="connsiteY119" fmla="*/ 535359 h 552695"/>
                <a:gd name="connsiteX120" fmla="*/ 658841 w 672826"/>
                <a:gd name="connsiteY120" fmla="*/ 522496 h 552695"/>
                <a:gd name="connsiteX121" fmla="*/ 672827 w 672826"/>
                <a:gd name="connsiteY121" fmla="*/ 533681 h 552695"/>
                <a:gd name="connsiteX122" fmla="*/ 627896 w 672826"/>
                <a:gd name="connsiteY122" fmla="*/ 467315 h 552695"/>
                <a:gd name="connsiteX123" fmla="*/ 601242 w 672826"/>
                <a:gd name="connsiteY123" fmla="*/ 489871 h 552695"/>
                <a:gd name="connsiteX124" fmla="*/ 651760 w 672826"/>
                <a:gd name="connsiteY124" fmla="*/ 489871 h 552695"/>
                <a:gd name="connsiteX125" fmla="*/ 627896 w 672826"/>
                <a:gd name="connsiteY125" fmla="*/ 467315 h 552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2826" h="552695">
                  <a:moveTo>
                    <a:pt x="4474" y="139817"/>
                  </a:moveTo>
                  <a:lnTo>
                    <a:pt x="4474" y="9321"/>
                  </a:lnTo>
                  <a:lnTo>
                    <a:pt x="44555" y="9321"/>
                  </a:lnTo>
                  <a:cubicBezTo>
                    <a:pt x="71959" y="9321"/>
                    <a:pt x="88737" y="23862"/>
                    <a:pt x="88737" y="46978"/>
                  </a:cubicBezTo>
                  <a:cubicBezTo>
                    <a:pt x="88737" y="70095"/>
                    <a:pt x="71959" y="84636"/>
                    <a:pt x="44555" y="84636"/>
                  </a:cubicBezTo>
                  <a:lnTo>
                    <a:pt x="25726" y="84636"/>
                  </a:lnTo>
                  <a:lnTo>
                    <a:pt x="25726" y="139817"/>
                  </a:lnTo>
                  <a:lnTo>
                    <a:pt x="4474" y="139817"/>
                  </a:lnTo>
                  <a:close/>
                  <a:moveTo>
                    <a:pt x="45488" y="27404"/>
                  </a:moveTo>
                  <a:lnTo>
                    <a:pt x="25726" y="27404"/>
                  </a:lnTo>
                  <a:lnTo>
                    <a:pt x="25726" y="66553"/>
                  </a:lnTo>
                  <a:lnTo>
                    <a:pt x="45488" y="66553"/>
                  </a:lnTo>
                  <a:cubicBezTo>
                    <a:pt x="58723" y="66553"/>
                    <a:pt x="66553" y="59096"/>
                    <a:pt x="66553" y="46606"/>
                  </a:cubicBezTo>
                  <a:cubicBezTo>
                    <a:pt x="66553" y="34861"/>
                    <a:pt x="58723" y="27404"/>
                    <a:pt x="45488" y="27404"/>
                  </a:cubicBezTo>
                  <a:close/>
                  <a:moveTo>
                    <a:pt x="110528" y="139817"/>
                  </a:moveTo>
                  <a:lnTo>
                    <a:pt x="110528" y="0"/>
                  </a:lnTo>
                  <a:lnTo>
                    <a:pt x="129730" y="0"/>
                  </a:lnTo>
                  <a:lnTo>
                    <a:pt x="129730" y="139817"/>
                  </a:lnTo>
                  <a:lnTo>
                    <a:pt x="110528" y="139817"/>
                  </a:lnTo>
                  <a:close/>
                  <a:moveTo>
                    <a:pt x="225825" y="99550"/>
                  </a:moveTo>
                  <a:lnTo>
                    <a:pt x="225825" y="45860"/>
                  </a:lnTo>
                  <a:lnTo>
                    <a:pt x="245214" y="45860"/>
                  </a:lnTo>
                  <a:lnTo>
                    <a:pt x="245214" y="98617"/>
                  </a:lnTo>
                  <a:cubicBezTo>
                    <a:pt x="245214" y="126768"/>
                    <a:pt x="228998" y="143545"/>
                    <a:pt x="202713" y="143545"/>
                  </a:cubicBezTo>
                  <a:cubicBezTo>
                    <a:pt x="176243" y="143545"/>
                    <a:pt x="160021" y="126768"/>
                    <a:pt x="160021" y="98617"/>
                  </a:cubicBezTo>
                  <a:lnTo>
                    <a:pt x="160021" y="45860"/>
                  </a:lnTo>
                  <a:lnTo>
                    <a:pt x="179408" y="45860"/>
                  </a:lnTo>
                  <a:lnTo>
                    <a:pt x="179408" y="99550"/>
                  </a:lnTo>
                  <a:cubicBezTo>
                    <a:pt x="179408" y="115768"/>
                    <a:pt x="187983" y="125462"/>
                    <a:pt x="202713" y="125462"/>
                  </a:cubicBezTo>
                  <a:cubicBezTo>
                    <a:pt x="217066" y="125462"/>
                    <a:pt x="225825" y="115768"/>
                    <a:pt x="225825" y="99550"/>
                  </a:cubicBezTo>
                  <a:close/>
                  <a:moveTo>
                    <a:pt x="265463" y="126580"/>
                  </a:moveTo>
                  <a:lnTo>
                    <a:pt x="278698" y="115022"/>
                  </a:lnTo>
                  <a:cubicBezTo>
                    <a:pt x="284852" y="122852"/>
                    <a:pt x="292308" y="127886"/>
                    <a:pt x="301627" y="127886"/>
                  </a:cubicBezTo>
                  <a:cubicBezTo>
                    <a:pt x="310762" y="127886"/>
                    <a:pt x="315797" y="122293"/>
                    <a:pt x="315797" y="115209"/>
                  </a:cubicBezTo>
                  <a:cubicBezTo>
                    <a:pt x="315797" y="96194"/>
                    <a:pt x="269747" y="103092"/>
                    <a:pt x="269747" y="69908"/>
                  </a:cubicBezTo>
                  <a:cubicBezTo>
                    <a:pt x="269747" y="54435"/>
                    <a:pt x="282798" y="42132"/>
                    <a:pt x="301627" y="42132"/>
                  </a:cubicBezTo>
                  <a:cubicBezTo>
                    <a:pt x="315421" y="42132"/>
                    <a:pt x="327545" y="48843"/>
                    <a:pt x="334250" y="57791"/>
                  </a:cubicBezTo>
                  <a:lnTo>
                    <a:pt x="321199" y="69163"/>
                  </a:lnTo>
                  <a:cubicBezTo>
                    <a:pt x="316173" y="62452"/>
                    <a:pt x="309643" y="57791"/>
                    <a:pt x="301819" y="57791"/>
                  </a:cubicBezTo>
                  <a:cubicBezTo>
                    <a:pt x="292868" y="57791"/>
                    <a:pt x="288392" y="63011"/>
                    <a:pt x="288392" y="69349"/>
                  </a:cubicBezTo>
                  <a:cubicBezTo>
                    <a:pt x="288392" y="88178"/>
                    <a:pt x="334442" y="81839"/>
                    <a:pt x="334442" y="114091"/>
                  </a:cubicBezTo>
                  <a:cubicBezTo>
                    <a:pt x="334250" y="132547"/>
                    <a:pt x="319337" y="143545"/>
                    <a:pt x="301819" y="143545"/>
                  </a:cubicBezTo>
                  <a:cubicBezTo>
                    <a:pt x="285971" y="143545"/>
                    <a:pt x="274222" y="137207"/>
                    <a:pt x="265463" y="126580"/>
                  </a:cubicBezTo>
                  <a:close/>
                  <a:moveTo>
                    <a:pt x="0" y="548968"/>
                  </a:moveTo>
                  <a:lnTo>
                    <a:pt x="0" y="455011"/>
                  </a:lnTo>
                  <a:lnTo>
                    <a:pt x="19202" y="455011"/>
                  </a:lnTo>
                  <a:lnTo>
                    <a:pt x="19202" y="463772"/>
                  </a:lnTo>
                  <a:cubicBezTo>
                    <a:pt x="25913" y="456502"/>
                    <a:pt x="34674" y="451282"/>
                    <a:pt x="47165" y="451282"/>
                  </a:cubicBezTo>
                  <a:cubicBezTo>
                    <a:pt x="60028" y="451282"/>
                    <a:pt x="70841" y="457062"/>
                    <a:pt x="76806" y="468246"/>
                  </a:cubicBezTo>
                  <a:cubicBezTo>
                    <a:pt x="84076" y="458925"/>
                    <a:pt x="93397" y="451282"/>
                    <a:pt x="109617" y="451282"/>
                  </a:cubicBezTo>
                  <a:cubicBezTo>
                    <a:pt x="129191" y="451282"/>
                    <a:pt x="144291" y="464704"/>
                    <a:pt x="144291" y="490618"/>
                  </a:cubicBezTo>
                  <a:lnTo>
                    <a:pt x="144291" y="548968"/>
                  </a:lnTo>
                  <a:lnTo>
                    <a:pt x="124903" y="548968"/>
                  </a:lnTo>
                  <a:lnTo>
                    <a:pt x="124903" y="491363"/>
                  </a:lnTo>
                  <a:cubicBezTo>
                    <a:pt x="124903" y="477567"/>
                    <a:pt x="117260" y="469365"/>
                    <a:pt x="105143" y="469365"/>
                  </a:cubicBezTo>
                  <a:cubicBezTo>
                    <a:pt x="93957" y="469365"/>
                    <a:pt x="86687" y="476449"/>
                    <a:pt x="81653" y="485397"/>
                  </a:cubicBezTo>
                  <a:cubicBezTo>
                    <a:pt x="81839" y="487076"/>
                    <a:pt x="81839" y="488753"/>
                    <a:pt x="81839" y="490618"/>
                  </a:cubicBezTo>
                  <a:lnTo>
                    <a:pt x="81839" y="548968"/>
                  </a:lnTo>
                  <a:lnTo>
                    <a:pt x="62451" y="548968"/>
                  </a:lnTo>
                  <a:lnTo>
                    <a:pt x="62451" y="491363"/>
                  </a:lnTo>
                  <a:cubicBezTo>
                    <a:pt x="62451" y="477567"/>
                    <a:pt x="54995" y="469365"/>
                    <a:pt x="42691" y="469365"/>
                  </a:cubicBezTo>
                  <a:cubicBezTo>
                    <a:pt x="30760" y="469365"/>
                    <a:pt x="23676" y="477567"/>
                    <a:pt x="19202" y="485584"/>
                  </a:cubicBezTo>
                  <a:lnTo>
                    <a:pt x="19202" y="548968"/>
                  </a:lnTo>
                  <a:lnTo>
                    <a:pt x="0" y="548968"/>
                  </a:lnTo>
                  <a:close/>
                  <a:moveTo>
                    <a:pt x="200884" y="551764"/>
                  </a:moveTo>
                  <a:cubicBezTo>
                    <a:pt x="182247" y="551764"/>
                    <a:pt x="169569" y="541138"/>
                    <a:pt x="169569" y="524546"/>
                  </a:cubicBezTo>
                  <a:cubicBezTo>
                    <a:pt x="169569" y="510378"/>
                    <a:pt x="180568" y="500125"/>
                    <a:pt x="200517" y="496769"/>
                  </a:cubicBezTo>
                  <a:lnTo>
                    <a:pt x="230902" y="491736"/>
                  </a:lnTo>
                  <a:lnTo>
                    <a:pt x="230902" y="486889"/>
                  </a:lnTo>
                  <a:cubicBezTo>
                    <a:pt x="230902" y="475331"/>
                    <a:pt x="222327" y="468246"/>
                    <a:pt x="210211" y="468246"/>
                  </a:cubicBezTo>
                  <a:cubicBezTo>
                    <a:pt x="199957" y="468246"/>
                    <a:pt x="191941" y="472907"/>
                    <a:pt x="186530" y="480550"/>
                  </a:cubicBezTo>
                  <a:lnTo>
                    <a:pt x="172179" y="469551"/>
                  </a:lnTo>
                  <a:cubicBezTo>
                    <a:pt x="180568" y="458367"/>
                    <a:pt x="193987" y="451282"/>
                    <a:pt x="210770" y="451282"/>
                  </a:cubicBezTo>
                  <a:cubicBezTo>
                    <a:pt x="236121" y="451282"/>
                    <a:pt x="250107" y="466196"/>
                    <a:pt x="250107" y="486889"/>
                  </a:cubicBezTo>
                  <a:lnTo>
                    <a:pt x="250107" y="548968"/>
                  </a:lnTo>
                  <a:lnTo>
                    <a:pt x="230902" y="548968"/>
                  </a:lnTo>
                  <a:lnTo>
                    <a:pt x="230902" y="538341"/>
                  </a:lnTo>
                  <a:cubicBezTo>
                    <a:pt x="224189" y="546544"/>
                    <a:pt x="212449" y="551764"/>
                    <a:pt x="200884" y="551764"/>
                  </a:cubicBezTo>
                  <a:close/>
                  <a:moveTo>
                    <a:pt x="188960" y="523801"/>
                  </a:moveTo>
                  <a:cubicBezTo>
                    <a:pt x="188960" y="531071"/>
                    <a:pt x="194738" y="536104"/>
                    <a:pt x="204433" y="536104"/>
                  </a:cubicBezTo>
                  <a:cubicBezTo>
                    <a:pt x="216173" y="536104"/>
                    <a:pt x="225308" y="530512"/>
                    <a:pt x="230902" y="521564"/>
                  </a:cubicBezTo>
                  <a:lnTo>
                    <a:pt x="230902" y="505345"/>
                  </a:lnTo>
                  <a:lnTo>
                    <a:pt x="205552" y="509632"/>
                  </a:lnTo>
                  <a:cubicBezTo>
                    <a:pt x="193803" y="511683"/>
                    <a:pt x="188960" y="516717"/>
                    <a:pt x="188960" y="523801"/>
                  </a:cubicBezTo>
                  <a:close/>
                  <a:moveTo>
                    <a:pt x="318519" y="455011"/>
                  </a:moveTo>
                  <a:lnTo>
                    <a:pt x="339210" y="455011"/>
                  </a:lnTo>
                  <a:lnTo>
                    <a:pt x="366799" y="528088"/>
                  </a:lnTo>
                  <a:lnTo>
                    <a:pt x="394204" y="455011"/>
                  </a:lnTo>
                  <a:lnTo>
                    <a:pt x="415087" y="455011"/>
                  </a:lnTo>
                  <a:lnTo>
                    <a:pt x="379474" y="548968"/>
                  </a:lnTo>
                  <a:lnTo>
                    <a:pt x="353940" y="548968"/>
                  </a:lnTo>
                  <a:lnTo>
                    <a:pt x="318519" y="455011"/>
                  </a:lnTo>
                  <a:close/>
                  <a:moveTo>
                    <a:pt x="443068" y="434132"/>
                  </a:moveTo>
                  <a:cubicBezTo>
                    <a:pt x="435987" y="434132"/>
                    <a:pt x="430017" y="428165"/>
                    <a:pt x="430017" y="421082"/>
                  </a:cubicBezTo>
                  <a:cubicBezTo>
                    <a:pt x="430017" y="413998"/>
                    <a:pt x="435987" y="408032"/>
                    <a:pt x="443068" y="408032"/>
                  </a:cubicBezTo>
                  <a:cubicBezTo>
                    <a:pt x="450149" y="408032"/>
                    <a:pt x="456119" y="413998"/>
                    <a:pt x="456119" y="421082"/>
                  </a:cubicBezTo>
                  <a:cubicBezTo>
                    <a:pt x="456119" y="428165"/>
                    <a:pt x="450149" y="434132"/>
                    <a:pt x="443068" y="434132"/>
                  </a:cubicBezTo>
                  <a:close/>
                  <a:moveTo>
                    <a:pt x="433374" y="548968"/>
                  </a:moveTo>
                  <a:lnTo>
                    <a:pt x="433374" y="455011"/>
                  </a:lnTo>
                  <a:lnTo>
                    <a:pt x="452579" y="455011"/>
                  </a:lnTo>
                  <a:lnTo>
                    <a:pt x="452579" y="548968"/>
                  </a:lnTo>
                  <a:lnTo>
                    <a:pt x="433374" y="548968"/>
                  </a:lnTo>
                  <a:close/>
                  <a:moveTo>
                    <a:pt x="484918" y="548968"/>
                  </a:moveTo>
                  <a:lnTo>
                    <a:pt x="484918" y="409151"/>
                  </a:lnTo>
                  <a:lnTo>
                    <a:pt x="504115" y="409151"/>
                  </a:lnTo>
                  <a:lnTo>
                    <a:pt x="504115" y="548968"/>
                  </a:lnTo>
                  <a:lnTo>
                    <a:pt x="484918" y="548968"/>
                  </a:lnTo>
                  <a:close/>
                  <a:moveTo>
                    <a:pt x="536463" y="548968"/>
                  </a:moveTo>
                  <a:lnTo>
                    <a:pt x="536463" y="409151"/>
                  </a:lnTo>
                  <a:lnTo>
                    <a:pt x="555660" y="409151"/>
                  </a:lnTo>
                  <a:lnTo>
                    <a:pt x="555660" y="548968"/>
                  </a:lnTo>
                  <a:lnTo>
                    <a:pt x="536463" y="548968"/>
                  </a:lnTo>
                  <a:close/>
                  <a:moveTo>
                    <a:pt x="672827" y="533681"/>
                  </a:moveTo>
                  <a:cubicBezTo>
                    <a:pt x="664059" y="545426"/>
                    <a:pt x="649706" y="552696"/>
                    <a:pt x="632187" y="552696"/>
                  </a:cubicBezTo>
                  <a:cubicBezTo>
                    <a:pt x="599748" y="552696"/>
                    <a:pt x="580543" y="529394"/>
                    <a:pt x="580543" y="501989"/>
                  </a:cubicBezTo>
                  <a:cubicBezTo>
                    <a:pt x="580543" y="473839"/>
                    <a:pt x="598445" y="451282"/>
                    <a:pt x="628271" y="451282"/>
                  </a:cubicBezTo>
                  <a:cubicBezTo>
                    <a:pt x="654181" y="451282"/>
                    <a:pt x="670965" y="468992"/>
                    <a:pt x="670965" y="492855"/>
                  </a:cubicBezTo>
                  <a:cubicBezTo>
                    <a:pt x="670965" y="497142"/>
                    <a:pt x="670405" y="501430"/>
                    <a:pt x="669654" y="504226"/>
                  </a:cubicBezTo>
                  <a:lnTo>
                    <a:pt x="600307" y="504226"/>
                  </a:lnTo>
                  <a:cubicBezTo>
                    <a:pt x="601610" y="524733"/>
                    <a:pt x="614101" y="535359"/>
                    <a:pt x="632187" y="535359"/>
                  </a:cubicBezTo>
                  <a:cubicBezTo>
                    <a:pt x="643560" y="535359"/>
                    <a:pt x="653062" y="530325"/>
                    <a:pt x="658841" y="522496"/>
                  </a:cubicBezTo>
                  <a:lnTo>
                    <a:pt x="672827" y="533681"/>
                  </a:lnTo>
                  <a:close/>
                  <a:moveTo>
                    <a:pt x="627896" y="467315"/>
                  </a:moveTo>
                  <a:cubicBezTo>
                    <a:pt x="613918" y="467315"/>
                    <a:pt x="604223" y="475331"/>
                    <a:pt x="601242" y="489871"/>
                  </a:cubicBezTo>
                  <a:lnTo>
                    <a:pt x="651760" y="489871"/>
                  </a:lnTo>
                  <a:cubicBezTo>
                    <a:pt x="651384" y="478127"/>
                    <a:pt x="643001" y="467315"/>
                    <a:pt x="627896" y="467315"/>
                  </a:cubicBezTo>
                  <a:close/>
                </a:path>
              </a:pathLst>
            </a:custGeom>
            <a:solidFill>
              <a:srgbClr val="000091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D9E145E8-47CD-A0F0-4AD9-12C53B2CB5E7}"/>
                </a:ext>
              </a:extLst>
            </p:cNvPr>
            <p:cNvSpPr/>
            <p:nvPr/>
          </p:nvSpPr>
          <p:spPr>
            <a:xfrm>
              <a:off x="11305180" y="390105"/>
              <a:ext cx="671976" cy="153415"/>
            </a:xfrm>
            <a:custGeom>
              <a:avLst/>
              <a:gdLst>
                <a:gd name="connsiteX0" fmla="*/ 0 w 671976"/>
                <a:gd name="connsiteY0" fmla="*/ 49014 h 153415"/>
                <a:gd name="connsiteX1" fmla="*/ 18728 w 671976"/>
                <a:gd name="connsiteY1" fmla="*/ 49014 h 153415"/>
                <a:gd name="connsiteX2" fmla="*/ 18728 w 671976"/>
                <a:gd name="connsiteY2" fmla="*/ 39848 h 153415"/>
                <a:gd name="connsiteX3" fmla="*/ 60569 w 671976"/>
                <a:gd name="connsiteY3" fmla="*/ 0 h 153415"/>
                <a:gd name="connsiteX4" fmla="*/ 84877 w 671976"/>
                <a:gd name="connsiteY4" fmla="*/ 5380 h 153415"/>
                <a:gd name="connsiteX5" fmla="*/ 71528 w 671976"/>
                <a:gd name="connsiteY5" fmla="*/ 31879 h 153415"/>
                <a:gd name="connsiteX6" fmla="*/ 61167 w 671976"/>
                <a:gd name="connsiteY6" fmla="*/ 28292 h 153415"/>
                <a:gd name="connsiteX7" fmla="*/ 50607 w 671976"/>
                <a:gd name="connsiteY7" fmla="*/ 38852 h 153415"/>
                <a:gd name="connsiteX8" fmla="*/ 50607 w 671976"/>
                <a:gd name="connsiteY8" fmla="*/ 49014 h 153415"/>
                <a:gd name="connsiteX9" fmla="*/ 78103 w 671976"/>
                <a:gd name="connsiteY9" fmla="*/ 49014 h 153415"/>
                <a:gd name="connsiteX10" fmla="*/ 78103 w 671976"/>
                <a:gd name="connsiteY10" fmla="*/ 77305 h 153415"/>
                <a:gd name="connsiteX11" fmla="*/ 50607 w 671976"/>
                <a:gd name="connsiteY11" fmla="*/ 77305 h 153415"/>
                <a:gd name="connsiteX12" fmla="*/ 50607 w 671976"/>
                <a:gd name="connsiteY12" fmla="*/ 149431 h 153415"/>
                <a:gd name="connsiteX13" fmla="*/ 18728 w 671976"/>
                <a:gd name="connsiteY13" fmla="*/ 149431 h 153415"/>
                <a:gd name="connsiteX14" fmla="*/ 18728 w 671976"/>
                <a:gd name="connsiteY14" fmla="*/ 77305 h 153415"/>
                <a:gd name="connsiteX15" fmla="*/ 0 w 671976"/>
                <a:gd name="connsiteY15" fmla="*/ 77305 h 153415"/>
                <a:gd name="connsiteX16" fmla="*/ 0 w 671976"/>
                <a:gd name="connsiteY16" fmla="*/ 49014 h 153415"/>
                <a:gd name="connsiteX17" fmla="*/ 94212 w 671976"/>
                <a:gd name="connsiteY17" fmla="*/ 149431 h 153415"/>
                <a:gd name="connsiteX18" fmla="*/ 94212 w 671976"/>
                <a:gd name="connsiteY18" fmla="*/ 49014 h 153415"/>
                <a:gd name="connsiteX19" fmla="*/ 125892 w 671976"/>
                <a:gd name="connsiteY19" fmla="*/ 49014 h 153415"/>
                <a:gd name="connsiteX20" fmla="*/ 125892 w 671976"/>
                <a:gd name="connsiteY20" fmla="*/ 57183 h 153415"/>
                <a:gd name="connsiteX21" fmla="*/ 150199 w 671976"/>
                <a:gd name="connsiteY21" fmla="*/ 47021 h 153415"/>
                <a:gd name="connsiteX22" fmla="*/ 159364 w 671976"/>
                <a:gd name="connsiteY22" fmla="*/ 48416 h 153415"/>
                <a:gd name="connsiteX23" fmla="*/ 159364 w 671976"/>
                <a:gd name="connsiteY23" fmla="*/ 79697 h 153415"/>
                <a:gd name="connsiteX24" fmla="*/ 147012 w 671976"/>
                <a:gd name="connsiteY24" fmla="*/ 78301 h 153415"/>
                <a:gd name="connsiteX25" fmla="*/ 125892 w 671976"/>
                <a:gd name="connsiteY25" fmla="*/ 88463 h 153415"/>
                <a:gd name="connsiteX26" fmla="*/ 125892 w 671976"/>
                <a:gd name="connsiteY26" fmla="*/ 149431 h 153415"/>
                <a:gd name="connsiteX27" fmla="*/ 94212 w 671976"/>
                <a:gd name="connsiteY27" fmla="*/ 149431 h 153415"/>
                <a:gd name="connsiteX28" fmla="*/ 201286 w 671976"/>
                <a:gd name="connsiteY28" fmla="*/ 152420 h 153415"/>
                <a:gd name="connsiteX29" fmla="*/ 166816 w 671976"/>
                <a:gd name="connsiteY29" fmla="*/ 121139 h 153415"/>
                <a:gd name="connsiteX30" fmla="*/ 200485 w 671976"/>
                <a:gd name="connsiteY30" fmla="*/ 90456 h 153415"/>
                <a:gd name="connsiteX31" fmla="*/ 228783 w 671976"/>
                <a:gd name="connsiteY31" fmla="*/ 85674 h 153415"/>
                <a:gd name="connsiteX32" fmla="*/ 212642 w 671976"/>
                <a:gd name="connsiteY32" fmla="*/ 72324 h 153415"/>
                <a:gd name="connsiteX33" fmla="*/ 193513 w 671976"/>
                <a:gd name="connsiteY33" fmla="*/ 82885 h 153415"/>
                <a:gd name="connsiteX34" fmla="*/ 170402 w 671976"/>
                <a:gd name="connsiteY34" fmla="*/ 65351 h 153415"/>
                <a:gd name="connsiteX35" fmla="*/ 213636 w 671976"/>
                <a:gd name="connsiteY35" fmla="*/ 45028 h 153415"/>
                <a:gd name="connsiteX36" fmla="*/ 260263 w 671976"/>
                <a:gd name="connsiteY36" fmla="*/ 86072 h 153415"/>
                <a:gd name="connsiteX37" fmla="*/ 260263 w 671976"/>
                <a:gd name="connsiteY37" fmla="*/ 149431 h 153415"/>
                <a:gd name="connsiteX38" fmla="*/ 228783 w 671976"/>
                <a:gd name="connsiteY38" fmla="*/ 149431 h 153415"/>
                <a:gd name="connsiteX39" fmla="*/ 228783 w 671976"/>
                <a:gd name="connsiteY39" fmla="*/ 141860 h 153415"/>
                <a:gd name="connsiteX40" fmla="*/ 201286 w 671976"/>
                <a:gd name="connsiteY40" fmla="*/ 152420 h 153415"/>
                <a:gd name="connsiteX41" fmla="*/ 198097 w 671976"/>
                <a:gd name="connsiteY41" fmla="*/ 119545 h 153415"/>
                <a:gd name="connsiteX42" fmla="*/ 208259 w 671976"/>
                <a:gd name="connsiteY42" fmla="*/ 127913 h 153415"/>
                <a:gd name="connsiteX43" fmla="*/ 228783 w 671976"/>
                <a:gd name="connsiteY43" fmla="*/ 117154 h 153415"/>
                <a:gd name="connsiteX44" fmla="*/ 228783 w 671976"/>
                <a:gd name="connsiteY44" fmla="*/ 107192 h 153415"/>
                <a:gd name="connsiteX45" fmla="*/ 209052 w 671976"/>
                <a:gd name="connsiteY45" fmla="*/ 110579 h 153415"/>
                <a:gd name="connsiteX46" fmla="*/ 198097 w 671976"/>
                <a:gd name="connsiteY46" fmla="*/ 119545 h 153415"/>
                <a:gd name="connsiteX47" fmla="*/ 289362 w 671976"/>
                <a:gd name="connsiteY47" fmla="*/ 33074 h 153415"/>
                <a:gd name="connsiteX48" fmla="*/ 262066 w 671976"/>
                <a:gd name="connsiteY48" fmla="*/ 33074 h 153415"/>
                <a:gd name="connsiteX49" fmla="*/ 282390 w 671976"/>
                <a:gd name="connsiteY49" fmla="*/ 0 h 153415"/>
                <a:gd name="connsiteX50" fmla="*/ 321836 w 671976"/>
                <a:gd name="connsiteY50" fmla="*/ 0 h 153415"/>
                <a:gd name="connsiteX51" fmla="*/ 342160 w 671976"/>
                <a:gd name="connsiteY51" fmla="*/ 33074 h 153415"/>
                <a:gd name="connsiteX52" fmla="*/ 314863 w 671976"/>
                <a:gd name="connsiteY52" fmla="*/ 33074 h 153415"/>
                <a:gd name="connsiteX53" fmla="*/ 302113 w 671976"/>
                <a:gd name="connsiteY53" fmla="*/ 13747 h 153415"/>
                <a:gd name="connsiteX54" fmla="*/ 289362 w 671976"/>
                <a:gd name="connsiteY54" fmla="*/ 33074 h 153415"/>
                <a:gd name="connsiteX55" fmla="*/ 286173 w 671976"/>
                <a:gd name="connsiteY55" fmla="*/ 149431 h 153415"/>
                <a:gd name="connsiteX56" fmla="*/ 286173 w 671976"/>
                <a:gd name="connsiteY56" fmla="*/ 49014 h 153415"/>
                <a:gd name="connsiteX57" fmla="*/ 317853 w 671976"/>
                <a:gd name="connsiteY57" fmla="*/ 49014 h 153415"/>
                <a:gd name="connsiteX58" fmla="*/ 317853 w 671976"/>
                <a:gd name="connsiteY58" fmla="*/ 149431 h 153415"/>
                <a:gd name="connsiteX59" fmla="*/ 286173 w 671976"/>
                <a:gd name="connsiteY59" fmla="*/ 149431 h 153415"/>
                <a:gd name="connsiteX60" fmla="*/ 394706 w 671976"/>
                <a:gd name="connsiteY60" fmla="*/ 123729 h 153415"/>
                <a:gd name="connsiteX61" fmla="*/ 412642 w 671976"/>
                <a:gd name="connsiteY61" fmla="*/ 114564 h 153415"/>
                <a:gd name="connsiteX62" fmla="*/ 437350 w 671976"/>
                <a:gd name="connsiteY62" fmla="*/ 133292 h 153415"/>
                <a:gd name="connsiteX63" fmla="*/ 394506 w 671976"/>
                <a:gd name="connsiteY63" fmla="*/ 153416 h 153415"/>
                <a:gd name="connsiteX64" fmla="*/ 338719 w 671976"/>
                <a:gd name="connsiteY64" fmla="*/ 99222 h 153415"/>
                <a:gd name="connsiteX65" fmla="*/ 394506 w 671976"/>
                <a:gd name="connsiteY65" fmla="*/ 45028 h 153415"/>
                <a:gd name="connsiteX66" fmla="*/ 437350 w 671976"/>
                <a:gd name="connsiteY66" fmla="*/ 65152 h 153415"/>
                <a:gd name="connsiteX67" fmla="*/ 412642 w 671976"/>
                <a:gd name="connsiteY67" fmla="*/ 83881 h 153415"/>
                <a:gd name="connsiteX68" fmla="*/ 394113 w 671976"/>
                <a:gd name="connsiteY68" fmla="*/ 74715 h 153415"/>
                <a:gd name="connsiteX69" fmla="*/ 371593 w 671976"/>
                <a:gd name="connsiteY69" fmla="*/ 99222 h 153415"/>
                <a:gd name="connsiteX70" fmla="*/ 394706 w 671976"/>
                <a:gd name="connsiteY70" fmla="*/ 123729 h 153415"/>
                <a:gd name="connsiteX71" fmla="*/ 453816 w 671976"/>
                <a:gd name="connsiteY71" fmla="*/ 149431 h 153415"/>
                <a:gd name="connsiteX72" fmla="*/ 453816 w 671976"/>
                <a:gd name="connsiteY72" fmla="*/ 0 h 153415"/>
                <a:gd name="connsiteX73" fmla="*/ 485496 w 671976"/>
                <a:gd name="connsiteY73" fmla="*/ 0 h 153415"/>
                <a:gd name="connsiteX74" fmla="*/ 485496 w 671976"/>
                <a:gd name="connsiteY74" fmla="*/ 54592 h 153415"/>
                <a:gd name="connsiteX75" fmla="*/ 512191 w 671976"/>
                <a:gd name="connsiteY75" fmla="*/ 45028 h 153415"/>
                <a:gd name="connsiteX76" fmla="*/ 551044 w 671976"/>
                <a:gd name="connsiteY76" fmla="*/ 90456 h 153415"/>
                <a:gd name="connsiteX77" fmla="*/ 551044 w 671976"/>
                <a:gd name="connsiteY77" fmla="*/ 149431 h 153415"/>
                <a:gd name="connsiteX78" fmla="*/ 519163 w 671976"/>
                <a:gd name="connsiteY78" fmla="*/ 149431 h 153415"/>
                <a:gd name="connsiteX79" fmla="*/ 519163 w 671976"/>
                <a:gd name="connsiteY79" fmla="*/ 91850 h 153415"/>
                <a:gd name="connsiteX80" fmla="*/ 503624 w 671976"/>
                <a:gd name="connsiteY80" fmla="*/ 74715 h 153415"/>
                <a:gd name="connsiteX81" fmla="*/ 485496 w 671976"/>
                <a:gd name="connsiteY81" fmla="*/ 86869 h 153415"/>
                <a:gd name="connsiteX82" fmla="*/ 485496 w 671976"/>
                <a:gd name="connsiteY82" fmla="*/ 149431 h 153415"/>
                <a:gd name="connsiteX83" fmla="*/ 453816 w 671976"/>
                <a:gd name="connsiteY83" fmla="*/ 149431 h 153415"/>
                <a:gd name="connsiteX84" fmla="*/ 671977 w 671976"/>
                <a:gd name="connsiteY84" fmla="*/ 133292 h 153415"/>
                <a:gd name="connsiteX85" fmla="*/ 627346 w 671976"/>
                <a:gd name="connsiteY85" fmla="*/ 153416 h 153415"/>
                <a:gd name="connsiteX86" fmla="*/ 570958 w 671976"/>
                <a:gd name="connsiteY86" fmla="*/ 99222 h 153415"/>
                <a:gd name="connsiteX87" fmla="*/ 623163 w 671976"/>
                <a:gd name="connsiteY87" fmla="*/ 45028 h 153415"/>
                <a:gd name="connsiteX88" fmla="*/ 670382 w 671976"/>
                <a:gd name="connsiteY88" fmla="*/ 91252 h 153415"/>
                <a:gd name="connsiteX89" fmla="*/ 668386 w 671976"/>
                <a:gd name="connsiteY89" fmla="*/ 107989 h 153415"/>
                <a:gd name="connsiteX90" fmla="*/ 603432 w 671976"/>
                <a:gd name="connsiteY90" fmla="*/ 107989 h 153415"/>
                <a:gd name="connsiteX91" fmla="*/ 627146 w 671976"/>
                <a:gd name="connsiteY91" fmla="*/ 125123 h 153415"/>
                <a:gd name="connsiteX92" fmla="*/ 649657 w 671976"/>
                <a:gd name="connsiteY92" fmla="*/ 115560 h 153415"/>
                <a:gd name="connsiteX93" fmla="*/ 671977 w 671976"/>
                <a:gd name="connsiteY93" fmla="*/ 133292 h 153415"/>
                <a:gd name="connsiteX94" fmla="*/ 622361 w 671976"/>
                <a:gd name="connsiteY94" fmla="*/ 70532 h 153415"/>
                <a:gd name="connsiteX95" fmla="*/ 603632 w 671976"/>
                <a:gd name="connsiteY95" fmla="*/ 85674 h 153415"/>
                <a:gd name="connsiteX96" fmla="*/ 639696 w 671976"/>
                <a:gd name="connsiteY96" fmla="*/ 85674 h 153415"/>
                <a:gd name="connsiteX97" fmla="*/ 622361 w 671976"/>
                <a:gd name="connsiteY97" fmla="*/ 70532 h 153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671976" h="153415">
                  <a:moveTo>
                    <a:pt x="0" y="49014"/>
                  </a:moveTo>
                  <a:lnTo>
                    <a:pt x="18728" y="49014"/>
                  </a:lnTo>
                  <a:lnTo>
                    <a:pt x="18728" y="39848"/>
                  </a:lnTo>
                  <a:cubicBezTo>
                    <a:pt x="18728" y="18530"/>
                    <a:pt x="33074" y="0"/>
                    <a:pt x="60569" y="0"/>
                  </a:cubicBezTo>
                  <a:cubicBezTo>
                    <a:pt x="69734" y="0"/>
                    <a:pt x="77704" y="1992"/>
                    <a:pt x="84877" y="5380"/>
                  </a:cubicBezTo>
                  <a:lnTo>
                    <a:pt x="71528" y="31879"/>
                  </a:lnTo>
                  <a:cubicBezTo>
                    <a:pt x="69336" y="30085"/>
                    <a:pt x="65750" y="28292"/>
                    <a:pt x="61167" y="28292"/>
                  </a:cubicBezTo>
                  <a:cubicBezTo>
                    <a:pt x="54592" y="28292"/>
                    <a:pt x="50607" y="32675"/>
                    <a:pt x="50607" y="38852"/>
                  </a:cubicBezTo>
                  <a:lnTo>
                    <a:pt x="50607" y="49014"/>
                  </a:lnTo>
                  <a:lnTo>
                    <a:pt x="78103" y="49014"/>
                  </a:lnTo>
                  <a:lnTo>
                    <a:pt x="78103" y="77305"/>
                  </a:lnTo>
                  <a:lnTo>
                    <a:pt x="50607" y="77305"/>
                  </a:lnTo>
                  <a:lnTo>
                    <a:pt x="50607" y="149431"/>
                  </a:lnTo>
                  <a:lnTo>
                    <a:pt x="18728" y="149431"/>
                  </a:lnTo>
                  <a:lnTo>
                    <a:pt x="18728" y="77305"/>
                  </a:lnTo>
                  <a:lnTo>
                    <a:pt x="0" y="77305"/>
                  </a:lnTo>
                  <a:lnTo>
                    <a:pt x="0" y="49014"/>
                  </a:lnTo>
                  <a:close/>
                  <a:moveTo>
                    <a:pt x="94212" y="149431"/>
                  </a:moveTo>
                  <a:lnTo>
                    <a:pt x="94212" y="49014"/>
                  </a:lnTo>
                  <a:lnTo>
                    <a:pt x="125892" y="49014"/>
                  </a:lnTo>
                  <a:lnTo>
                    <a:pt x="125892" y="57183"/>
                  </a:lnTo>
                  <a:cubicBezTo>
                    <a:pt x="132069" y="51404"/>
                    <a:pt x="139839" y="47021"/>
                    <a:pt x="150199" y="47021"/>
                  </a:cubicBezTo>
                  <a:cubicBezTo>
                    <a:pt x="153786" y="47021"/>
                    <a:pt x="156974" y="47618"/>
                    <a:pt x="159364" y="48416"/>
                  </a:cubicBezTo>
                  <a:lnTo>
                    <a:pt x="159364" y="79697"/>
                  </a:lnTo>
                  <a:cubicBezTo>
                    <a:pt x="155978" y="78899"/>
                    <a:pt x="152192" y="78301"/>
                    <a:pt x="147012" y="78301"/>
                  </a:cubicBezTo>
                  <a:cubicBezTo>
                    <a:pt x="135456" y="78301"/>
                    <a:pt x="127885" y="85076"/>
                    <a:pt x="125892" y="88463"/>
                  </a:cubicBezTo>
                  <a:lnTo>
                    <a:pt x="125892" y="149431"/>
                  </a:lnTo>
                  <a:lnTo>
                    <a:pt x="94212" y="149431"/>
                  </a:lnTo>
                  <a:close/>
                  <a:moveTo>
                    <a:pt x="201286" y="152420"/>
                  </a:moveTo>
                  <a:cubicBezTo>
                    <a:pt x="180962" y="152420"/>
                    <a:pt x="166816" y="140664"/>
                    <a:pt x="166816" y="121139"/>
                  </a:cubicBezTo>
                  <a:cubicBezTo>
                    <a:pt x="166816" y="105797"/>
                    <a:pt x="178571" y="94042"/>
                    <a:pt x="200485" y="90456"/>
                  </a:cubicBezTo>
                  <a:lnTo>
                    <a:pt x="228783" y="85674"/>
                  </a:lnTo>
                  <a:cubicBezTo>
                    <a:pt x="228583" y="78103"/>
                    <a:pt x="222003" y="72324"/>
                    <a:pt x="212642" y="72324"/>
                  </a:cubicBezTo>
                  <a:cubicBezTo>
                    <a:pt x="204276" y="72324"/>
                    <a:pt x="198097" y="76309"/>
                    <a:pt x="193513" y="82885"/>
                  </a:cubicBezTo>
                  <a:lnTo>
                    <a:pt x="170402" y="65351"/>
                  </a:lnTo>
                  <a:cubicBezTo>
                    <a:pt x="179567" y="52600"/>
                    <a:pt x="194907" y="45028"/>
                    <a:pt x="213636" y="45028"/>
                  </a:cubicBezTo>
                  <a:cubicBezTo>
                    <a:pt x="245516" y="45028"/>
                    <a:pt x="260263" y="64156"/>
                    <a:pt x="260263" y="86072"/>
                  </a:cubicBezTo>
                  <a:lnTo>
                    <a:pt x="260263" y="149431"/>
                  </a:lnTo>
                  <a:lnTo>
                    <a:pt x="228783" y="149431"/>
                  </a:lnTo>
                  <a:lnTo>
                    <a:pt x="228783" y="141860"/>
                  </a:lnTo>
                  <a:cubicBezTo>
                    <a:pt x="223205" y="148037"/>
                    <a:pt x="211841" y="152420"/>
                    <a:pt x="201286" y="152420"/>
                  </a:cubicBezTo>
                  <a:close/>
                  <a:moveTo>
                    <a:pt x="198097" y="119545"/>
                  </a:moveTo>
                  <a:cubicBezTo>
                    <a:pt x="198097" y="124725"/>
                    <a:pt x="202080" y="127913"/>
                    <a:pt x="208259" y="127913"/>
                  </a:cubicBezTo>
                  <a:cubicBezTo>
                    <a:pt x="218421" y="127913"/>
                    <a:pt x="224792" y="123131"/>
                    <a:pt x="228783" y="117154"/>
                  </a:cubicBezTo>
                  <a:lnTo>
                    <a:pt x="228783" y="107192"/>
                  </a:lnTo>
                  <a:lnTo>
                    <a:pt x="209052" y="110579"/>
                  </a:lnTo>
                  <a:cubicBezTo>
                    <a:pt x="200886" y="111974"/>
                    <a:pt x="198097" y="114962"/>
                    <a:pt x="198097" y="119545"/>
                  </a:cubicBezTo>
                  <a:close/>
                  <a:moveTo>
                    <a:pt x="289362" y="33074"/>
                  </a:moveTo>
                  <a:lnTo>
                    <a:pt x="262066" y="33074"/>
                  </a:lnTo>
                  <a:lnTo>
                    <a:pt x="282390" y="0"/>
                  </a:lnTo>
                  <a:lnTo>
                    <a:pt x="321836" y="0"/>
                  </a:lnTo>
                  <a:lnTo>
                    <a:pt x="342160" y="33074"/>
                  </a:lnTo>
                  <a:lnTo>
                    <a:pt x="314863" y="33074"/>
                  </a:lnTo>
                  <a:lnTo>
                    <a:pt x="302113" y="13747"/>
                  </a:lnTo>
                  <a:lnTo>
                    <a:pt x="289362" y="33074"/>
                  </a:lnTo>
                  <a:close/>
                  <a:moveTo>
                    <a:pt x="286173" y="149431"/>
                  </a:moveTo>
                  <a:lnTo>
                    <a:pt x="286173" y="49014"/>
                  </a:lnTo>
                  <a:lnTo>
                    <a:pt x="317853" y="49014"/>
                  </a:lnTo>
                  <a:lnTo>
                    <a:pt x="317853" y="149431"/>
                  </a:lnTo>
                  <a:lnTo>
                    <a:pt x="286173" y="149431"/>
                  </a:lnTo>
                  <a:close/>
                  <a:moveTo>
                    <a:pt x="394706" y="123729"/>
                  </a:moveTo>
                  <a:cubicBezTo>
                    <a:pt x="402680" y="123729"/>
                    <a:pt x="409052" y="119744"/>
                    <a:pt x="412642" y="114564"/>
                  </a:cubicBezTo>
                  <a:lnTo>
                    <a:pt x="437350" y="133292"/>
                  </a:lnTo>
                  <a:cubicBezTo>
                    <a:pt x="427981" y="145645"/>
                    <a:pt x="413035" y="153416"/>
                    <a:pt x="394506" y="153416"/>
                  </a:cubicBezTo>
                  <a:cubicBezTo>
                    <a:pt x="359043" y="153416"/>
                    <a:pt x="338719" y="128511"/>
                    <a:pt x="338719" y="99222"/>
                  </a:cubicBezTo>
                  <a:cubicBezTo>
                    <a:pt x="338719" y="69934"/>
                    <a:pt x="359043" y="45028"/>
                    <a:pt x="394506" y="45028"/>
                  </a:cubicBezTo>
                  <a:cubicBezTo>
                    <a:pt x="413035" y="45028"/>
                    <a:pt x="427981" y="52799"/>
                    <a:pt x="437350" y="65152"/>
                  </a:cubicBezTo>
                  <a:lnTo>
                    <a:pt x="412642" y="83881"/>
                  </a:lnTo>
                  <a:cubicBezTo>
                    <a:pt x="409052" y="78701"/>
                    <a:pt x="402881" y="74715"/>
                    <a:pt x="394113" y="74715"/>
                  </a:cubicBezTo>
                  <a:cubicBezTo>
                    <a:pt x="381163" y="74715"/>
                    <a:pt x="371593" y="84478"/>
                    <a:pt x="371593" y="99222"/>
                  </a:cubicBezTo>
                  <a:cubicBezTo>
                    <a:pt x="371593" y="114166"/>
                    <a:pt x="381163" y="123729"/>
                    <a:pt x="394706" y="123729"/>
                  </a:cubicBezTo>
                  <a:close/>
                  <a:moveTo>
                    <a:pt x="453816" y="149431"/>
                  </a:moveTo>
                  <a:lnTo>
                    <a:pt x="453816" y="0"/>
                  </a:lnTo>
                  <a:lnTo>
                    <a:pt x="485496" y="0"/>
                  </a:lnTo>
                  <a:lnTo>
                    <a:pt x="485496" y="54592"/>
                  </a:lnTo>
                  <a:cubicBezTo>
                    <a:pt x="492067" y="49014"/>
                    <a:pt x="500434" y="45028"/>
                    <a:pt x="512191" y="45028"/>
                  </a:cubicBezTo>
                  <a:cubicBezTo>
                    <a:pt x="533509" y="45028"/>
                    <a:pt x="551044" y="59971"/>
                    <a:pt x="551044" y="90456"/>
                  </a:cubicBezTo>
                  <a:lnTo>
                    <a:pt x="551044" y="149431"/>
                  </a:lnTo>
                  <a:lnTo>
                    <a:pt x="519163" y="149431"/>
                  </a:lnTo>
                  <a:lnTo>
                    <a:pt x="519163" y="91850"/>
                  </a:lnTo>
                  <a:cubicBezTo>
                    <a:pt x="519163" y="81689"/>
                    <a:pt x="513786" y="74715"/>
                    <a:pt x="503624" y="74715"/>
                  </a:cubicBezTo>
                  <a:cubicBezTo>
                    <a:pt x="492468" y="74715"/>
                    <a:pt x="487483" y="83482"/>
                    <a:pt x="485496" y="86869"/>
                  </a:cubicBezTo>
                  <a:lnTo>
                    <a:pt x="485496" y="149431"/>
                  </a:lnTo>
                  <a:lnTo>
                    <a:pt x="453816" y="149431"/>
                  </a:lnTo>
                  <a:close/>
                  <a:moveTo>
                    <a:pt x="671977" y="133292"/>
                  </a:moveTo>
                  <a:cubicBezTo>
                    <a:pt x="662408" y="145845"/>
                    <a:pt x="646668" y="153416"/>
                    <a:pt x="627346" y="153416"/>
                  </a:cubicBezTo>
                  <a:cubicBezTo>
                    <a:pt x="590481" y="153416"/>
                    <a:pt x="570958" y="128511"/>
                    <a:pt x="570958" y="99222"/>
                  </a:cubicBezTo>
                  <a:cubicBezTo>
                    <a:pt x="570958" y="70133"/>
                    <a:pt x="589086" y="45028"/>
                    <a:pt x="623163" y="45028"/>
                  </a:cubicBezTo>
                  <a:cubicBezTo>
                    <a:pt x="651653" y="45028"/>
                    <a:pt x="670382" y="63956"/>
                    <a:pt x="670382" y="91252"/>
                  </a:cubicBezTo>
                  <a:cubicBezTo>
                    <a:pt x="670382" y="98027"/>
                    <a:pt x="669380" y="104403"/>
                    <a:pt x="668386" y="107989"/>
                  </a:cubicBezTo>
                  <a:lnTo>
                    <a:pt x="603432" y="107989"/>
                  </a:lnTo>
                  <a:cubicBezTo>
                    <a:pt x="606421" y="121537"/>
                    <a:pt x="615188" y="125123"/>
                    <a:pt x="627146" y="125123"/>
                  </a:cubicBezTo>
                  <a:cubicBezTo>
                    <a:pt x="636707" y="125123"/>
                    <a:pt x="645073" y="121338"/>
                    <a:pt x="649657" y="115560"/>
                  </a:cubicBezTo>
                  <a:lnTo>
                    <a:pt x="671977" y="133292"/>
                  </a:lnTo>
                  <a:close/>
                  <a:moveTo>
                    <a:pt x="622361" y="70532"/>
                  </a:moveTo>
                  <a:cubicBezTo>
                    <a:pt x="612199" y="70532"/>
                    <a:pt x="606028" y="75513"/>
                    <a:pt x="603632" y="85674"/>
                  </a:cubicBezTo>
                  <a:lnTo>
                    <a:pt x="639696" y="85674"/>
                  </a:lnTo>
                  <a:cubicBezTo>
                    <a:pt x="639295" y="78899"/>
                    <a:pt x="634118" y="70532"/>
                    <a:pt x="622361" y="70532"/>
                  </a:cubicBezTo>
                  <a:close/>
                </a:path>
              </a:pathLst>
            </a:custGeom>
            <a:solidFill>
              <a:srgbClr val="417DC4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2841643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7CAA9-6ECD-8F49-8289-13579AAE1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4A7BA3-D950-9097-DDDD-F688CBFCC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262" y="345395"/>
            <a:ext cx="10082262" cy="6152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Solution {{</a:t>
            </a:r>
            <a:r>
              <a:rPr lang="en-US" sz="2800" dirty="0" err="1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n°_solution</a:t>
            </a:r>
            <a:r>
              <a:rPr lang="en-US" sz="2800" dirty="0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}} : {{</a:t>
            </a:r>
            <a:r>
              <a:rPr lang="en-US" sz="2800" dirty="0" err="1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titre_fiche_solution</a:t>
            </a:r>
            <a:r>
              <a:rPr lang="en-US" sz="2800" dirty="0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}}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76718D3-101C-1B45-FD71-3691F60DE7E5}"/>
              </a:ext>
            </a:extLst>
          </p:cNvPr>
          <p:cNvSpPr txBox="1"/>
          <p:nvPr/>
        </p:nvSpPr>
        <p:spPr>
          <a:xfrm>
            <a:off x="576263" y="1093598"/>
            <a:ext cx="11522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161616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{{</a:t>
            </a:r>
            <a:r>
              <a:rPr lang="fr-FR" sz="2000" b="1" dirty="0" err="1">
                <a:solidFill>
                  <a:srgbClr val="161616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description_courte_fiche_solution</a:t>
            </a:r>
            <a:r>
              <a:rPr lang="fr-FR" sz="2000" b="1" dirty="0">
                <a:solidFill>
                  <a:srgbClr val="161616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}}</a:t>
            </a:r>
            <a:endParaRPr lang="fr-FR" sz="2000" dirty="0"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B62F42A1-9E9E-D546-190A-5C7D09368113}"/>
              </a:ext>
            </a:extLst>
          </p:cNvPr>
          <p:cNvCxnSpPr>
            <a:cxnSpLocks/>
          </p:cNvCxnSpPr>
          <p:nvPr/>
        </p:nvCxnSpPr>
        <p:spPr>
          <a:xfrm>
            <a:off x="576263" y="960689"/>
            <a:ext cx="1161573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 16">
            <a:extLst>
              <a:ext uri="{FF2B5EF4-FFF2-40B4-BE49-F238E27FC236}">
                <a16:creationId xmlns:a16="http://schemas.microsoft.com/office/drawing/2014/main" id="{A300427D-EA15-7150-EA9C-A87450E6202D}"/>
              </a:ext>
            </a:extLst>
          </p:cNvPr>
          <p:cNvSpPr/>
          <p:nvPr/>
        </p:nvSpPr>
        <p:spPr>
          <a:xfrm>
            <a:off x="712188" y="3920740"/>
            <a:ext cx="2220756" cy="293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50" dirty="0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Mise </a:t>
            </a:r>
            <a:r>
              <a:rPr lang="en-US" b="1" kern="0" spc="150" dirty="0" err="1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b="1" kern="0" spc="150" dirty="0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 oeuvre</a:t>
            </a:r>
            <a:endParaRPr lang="en-US" dirty="0"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Text 16">
            <a:extLst>
              <a:ext uri="{FF2B5EF4-FFF2-40B4-BE49-F238E27FC236}">
                <a16:creationId xmlns:a16="http://schemas.microsoft.com/office/drawing/2014/main" id="{E91C9383-E765-31FC-91C1-919BA413B245}"/>
              </a:ext>
            </a:extLst>
          </p:cNvPr>
          <p:cNvSpPr/>
          <p:nvPr/>
        </p:nvSpPr>
        <p:spPr>
          <a:xfrm>
            <a:off x="712188" y="1986268"/>
            <a:ext cx="2220756" cy="293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50" dirty="0" err="1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Résultat</a:t>
            </a:r>
            <a:r>
              <a:rPr lang="en-US" b="1" kern="0" spc="150" dirty="0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kern="0" spc="150" dirty="0" err="1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attendu</a:t>
            </a:r>
            <a:endParaRPr lang="en-US" dirty="0"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4F281405-7CF6-3385-6A40-21850D059F03}"/>
              </a:ext>
            </a:extLst>
          </p:cNvPr>
          <p:cNvSpPr/>
          <p:nvPr/>
        </p:nvSpPr>
        <p:spPr>
          <a:xfrm>
            <a:off x="7608819" y="1980325"/>
            <a:ext cx="2220756" cy="293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50" dirty="0" err="1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Cobénéfices</a:t>
            </a:r>
            <a:endParaRPr lang="en-US" dirty="0"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BFBD2EB6-34B6-54D8-319B-95BBA847CB21}"/>
              </a:ext>
            </a:extLst>
          </p:cNvPr>
          <p:cNvCxnSpPr>
            <a:cxnSpLocks/>
          </p:cNvCxnSpPr>
          <p:nvPr/>
        </p:nvCxnSpPr>
        <p:spPr>
          <a:xfrm>
            <a:off x="576263" y="6512991"/>
            <a:ext cx="1161573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 3">
            <a:extLst>
              <a:ext uri="{FF2B5EF4-FFF2-40B4-BE49-F238E27FC236}">
                <a16:creationId xmlns:a16="http://schemas.microsoft.com/office/drawing/2014/main" id="{8B657D20-7F9C-8851-0BA6-B35DF1DB8D17}"/>
              </a:ext>
            </a:extLst>
          </p:cNvPr>
          <p:cNvSpPr/>
          <p:nvPr/>
        </p:nvSpPr>
        <p:spPr>
          <a:xfrm>
            <a:off x="576263" y="6598217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0A0A0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Données issues de Plus </a:t>
            </a:r>
            <a:r>
              <a:rPr lang="en-US" sz="1000" i="1" dirty="0" err="1">
                <a:solidFill>
                  <a:srgbClr val="A0A0A0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fraîche</a:t>
            </a:r>
            <a:r>
              <a:rPr lang="en-US" sz="1000" i="1" dirty="0">
                <a:solidFill>
                  <a:srgbClr val="A0A0A0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 ma </a:t>
            </a:r>
            <a:r>
              <a:rPr lang="en-US" sz="1000" i="1" dirty="0" err="1">
                <a:solidFill>
                  <a:srgbClr val="A0A0A0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ville</a:t>
            </a:r>
            <a:r>
              <a:rPr lang="en-US" sz="1000" i="1" dirty="0">
                <a:solidFill>
                  <a:srgbClr val="A0A0A0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 (ADEME)</a:t>
            </a:r>
            <a:endParaRPr lang="en-US" sz="1000" dirty="0"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83396D7-68F3-FCA6-1DDE-493C9D9A712C}"/>
              </a:ext>
            </a:extLst>
          </p:cNvPr>
          <p:cNvSpPr txBox="1"/>
          <p:nvPr/>
        </p:nvSpPr>
        <p:spPr>
          <a:xfrm>
            <a:off x="762150" y="4370216"/>
            <a:ext cx="1006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Coût :</a:t>
            </a:r>
            <a:endParaRPr lang="fr-FR" sz="1600" dirty="0">
              <a:solidFill>
                <a:schemeClr val="tx1">
                  <a:lumMod val="65000"/>
                  <a:lumOff val="35000"/>
                </a:schemeClr>
              </a:solidFill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FECE4F3-532A-E644-8E92-8968D648D6B8}"/>
              </a:ext>
            </a:extLst>
          </p:cNvPr>
          <p:cNvSpPr txBox="1"/>
          <p:nvPr/>
        </p:nvSpPr>
        <p:spPr>
          <a:xfrm>
            <a:off x="2925782" y="2347002"/>
            <a:ext cx="186160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b="1" dirty="0">
                <a:solidFill>
                  <a:srgbClr val="000091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{{</a:t>
            </a:r>
            <a:r>
              <a:rPr lang="fr-FR" sz="4000" b="1" dirty="0" err="1">
                <a:solidFill>
                  <a:srgbClr val="000091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baisse_temperature</a:t>
            </a:r>
            <a:r>
              <a:rPr lang="fr-FR" sz="4000" b="1" dirty="0">
                <a:solidFill>
                  <a:srgbClr val="000091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}}</a:t>
            </a:r>
          </a:p>
        </p:txBody>
      </p:sp>
      <p:grpSp>
        <p:nvGrpSpPr>
          <p:cNvPr id="48" name="picto_thermometre_baisse_temperature">
            <a:extLst>
              <a:ext uri="{FF2B5EF4-FFF2-40B4-BE49-F238E27FC236}">
                <a16:creationId xmlns:a16="http://schemas.microsoft.com/office/drawing/2014/main" id="{CBB3E6B9-4678-4185-2847-5660B7D0B22A}"/>
              </a:ext>
            </a:extLst>
          </p:cNvPr>
          <p:cNvGrpSpPr/>
          <p:nvPr/>
        </p:nvGrpSpPr>
        <p:grpSpPr>
          <a:xfrm>
            <a:off x="3047922" y="2349530"/>
            <a:ext cx="705591" cy="705591"/>
            <a:chOff x="3047922" y="2349530"/>
            <a:chExt cx="705591" cy="705591"/>
          </a:xfrm>
        </p:grpSpPr>
        <p:sp>
          <p:nvSpPr>
            <p:cNvPr id="35" name="Forme libre : forme 34">
              <a:extLst>
                <a:ext uri="{FF2B5EF4-FFF2-40B4-BE49-F238E27FC236}">
                  <a16:creationId xmlns:a16="http://schemas.microsoft.com/office/drawing/2014/main" id="{36AB6B59-1278-F9DB-D53C-DF0F416D1C60}"/>
                </a:ext>
              </a:extLst>
            </p:cNvPr>
            <p:cNvSpPr/>
            <p:nvPr/>
          </p:nvSpPr>
          <p:spPr>
            <a:xfrm>
              <a:off x="3047922" y="2349530"/>
              <a:ext cx="705591" cy="705591"/>
            </a:xfrm>
            <a:custGeom>
              <a:avLst/>
              <a:gdLst>
                <a:gd name="connsiteX0" fmla="*/ 0 w 705591"/>
                <a:gd name="connsiteY0" fmla="*/ 0 h 705591"/>
                <a:gd name="connsiteX1" fmla="*/ 705591 w 705591"/>
                <a:gd name="connsiteY1" fmla="*/ 0 h 705591"/>
                <a:gd name="connsiteX2" fmla="*/ 705591 w 705591"/>
                <a:gd name="connsiteY2" fmla="*/ 705591 h 705591"/>
                <a:gd name="connsiteX3" fmla="*/ 0 w 705591"/>
                <a:gd name="connsiteY3" fmla="*/ 705591 h 705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5591" h="705591">
                  <a:moveTo>
                    <a:pt x="0" y="0"/>
                  </a:moveTo>
                  <a:lnTo>
                    <a:pt x="705591" y="0"/>
                  </a:lnTo>
                  <a:lnTo>
                    <a:pt x="705591" y="705591"/>
                  </a:lnTo>
                  <a:lnTo>
                    <a:pt x="0" y="705591"/>
                  </a:lnTo>
                  <a:close/>
                </a:path>
              </a:pathLst>
            </a:custGeom>
            <a:solidFill>
              <a:srgbClr val="FFFFFF"/>
            </a:solidFill>
            <a:ln w="140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6" name="Forme libre : forme 35">
              <a:extLst>
                <a:ext uri="{FF2B5EF4-FFF2-40B4-BE49-F238E27FC236}">
                  <a16:creationId xmlns:a16="http://schemas.microsoft.com/office/drawing/2014/main" id="{3132FF24-074B-71CB-F205-6D23AEEC8BE3}"/>
                </a:ext>
              </a:extLst>
            </p:cNvPr>
            <p:cNvSpPr/>
            <p:nvPr/>
          </p:nvSpPr>
          <p:spPr>
            <a:xfrm>
              <a:off x="3305792" y="2421687"/>
              <a:ext cx="256174" cy="559066"/>
            </a:xfrm>
            <a:custGeom>
              <a:avLst/>
              <a:gdLst>
                <a:gd name="connsiteX0" fmla="*/ 127788 w 256174"/>
                <a:gd name="connsiteY0" fmla="*/ 74 h 559066"/>
                <a:gd name="connsiteX1" fmla="*/ 52495 w 256174"/>
                <a:gd name="connsiteY1" fmla="*/ 62871 h 559066"/>
                <a:gd name="connsiteX2" fmla="*/ 52495 w 256174"/>
                <a:gd name="connsiteY2" fmla="*/ 345007 h 559066"/>
                <a:gd name="connsiteX3" fmla="*/ 0 w 256174"/>
                <a:gd name="connsiteY3" fmla="*/ 440467 h 559066"/>
                <a:gd name="connsiteX4" fmla="*/ 128087 w 256174"/>
                <a:gd name="connsiteY4" fmla="*/ 559067 h 559066"/>
                <a:gd name="connsiteX5" fmla="*/ 256175 w 256174"/>
                <a:gd name="connsiteY5" fmla="*/ 440467 h 559066"/>
                <a:gd name="connsiteX6" fmla="*/ 203456 w 256174"/>
                <a:gd name="connsiteY6" fmla="*/ 344785 h 559066"/>
                <a:gd name="connsiteX7" fmla="*/ 203230 w 256174"/>
                <a:gd name="connsiteY7" fmla="*/ 62796 h 559066"/>
                <a:gd name="connsiteX8" fmla="*/ 127938 w 256174"/>
                <a:gd name="connsiteY8" fmla="*/ 0 h 559066"/>
                <a:gd name="connsiteX9" fmla="*/ 127788 w 256174"/>
                <a:gd name="connsiteY9" fmla="*/ 74 h 559066"/>
                <a:gd name="connsiteX10" fmla="*/ 127562 w 256174"/>
                <a:gd name="connsiteY10" fmla="*/ 14062 h 559066"/>
                <a:gd name="connsiteX11" fmla="*/ 188082 w 256174"/>
                <a:gd name="connsiteY11" fmla="*/ 62871 h 559066"/>
                <a:gd name="connsiteX12" fmla="*/ 188307 w 256174"/>
                <a:gd name="connsiteY12" fmla="*/ 348133 h 559066"/>
                <a:gd name="connsiteX13" fmla="*/ 191606 w 256174"/>
                <a:gd name="connsiteY13" fmla="*/ 353788 h 559066"/>
                <a:gd name="connsiteX14" fmla="*/ 241026 w 256174"/>
                <a:gd name="connsiteY14" fmla="*/ 440542 h 559066"/>
                <a:gd name="connsiteX15" fmla="*/ 128013 w 256174"/>
                <a:gd name="connsiteY15" fmla="*/ 545153 h 559066"/>
                <a:gd name="connsiteX16" fmla="*/ 14999 w 256174"/>
                <a:gd name="connsiteY16" fmla="*/ 440542 h 559066"/>
                <a:gd name="connsiteX17" fmla="*/ 64195 w 256174"/>
                <a:gd name="connsiteY17" fmla="*/ 354011 h 559066"/>
                <a:gd name="connsiteX18" fmla="*/ 67494 w 256174"/>
                <a:gd name="connsiteY18" fmla="*/ 348356 h 559066"/>
                <a:gd name="connsiteX19" fmla="*/ 67494 w 256174"/>
                <a:gd name="connsiteY19" fmla="*/ 62871 h 559066"/>
                <a:gd name="connsiteX20" fmla="*/ 127488 w 256174"/>
                <a:gd name="connsiteY20" fmla="*/ 14062 h 559066"/>
                <a:gd name="connsiteX21" fmla="*/ 127562 w 256174"/>
                <a:gd name="connsiteY21" fmla="*/ 14062 h 559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56174" h="559066">
                  <a:moveTo>
                    <a:pt x="127788" y="74"/>
                  </a:moveTo>
                  <a:cubicBezTo>
                    <a:pt x="82793" y="298"/>
                    <a:pt x="52720" y="21205"/>
                    <a:pt x="52495" y="62871"/>
                  </a:cubicBezTo>
                  <a:lnTo>
                    <a:pt x="52495" y="345007"/>
                  </a:lnTo>
                  <a:cubicBezTo>
                    <a:pt x="20849" y="366584"/>
                    <a:pt x="0" y="401331"/>
                    <a:pt x="0" y="440467"/>
                  </a:cubicBezTo>
                  <a:cubicBezTo>
                    <a:pt x="0" y="505868"/>
                    <a:pt x="57445" y="559067"/>
                    <a:pt x="128087" y="559067"/>
                  </a:cubicBezTo>
                  <a:cubicBezTo>
                    <a:pt x="198731" y="559067"/>
                    <a:pt x="256175" y="505868"/>
                    <a:pt x="256175" y="440467"/>
                  </a:cubicBezTo>
                  <a:cubicBezTo>
                    <a:pt x="256175" y="401182"/>
                    <a:pt x="235253" y="366361"/>
                    <a:pt x="203456" y="344785"/>
                  </a:cubicBezTo>
                  <a:cubicBezTo>
                    <a:pt x="202630" y="212942"/>
                    <a:pt x="204655" y="187645"/>
                    <a:pt x="203230" y="62796"/>
                  </a:cubicBezTo>
                  <a:cubicBezTo>
                    <a:pt x="203456" y="21130"/>
                    <a:pt x="173309" y="223"/>
                    <a:pt x="127938" y="0"/>
                  </a:cubicBezTo>
                  <a:lnTo>
                    <a:pt x="127788" y="74"/>
                  </a:lnTo>
                  <a:close/>
                  <a:moveTo>
                    <a:pt x="127562" y="14062"/>
                  </a:moveTo>
                  <a:cubicBezTo>
                    <a:pt x="158160" y="14285"/>
                    <a:pt x="188307" y="28199"/>
                    <a:pt x="188082" y="62871"/>
                  </a:cubicBezTo>
                  <a:cubicBezTo>
                    <a:pt x="188607" y="192184"/>
                    <a:pt x="188307" y="216811"/>
                    <a:pt x="188307" y="348133"/>
                  </a:cubicBezTo>
                  <a:cubicBezTo>
                    <a:pt x="188307" y="350364"/>
                    <a:pt x="189581" y="352522"/>
                    <a:pt x="191606" y="353788"/>
                  </a:cubicBezTo>
                  <a:cubicBezTo>
                    <a:pt x="221454" y="372612"/>
                    <a:pt x="241026" y="404531"/>
                    <a:pt x="241026" y="440542"/>
                  </a:cubicBezTo>
                  <a:cubicBezTo>
                    <a:pt x="241026" y="498427"/>
                    <a:pt x="190556" y="545153"/>
                    <a:pt x="128013" y="545153"/>
                  </a:cubicBezTo>
                  <a:cubicBezTo>
                    <a:pt x="65469" y="545153"/>
                    <a:pt x="14999" y="498354"/>
                    <a:pt x="14999" y="440542"/>
                  </a:cubicBezTo>
                  <a:cubicBezTo>
                    <a:pt x="14999" y="404605"/>
                    <a:pt x="34498" y="372835"/>
                    <a:pt x="64195" y="354011"/>
                  </a:cubicBezTo>
                  <a:cubicBezTo>
                    <a:pt x="66218" y="352746"/>
                    <a:pt x="67419" y="350589"/>
                    <a:pt x="67494" y="348356"/>
                  </a:cubicBezTo>
                  <a:lnTo>
                    <a:pt x="67494" y="62871"/>
                  </a:lnTo>
                  <a:cubicBezTo>
                    <a:pt x="67718" y="28199"/>
                    <a:pt x="97865" y="14285"/>
                    <a:pt x="127488" y="14062"/>
                  </a:cubicBezTo>
                  <a:lnTo>
                    <a:pt x="127562" y="14062"/>
                  </a:lnTo>
                  <a:close/>
                </a:path>
              </a:pathLst>
            </a:custGeom>
            <a:solidFill>
              <a:srgbClr val="000091"/>
            </a:solidFill>
            <a:ln w="14097" cap="flat">
              <a:solidFill>
                <a:srgbClr val="00009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7" name="Forme libre : forme 36">
              <a:extLst>
                <a:ext uri="{FF2B5EF4-FFF2-40B4-BE49-F238E27FC236}">
                  <a16:creationId xmlns:a16="http://schemas.microsoft.com/office/drawing/2014/main" id="{9CD76015-2C08-5CAB-5731-9D6EEDB298FD}"/>
                </a:ext>
              </a:extLst>
            </p:cNvPr>
            <p:cNvSpPr/>
            <p:nvPr/>
          </p:nvSpPr>
          <p:spPr>
            <a:xfrm>
              <a:off x="3174928" y="2555530"/>
              <a:ext cx="130861" cy="203715"/>
            </a:xfrm>
            <a:custGeom>
              <a:avLst/>
              <a:gdLst>
                <a:gd name="connsiteX0" fmla="*/ 41171 w 130861"/>
                <a:gd name="connsiteY0" fmla="*/ 0 h 203715"/>
                <a:gd name="connsiteX1" fmla="*/ 41171 w 130861"/>
                <a:gd name="connsiteY1" fmla="*/ 108033 h 203715"/>
                <a:gd name="connsiteX2" fmla="*/ 0 w 130861"/>
                <a:gd name="connsiteY2" fmla="*/ 108033 h 203715"/>
                <a:gd name="connsiteX3" fmla="*/ 65544 w 130861"/>
                <a:gd name="connsiteY3" fmla="*/ 203715 h 203715"/>
                <a:gd name="connsiteX4" fmla="*/ 130862 w 130861"/>
                <a:gd name="connsiteY4" fmla="*/ 108033 h 203715"/>
                <a:gd name="connsiteX5" fmla="*/ 89841 w 130861"/>
                <a:gd name="connsiteY5" fmla="*/ 108033 h 203715"/>
                <a:gd name="connsiteX6" fmla="*/ 89841 w 130861"/>
                <a:gd name="connsiteY6" fmla="*/ 0 h 203715"/>
                <a:gd name="connsiteX7" fmla="*/ 41246 w 130861"/>
                <a:gd name="connsiteY7" fmla="*/ 0 h 203715"/>
                <a:gd name="connsiteX8" fmla="*/ 41171 w 130861"/>
                <a:gd name="connsiteY8" fmla="*/ 0 h 203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0861" h="203715">
                  <a:moveTo>
                    <a:pt x="41171" y="0"/>
                  </a:moveTo>
                  <a:lnTo>
                    <a:pt x="41171" y="108033"/>
                  </a:lnTo>
                  <a:lnTo>
                    <a:pt x="0" y="108033"/>
                  </a:lnTo>
                  <a:cubicBezTo>
                    <a:pt x="22723" y="145012"/>
                    <a:pt x="45896" y="171871"/>
                    <a:pt x="65544" y="203715"/>
                  </a:cubicBezTo>
                  <a:cubicBezTo>
                    <a:pt x="89091" y="164654"/>
                    <a:pt x="109639" y="142779"/>
                    <a:pt x="130862" y="108033"/>
                  </a:cubicBezTo>
                  <a:lnTo>
                    <a:pt x="89841" y="108033"/>
                  </a:lnTo>
                  <a:lnTo>
                    <a:pt x="89841" y="0"/>
                  </a:lnTo>
                  <a:lnTo>
                    <a:pt x="41246" y="0"/>
                  </a:lnTo>
                  <a:lnTo>
                    <a:pt x="41171" y="0"/>
                  </a:lnTo>
                  <a:close/>
                </a:path>
              </a:pathLst>
            </a:custGeom>
            <a:solidFill>
              <a:srgbClr val="000091"/>
            </a:solidFill>
            <a:ln w="140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8" name="Forme libre : forme 37">
              <a:extLst>
                <a:ext uri="{FF2B5EF4-FFF2-40B4-BE49-F238E27FC236}">
                  <a16:creationId xmlns:a16="http://schemas.microsoft.com/office/drawing/2014/main" id="{6A366F1B-FD39-DF98-F6D7-C2D9D4F6FC86}"/>
                </a:ext>
              </a:extLst>
            </p:cNvPr>
            <p:cNvSpPr/>
            <p:nvPr/>
          </p:nvSpPr>
          <p:spPr>
            <a:xfrm>
              <a:off x="3425288" y="2471685"/>
              <a:ext cx="46161" cy="14020"/>
            </a:xfrm>
            <a:custGeom>
              <a:avLst/>
              <a:gdLst>
                <a:gd name="connsiteX0" fmla="*/ 6866 w 46161"/>
                <a:gd name="connsiteY0" fmla="*/ 74 h 14020"/>
                <a:gd name="connsiteX1" fmla="*/ 41 w 46161"/>
                <a:gd name="connsiteY1" fmla="*/ 7887 h 14020"/>
                <a:gd name="connsiteX2" fmla="*/ 8515 w 46161"/>
                <a:gd name="connsiteY2" fmla="*/ 13988 h 14020"/>
                <a:gd name="connsiteX3" fmla="*/ 38662 w 46161"/>
                <a:gd name="connsiteY3" fmla="*/ 13988 h 14020"/>
                <a:gd name="connsiteX4" fmla="*/ 46161 w 46161"/>
                <a:gd name="connsiteY4" fmla="*/ 6994 h 14020"/>
                <a:gd name="connsiteX5" fmla="*/ 38662 w 46161"/>
                <a:gd name="connsiteY5" fmla="*/ 0 h 14020"/>
                <a:gd name="connsiteX6" fmla="*/ 6866 w 46161"/>
                <a:gd name="connsiteY6" fmla="*/ 0 h 14020"/>
                <a:gd name="connsiteX7" fmla="*/ 6866 w 46161"/>
                <a:gd name="connsiteY7" fmla="*/ 74 h 14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161" h="14020">
                  <a:moveTo>
                    <a:pt x="6866" y="74"/>
                  </a:moveTo>
                  <a:cubicBezTo>
                    <a:pt x="2892" y="446"/>
                    <a:pt x="-409" y="4241"/>
                    <a:pt x="41" y="7887"/>
                  </a:cubicBezTo>
                  <a:cubicBezTo>
                    <a:pt x="491" y="11532"/>
                    <a:pt x="4541" y="14360"/>
                    <a:pt x="8515" y="13988"/>
                  </a:cubicBezTo>
                  <a:lnTo>
                    <a:pt x="38662" y="13988"/>
                  </a:lnTo>
                  <a:cubicBezTo>
                    <a:pt x="42638" y="13988"/>
                    <a:pt x="46161" y="10714"/>
                    <a:pt x="46161" y="6994"/>
                  </a:cubicBezTo>
                  <a:cubicBezTo>
                    <a:pt x="46161" y="3274"/>
                    <a:pt x="42638" y="0"/>
                    <a:pt x="38662" y="0"/>
                  </a:cubicBezTo>
                  <a:cubicBezTo>
                    <a:pt x="28163" y="0"/>
                    <a:pt x="17215" y="0"/>
                    <a:pt x="6866" y="0"/>
                  </a:cubicBezTo>
                  <a:lnTo>
                    <a:pt x="6866" y="74"/>
                  </a:lnTo>
                  <a:close/>
                </a:path>
              </a:pathLst>
            </a:custGeom>
            <a:solidFill>
              <a:srgbClr val="000091"/>
            </a:solidFill>
            <a:ln w="140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9" name="Forme libre : forme 38">
              <a:extLst>
                <a:ext uri="{FF2B5EF4-FFF2-40B4-BE49-F238E27FC236}">
                  <a16:creationId xmlns:a16="http://schemas.microsoft.com/office/drawing/2014/main" id="{BCF3F8D5-75B3-FEDB-4D56-4CC29927330E}"/>
                </a:ext>
              </a:extLst>
            </p:cNvPr>
            <p:cNvSpPr/>
            <p:nvPr/>
          </p:nvSpPr>
          <p:spPr>
            <a:xfrm>
              <a:off x="3395219" y="2499578"/>
              <a:ext cx="76308" cy="14020"/>
            </a:xfrm>
            <a:custGeom>
              <a:avLst/>
              <a:gdLst>
                <a:gd name="connsiteX0" fmla="*/ 6866 w 76308"/>
                <a:gd name="connsiteY0" fmla="*/ 75 h 14020"/>
                <a:gd name="connsiteX1" fmla="*/ 41 w 76308"/>
                <a:gd name="connsiteY1" fmla="*/ 7887 h 14020"/>
                <a:gd name="connsiteX2" fmla="*/ 8515 w 76308"/>
                <a:gd name="connsiteY2" fmla="*/ 13988 h 14020"/>
                <a:gd name="connsiteX3" fmla="*/ 68810 w 76308"/>
                <a:gd name="connsiteY3" fmla="*/ 13988 h 14020"/>
                <a:gd name="connsiteX4" fmla="*/ 76309 w 76308"/>
                <a:gd name="connsiteY4" fmla="*/ 6994 h 14020"/>
                <a:gd name="connsiteX5" fmla="*/ 68810 w 76308"/>
                <a:gd name="connsiteY5" fmla="*/ 0 h 14020"/>
                <a:gd name="connsiteX6" fmla="*/ 6866 w 76308"/>
                <a:gd name="connsiteY6" fmla="*/ 0 h 14020"/>
                <a:gd name="connsiteX7" fmla="*/ 6866 w 76308"/>
                <a:gd name="connsiteY7" fmla="*/ 75 h 14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308" h="14020">
                  <a:moveTo>
                    <a:pt x="6866" y="75"/>
                  </a:moveTo>
                  <a:cubicBezTo>
                    <a:pt x="2890" y="446"/>
                    <a:pt x="-409" y="4241"/>
                    <a:pt x="41" y="7887"/>
                  </a:cubicBezTo>
                  <a:cubicBezTo>
                    <a:pt x="491" y="11532"/>
                    <a:pt x="4540" y="14360"/>
                    <a:pt x="8515" y="13988"/>
                  </a:cubicBezTo>
                  <a:lnTo>
                    <a:pt x="68810" y="13988"/>
                  </a:lnTo>
                  <a:cubicBezTo>
                    <a:pt x="72783" y="13988"/>
                    <a:pt x="76309" y="10714"/>
                    <a:pt x="76309" y="6994"/>
                  </a:cubicBezTo>
                  <a:cubicBezTo>
                    <a:pt x="76309" y="3274"/>
                    <a:pt x="72783" y="0"/>
                    <a:pt x="68810" y="0"/>
                  </a:cubicBezTo>
                  <a:lnTo>
                    <a:pt x="6866" y="0"/>
                  </a:lnTo>
                  <a:lnTo>
                    <a:pt x="6866" y="75"/>
                  </a:lnTo>
                  <a:close/>
                </a:path>
              </a:pathLst>
            </a:custGeom>
            <a:solidFill>
              <a:srgbClr val="000091"/>
            </a:solidFill>
            <a:ln w="140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0" name="Forme libre : forme 39">
              <a:extLst>
                <a:ext uri="{FF2B5EF4-FFF2-40B4-BE49-F238E27FC236}">
                  <a16:creationId xmlns:a16="http://schemas.microsoft.com/office/drawing/2014/main" id="{DD93647D-E8C3-78DF-6291-5205F0E49844}"/>
                </a:ext>
              </a:extLst>
            </p:cNvPr>
            <p:cNvSpPr/>
            <p:nvPr/>
          </p:nvSpPr>
          <p:spPr>
            <a:xfrm>
              <a:off x="3425288" y="2527526"/>
              <a:ext cx="46161" cy="14020"/>
            </a:xfrm>
            <a:custGeom>
              <a:avLst/>
              <a:gdLst>
                <a:gd name="connsiteX0" fmla="*/ 6866 w 46161"/>
                <a:gd name="connsiteY0" fmla="*/ 75 h 14020"/>
                <a:gd name="connsiteX1" fmla="*/ 41 w 46161"/>
                <a:gd name="connsiteY1" fmla="*/ 7887 h 14020"/>
                <a:gd name="connsiteX2" fmla="*/ 8515 w 46161"/>
                <a:gd name="connsiteY2" fmla="*/ 13988 h 14020"/>
                <a:gd name="connsiteX3" fmla="*/ 38662 w 46161"/>
                <a:gd name="connsiteY3" fmla="*/ 13988 h 14020"/>
                <a:gd name="connsiteX4" fmla="*/ 46161 w 46161"/>
                <a:gd name="connsiteY4" fmla="*/ 6994 h 14020"/>
                <a:gd name="connsiteX5" fmla="*/ 38662 w 46161"/>
                <a:gd name="connsiteY5" fmla="*/ 0 h 14020"/>
                <a:gd name="connsiteX6" fmla="*/ 6866 w 46161"/>
                <a:gd name="connsiteY6" fmla="*/ 0 h 14020"/>
                <a:gd name="connsiteX7" fmla="*/ 6866 w 46161"/>
                <a:gd name="connsiteY7" fmla="*/ 75 h 14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161" h="14020">
                  <a:moveTo>
                    <a:pt x="6866" y="75"/>
                  </a:moveTo>
                  <a:cubicBezTo>
                    <a:pt x="2892" y="446"/>
                    <a:pt x="-409" y="4241"/>
                    <a:pt x="41" y="7887"/>
                  </a:cubicBezTo>
                  <a:cubicBezTo>
                    <a:pt x="491" y="11532"/>
                    <a:pt x="4541" y="14360"/>
                    <a:pt x="8515" y="13988"/>
                  </a:cubicBezTo>
                  <a:lnTo>
                    <a:pt x="38662" y="13988"/>
                  </a:lnTo>
                  <a:cubicBezTo>
                    <a:pt x="42638" y="13988"/>
                    <a:pt x="46161" y="10714"/>
                    <a:pt x="46161" y="6994"/>
                  </a:cubicBezTo>
                  <a:cubicBezTo>
                    <a:pt x="46161" y="3274"/>
                    <a:pt x="42638" y="0"/>
                    <a:pt x="38662" y="0"/>
                  </a:cubicBezTo>
                  <a:cubicBezTo>
                    <a:pt x="28163" y="0"/>
                    <a:pt x="17215" y="0"/>
                    <a:pt x="6866" y="0"/>
                  </a:cubicBezTo>
                  <a:lnTo>
                    <a:pt x="6866" y="75"/>
                  </a:lnTo>
                  <a:close/>
                </a:path>
              </a:pathLst>
            </a:custGeom>
            <a:solidFill>
              <a:srgbClr val="000091"/>
            </a:solidFill>
            <a:ln w="140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1" name="Forme libre : forme 40">
              <a:extLst>
                <a:ext uri="{FF2B5EF4-FFF2-40B4-BE49-F238E27FC236}">
                  <a16:creationId xmlns:a16="http://schemas.microsoft.com/office/drawing/2014/main" id="{9AB51DB1-6776-2543-30ED-5DF94B3D25D4}"/>
                </a:ext>
              </a:extLst>
            </p:cNvPr>
            <p:cNvSpPr/>
            <p:nvPr/>
          </p:nvSpPr>
          <p:spPr>
            <a:xfrm>
              <a:off x="3395219" y="2555418"/>
              <a:ext cx="76308" cy="14021"/>
            </a:xfrm>
            <a:custGeom>
              <a:avLst/>
              <a:gdLst>
                <a:gd name="connsiteX0" fmla="*/ 6866 w 76308"/>
                <a:gd name="connsiteY0" fmla="*/ 75 h 14021"/>
                <a:gd name="connsiteX1" fmla="*/ 41 w 76308"/>
                <a:gd name="connsiteY1" fmla="*/ 7887 h 14021"/>
                <a:gd name="connsiteX2" fmla="*/ 8515 w 76308"/>
                <a:gd name="connsiteY2" fmla="*/ 13989 h 14021"/>
                <a:gd name="connsiteX3" fmla="*/ 68810 w 76308"/>
                <a:gd name="connsiteY3" fmla="*/ 13989 h 14021"/>
                <a:gd name="connsiteX4" fmla="*/ 76309 w 76308"/>
                <a:gd name="connsiteY4" fmla="*/ 6995 h 14021"/>
                <a:gd name="connsiteX5" fmla="*/ 68810 w 76308"/>
                <a:gd name="connsiteY5" fmla="*/ 0 h 14021"/>
                <a:gd name="connsiteX6" fmla="*/ 6866 w 76308"/>
                <a:gd name="connsiteY6" fmla="*/ 0 h 14021"/>
                <a:gd name="connsiteX7" fmla="*/ 6866 w 76308"/>
                <a:gd name="connsiteY7" fmla="*/ 75 h 14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308" h="14021">
                  <a:moveTo>
                    <a:pt x="6866" y="75"/>
                  </a:moveTo>
                  <a:cubicBezTo>
                    <a:pt x="2890" y="447"/>
                    <a:pt x="-409" y="4242"/>
                    <a:pt x="41" y="7887"/>
                  </a:cubicBezTo>
                  <a:cubicBezTo>
                    <a:pt x="491" y="11534"/>
                    <a:pt x="4540" y="14360"/>
                    <a:pt x="8515" y="13989"/>
                  </a:cubicBezTo>
                  <a:lnTo>
                    <a:pt x="68810" y="13989"/>
                  </a:lnTo>
                  <a:cubicBezTo>
                    <a:pt x="72783" y="13989"/>
                    <a:pt x="76309" y="10715"/>
                    <a:pt x="76309" y="6995"/>
                  </a:cubicBezTo>
                  <a:cubicBezTo>
                    <a:pt x="76309" y="3274"/>
                    <a:pt x="72783" y="0"/>
                    <a:pt x="68810" y="0"/>
                  </a:cubicBezTo>
                  <a:lnTo>
                    <a:pt x="6866" y="0"/>
                  </a:lnTo>
                  <a:lnTo>
                    <a:pt x="6866" y="75"/>
                  </a:lnTo>
                  <a:close/>
                </a:path>
              </a:pathLst>
            </a:custGeom>
            <a:solidFill>
              <a:srgbClr val="000091"/>
            </a:solidFill>
            <a:ln w="140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2" name="Forme libre : forme 41">
              <a:extLst>
                <a:ext uri="{FF2B5EF4-FFF2-40B4-BE49-F238E27FC236}">
                  <a16:creationId xmlns:a16="http://schemas.microsoft.com/office/drawing/2014/main" id="{0FB56C52-2DFB-4FCB-F80E-39F9FFBCBEB4}"/>
                </a:ext>
              </a:extLst>
            </p:cNvPr>
            <p:cNvSpPr/>
            <p:nvPr/>
          </p:nvSpPr>
          <p:spPr>
            <a:xfrm>
              <a:off x="3425288" y="2583312"/>
              <a:ext cx="46161" cy="14020"/>
            </a:xfrm>
            <a:custGeom>
              <a:avLst/>
              <a:gdLst>
                <a:gd name="connsiteX0" fmla="*/ 6866 w 46161"/>
                <a:gd name="connsiteY0" fmla="*/ 75 h 14020"/>
                <a:gd name="connsiteX1" fmla="*/ 41 w 46161"/>
                <a:gd name="connsiteY1" fmla="*/ 7887 h 14020"/>
                <a:gd name="connsiteX2" fmla="*/ 8515 w 46161"/>
                <a:gd name="connsiteY2" fmla="*/ 13988 h 14020"/>
                <a:gd name="connsiteX3" fmla="*/ 38662 w 46161"/>
                <a:gd name="connsiteY3" fmla="*/ 13988 h 14020"/>
                <a:gd name="connsiteX4" fmla="*/ 46161 w 46161"/>
                <a:gd name="connsiteY4" fmla="*/ 6994 h 14020"/>
                <a:gd name="connsiteX5" fmla="*/ 38662 w 46161"/>
                <a:gd name="connsiteY5" fmla="*/ 0 h 14020"/>
                <a:gd name="connsiteX6" fmla="*/ 6866 w 46161"/>
                <a:gd name="connsiteY6" fmla="*/ 0 h 14020"/>
                <a:gd name="connsiteX7" fmla="*/ 6866 w 46161"/>
                <a:gd name="connsiteY7" fmla="*/ 75 h 14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6161" h="14020">
                  <a:moveTo>
                    <a:pt x="6866" y="75"/>
                  </a:moveTo>
                  <a:cubicBezTo>
                    <a:pt x="2892" y="446"/>
                    <a:pt x="-409" y="4241"/>
                    <a:pt x="41" y="7887"/>
                  </a:cubicBezTo>
                  <a:cubicBezTo>
                    <a:pt x="491" y="11532"/>
                    <a:pt x="4541" y="14360"/>
                    <a:pt x="8515" y="13988"/>
                  </a:cubicBezTo>
                  <a:lnTo>
                    <a:pt x="38662" y="13988"/>
                  </a:lnTo>
                  <a:cubicBezTo>
                    <a:pt x="42638" y="13988"/>
                    <a:pt x="46161" y="10714"/>
                    <a:pt x="46161" y="6994"/>
                  </a:cubicBezTo>
                  <a:cubicBezTo>
                    <a:pt x="46161" y="3274"/>
                    <a:pt x="42638" y="0"/>
                    <a:pt x="38662" y="0"/>
                  </a:cubicBezTo>
                  <a:cubicBezTo>
                    <a:pt x="28163" y="0"/>
                    <a:pt x="17215" y="0"/>
                    <a:pt x="6866" y="0"/>
                  </a:cubicBezTo>
                  <a:lnTo>
                    <a:pt x="6866" y="75"/>
                  </a:lnTo>
                  <a:close/>
                </a:path>
              </a:pathLst>
            </a:custGeom>
            <a:solidFill>
              <a:srgbClr val="000091"/>
            </a:solidFill>
            <a:ln w="140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6" name="Forme libre : forme 45">
              <a:extLst>
                <a:ext uri="{FF2B5EF4-FFF2-40B4-BE49-F238E27FC236}">
                  <a16:creationId xmlns:a16="http://schemas.microsoft.com/office/drawing/2014/main" id="{DD74F5A2-64C2-3104-B190-B09BD7DA310B}"/>
                </a:ext>
              </a:extLst>
            </p:cNvPr>
            <p:cNvSpPr/>
            <p:nvPr/>
          </p:nvSpPr>
          <p:spPr>
            <a:xfrm>
              <a:off x="3395219" y="2611205"/>
              <a:ext cx="76308" cy="14020"/>
            </a:xfrm>
            <a:custGeom>
              <a:avLst/>
              <a:gdLst>
                <a:gd name="connsiteX0" fmla="*/ 6866 w 76308"/>
                <a:gd name="connsiteY0" fmla="*/ 73 h 14020"/>
                <a:gd name="connsiteX1" fmla="*/ 41 w 76308"/>
                <a:gd name="connsiteY1" fmla="*/ 7886 h 14020"/>
                <a:gd name="connsiteX2" fmla="*/ 8515 w 76308"/>
                <a:gd name="connsiteY2" fmla="*/ 13988 h 14020"/>
                <a:gd name="connsiteX3" fmla="*/ 68810 w 76308"/>
                <a:gd name="connsiteY3" fmla="*/ 13988 h 14020"/>
                <a:gd name="connsiteX4" fmla="*/ 76309 w 76308"/>
                <a:gd name="connsiteY4" fmla="*/ 6994 h 14020"/>
                <a:gd name="connsiteX5" fmla="*/ 68810 w 76308"/>
                <a:gd name="connsiteY5" fmla="*/ 0 h 14020"/>
                <a:gd name="connsiteX6" fmla="*/ 6866 w 76308"/>
                <a:gd name="connsiteY6" fmla="*/ 0 h 14020"/>
                <a:gd name="connsiteX7" fmla="*/ 6866 w 76308"/>
                <a:gd name="connsiteY7" fmla="*/ 73 h 14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6308" h="14020">
                  <a:moveTo>
                    <a:pt x="6866" y="73"/>
                  </a:moveTo>
                  <a:cubicBezTo>
                    <a:pt x="2890" y="446"/>
                    <a:pt x="-409" y="4241"/>
                    <a:pt x="41" y="7886"/>
                  </a:cubicBezTo>
                  <a:cubicBezTo>
                    <a:pt x="491" y="11532"/>
                    <a:pt x="4540" y="14359"/>
                    <a:pt x="8515" y="13988"/>
                  </a:cubicBezTo>
                  <a:lnTo>
                    <a:pt x="68810" y="13988"/>
                  </a:lnTo>
                  <a:cubicBezTo>
                    <a:pt x="72783" y="13988"/>
                    <a:pt x="76309" y="10714"/>
                    <a:pt x="76309" y="6994"/>
                  </a:cubicBezTo>
                  <a:cubicBezTo>
                    <a:pt x="76309" y="3274"/>
                    <a:pt x="72783" y="0"/>
                    <a:pt x="68810" y="0"/>
                  </a:cubicBezTo>
                  <a:lnTo>
                    <a:pt x="6866" y="0"/>
                  </a:lnTo>
                  <a:lnTo>
                    <a:pt x="6866" y="73"/>
                  </a:lnTo>
                  <a:close/>
                </a:path>
              </a:pathLst>
            </a:custGeom>
            <a:solidFill>
              <a:srgbClr val="000091"/>
            </a:solidFill>
            <a:ln w="140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7" name="Forme libre : forme 46">
              <a:extLst>
                <a:ext uri="{FF2B5EF4-FFF2-40B4-BE49-F238E27FC236}">
                  <a16:creationId xmlns:a16="http://schemas.microsoft.com/office/drawing/2014/main" id="{05689BD7-6C4C-88AA-6124-B982018DE877}"/>
                </a:ext>
              </a:extLst>
            </p:cNvPr>
            <p:cNvSpPr/>
            <p:nvPr/>
          </p:nvSpPr>
          <p:spPr>
            <a:xfrm>
              <a:off x="3366002" y="2649020"/>
              <a:ext cx="135586" cy="275696"/>
            </a:xfrm>
            <a:custGeom>
              <a:avLst/>
              <a:gdLst>
                <a:gd name="connsiteX0" fmla="*/ 40721 w 135586"/>
                <a:gd name="connsiteY0" fmla="*/ 2562 h 275696"/>
                <a:gd name="connsiteX1" fmla="*/ 37646 w 135586"/>
                <a:gd name="connsiteY1" fmla="*/ 11045 h 275696"/>
                <a:gd name="connsiteX2" fmla="*/ 37646 w 135586"/>
                <a:gd name="connsiteY2" fmla="*/ 157321 h 275696"/>
                <a:gd name="connsiteX3" fmla="*/ 0 w 135586"/>
                <a:gd name="connsiteY3" fmla="*/ 212900 h 275696"/>
                <a:gd name="connsiteX4" fmla="*/ 67793 w 135586"/>
                <a:gd name="connsiteY4" fmla="*/ 275696 h 275696"/>
                <a:gd name="connsiteX5" fmla="*/ 135586 w 135586"/>
                <a:gd name="connsiteY5" fmla="*/ 212900 h 275696"/>
                <a:gd name="connsiteX6" fmla="*/ 97940 w 135586"/>
                <a:gd name="connsiteY6" fmla="*/ 157321 h 275696"/>
                <a:gd name="connsiteX7" fmla="*/ 97940 w 135586"/>
                <a:gd name="connsiteY7" fmla="*/ 11045 h 275696"/>
                <a:gd name="connsiteX8" fmla="*/ 86167 w 135586"/>
                <a:gd name="connsiteY8" fmla="*/ 5167 h 275696"/>
                <a:gd name="connsiteX9" fmla="*/ 50396 w 135586"/>
                <a:gd name="connsiteY9" fmla="*/ 181 h 275696"/>
                <a:gd name="connsiteX10" fmla="*/ 40721 w 135586"/>
                <a:gd name="connsiteY10" fmla="*/ 2562 h 275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5586" h="275696">
                  <a:moveTo>
                    <a:pt x="40721" y="2562"/>
                  </a:moveTo>
                  <a:cubicBezTo>
                    <a:pt x="37797" y="5240"/>
                    <a:pt x="37646" y="8440"/>
                    <a:pt x="37646" y="11045"/>
                  </a:cubicBezTo>
                  <a:lnTo>
                    <a:pt x="37646" y="157321"/>
                  </a:lnTo>
                  <a:cubicBezTo>
                    <a:pt x="15524" y="167663"/>
                    <a:pt x="0" y="188497"/>
                    <a:pt x="0" y="212900"/>
                  </a:cubicBezTo>
                  <a:cubicBezTo>
                    <a:pt x="0" y="247498"/>
                    <a:pt x="30448" y="275696"/>
                    <a:pt x="67793" y="275696"/>
                  </a:cubicBezTo>
                  <a:cubicBezTo>
                    <a:pt x="105140" y="275696"/>
                    <a:pt x="135586" y="247498"/>
                    <a:pt x="135586" y="212900"/>
                  </a:cubicBezTo>
                  <a:cubicBezTo>
                    <a:pt x="135586" y="188422"/>
                    <a:pt x="120063" y="167663"/>
                    <a:pt x="97940" y="157321"/>
                  </a:cubicBezTo>
                  <a:lnTo>
                    <a:pt x="97940" y="11045"/>
                  </a:lnTo>
                  <a:cubicBezTo>
                    <a:pt x="98015" y="5986"/>
                    <a:pt x="90742" y="2264"/>
                    <a:pt x="86167" y="5167"/>
                  </a:cubicBezTo>
                  <a:cubicBezTo>
                    <a:pt x="72669" y="10970"/>
                    <a:pt x="61419" y="3753"/>
                    <a:pt x="50396" y="181"/>
                  </a:cubicBezTo>
                  <a:cubicBezTo>
                    <a:pt x="46645" y="-637"/>
                    <a:pt x="43271" y="1521"/>
                    <a:pt x="40721" y="2562"/>
                  </a:cubicBezTo>
                  <a:close/>
                </a:path>
              </a:pathLst>
            </a:custGeom>
            <a:solidFill>
              <a:srgbClr val="000091"/>
            </a:solidFill>
            <a:ln w="140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9" name="ZoneTexte 8">
            <a:extLst>
              <a:ext uri="{FF2B5EF4-FFF2-40B4-BE49-F238E27FC236}">
                <a16:creationId xmlns:a16="http://schemas.microsoft.com/office/drawing/2014/main" id="{AB5B274F-E9FF-9A65-B0B2-04647105098D}"/>
              </a:ext>
            </a:extLst>
          </p:cNvPr>
          <p:cNvSpPr txBox="1"/>
          <p:nvPr/>
        </p:nvSpPr>
        <p:spPr>
          <a:xfrm>
            <a:off x="8237469" y="3161732"/>
            <a:ext cx="3861034" cy="476250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{{cobenefice_2}}</a:t>
            </a:r>
          </a:p>
        </p:txBody>
      </p:sp>
      <p:pic>
        <p:nvPicPr>
          <p:cNvPr id="14" name="picto_cobenefice_1">
            <a:extLst>
              <a:ext uri="{FF2B5EF4-FFF2-40B4-BE49-F238E27FC236}">
                <a16:creationId xmlns:a16="http://schemas.microsoft.com/office/drawing/2014/main" id="{2FEA33B3-62EC-E03E-7518-CBD2AC6E8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08819" y="2581828"/>
            <a:ext cx="476250" cy="476250"/>
          </a:xfrm>
          <a:prstGeom prst="rect">
            <a:avLst/>
          </a:prstGeom>
        </p:spPr>
      </p:pic>
      <p:pic>
        <p:nvPicPr>
          <p:cNvPr id="15" name="picto_cobenefice_2">
            <a:extLst>
              <a:ext uri="{FF2B5EF4-FFF2-40B4-BE49-F238E27FC236}">
                <a16:creationId xmlns:a16="http://schemas.microsoft.com/office/drawing/2014/main" id="{5292CE92-124B-25A8-3225-A8AFFD52FA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08819" y="3167539"/>
            <a:ext cx="476250" cy="476250"/>
          </a:xfrm>
          <a:prstGeom prst="rect">
            <a:avLst/>
          </a:prstGeom>
        </p:spPr>
      </p:pic>
      <p:pic>
        <p:nvPicPr>
          <p:cNvPr id="16" name="picto_cobenefice_3">
            <a:extLst>
              <a:ext uri="{FF2B5EF4-FFF2-40B4-BE49-F238E27FC236}">
                <a16:creationId xmlns:a16="http://schemas.microsoft.com/office/drawing/2014/main" id="{EB604EA7-19BC-0A29-A1C9-A41A8F70BB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08819" y="3751413"/>
            <a:ext cx="476250" cy="476250"/>
          </a:xfrm>
          <a:prstGeom prst="rect">
            <a:avLst/>
          </a:prstGeom>
        </p:spPr>
      </p:pic>
      <p:pic>
        <p:nvPicPr>
          <p:cNvPr id="17" name="picto_cobenefice_4">
            <a:extLst>
              <a:ext uri="{FF2B5EF4-FFF2-40B4-BE49-F238E27FC236}">
                <a16:creationId xmlns:a16="http://schemas.microsoft.com/office/drawing/2014/main" id="{B955E77A-B575-62DE-0057-A6323AB346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08819" y="4335287"/>
            <a:ext cx="476250" cy="476250"/>
          </a:xfrm>
          <a:prstGeom prst="rect">
            <a:avLst/>
          </a:prstGeom>
        </p:spPr>
      </p:pic>
      <p:pic>
        <p:nvPicPr>
          <p:cNvPr id="18" name="picto_cobenefice_5">
            <a:extLst>
              <a:ext uri="{FF2B5EF4-FFF2-40B4-BE49-F238E27FC236}">
                <a16:creationId xmlns:a16="http://schemas.microsoft.com/office/drawing/2014/main" id="{ED99FFA0-EC34-5D0F-6353-D7419BAF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14109" y="4919161"/>
            <a:ext cx="476250" cy="476250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B8474404-E488-86F0-E047-048FC0C9776E}"/>
              </a:ext>
            </a:extLst>
          </p:cNvPr>
          <p:cNvSpPr txBox="1"/>
          <p:nvPr/>
        </p:nvSpPr>
        <p:spPr>
          <a:xfrm>
            <a:off x="762150" y="2395650"/>
            <a:ext cx="217079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{{</a:t>
            </a:r>
            <a:r>
              <a:rPr lang="fr-F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portee_baisse_temperature</a:t>
            </a:r>
            <a:r>
              <a:rPr lang="fr-F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}}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85DCA6C4-87A6-9194-C19C-D27B78EB3AD6}"/>
              </a:ext>
            </a:extLst>
          </p:cNvPr>
          <p:cNvSpPr txBox="1"/>
          <p:nvPr/>
        </p:nvSpPr>
        <p:spPr>
          <a:xfrm>
            <a:off x="754274" y="4853531"/>
            <a:ext cx="22936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Délai des travaux :</a:t>
            </a:r>
            <a:endParaRPr lang="fr-FR" sz="1600" dirty="0">
              <a:solidFill>
                <a:schemeClr val="tx1">
                  <a:lumMod val="65000"/>
                  <a:lumOff val="35000"/>
                </a:schemeClr>
              </a:solidFill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032C04B6-E4A2-36FB-8482-DEAEE2233EC0}"/>
              </a:ext>
            </a:extLst>
          </p:cNvPr>
          <p:cNvSpPr txBox="1"/>
          <p:nvPr/>
        </p:nvSpPr>
        <p:spPr>
          <a:xfrm>
            <a:off x="2884517" y="4877899"/>
            <a:ext cx="260990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{{</a:t>
            </a:r>
            <a:r>
              <a:rPr lang="fr-FR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delai_fiche_solution</a:t>
            </a:r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}}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608F7C5C-B2A7-E255-DC57-2AE0D978AD00}"/>
              </a:ext>
            </a:extLst>
          </p:cNvPr>
          <p:cNvSpPr txBox="1"/>
          <p:nvPr/>
        </p:nvSpPr>
        <p:spPr>
          <a:xfrm>
            <a:off x="1491713" y="4386098"/>
            <a:ext cx="38144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{{</a:t>
            </a:r>
            <a:r>
              <a:rPr lang="fr-FR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cout_fiche_solution</a:t>
            </a:r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}}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72EFF39-F777-8E5F-FD01-D72F943C7979}"/>
              </a:ext>
            </a:extLst>
          </p:cNvPr>
          <p:cNvSpPr txBox="1"/>
          <p:nvPr/>
        </p:nvSpPr>
        <p:spPr>
          <a:xfrm>
            <a:off x="8237469" y="2578202"/>
            <a:ext cx="3861034" cy="476250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{{cobenefice_1}}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098E478-051C-0E99-FB36-5E8423C9D312}"/>
              </a:ext>
            </a:extLst>
          </p:cNvPr>
          <p:cNvSpPr txBox="1"/>
          <p:nvPr/>
        </p:nvSpPr>
        <p:spPr>
          <a:xfrm>
            <a:off x="8237469" y="3745262"/>
            <a:ext cx="3861034" cy="476250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{{cobenefice_3}}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23D0C9A-6FEB-77DA-29C5-031AF616F917}"/>
              </a:ext>
            </a:extLst>
          </p:cNvPr>
          <p:cNvSpPr txBox="1"/>
          <p:nvPr/>
        </p:nvSpPr>
        <p:spPr>
          <a:xfrm>
            <a:off x="8237469" y="4354922"/>
            <a:ext cx="3861034" cy="476250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{{cobenefice_4}}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9F8ACD8-1EDA-512F-86EF-594B0287BCB3}"/>
              </a:ext>
            </a:extLst>
          </p:cNvPr>
          <p:cNvSpPr txBox="1"/>
          <p:nvPr/>
        </p:nvSpPr>
        <p:spPr>
          <a:xfrm>
            <a:off x="8237469" y="4917253"/>
            <a:ext cx="3861034" cy="476250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{{cobenefice_5}}</a:t>
            </a:r>
          </a:p>
        </p:txBody>
      </p:sp>
      <p:grpSp>
        <p:nvGrpSpPr>
          <p:cNvPr id="8" name="Graphique 7">
            <a:extLst>
              <a:ext uri="{FF2B5EF4-FFF2-40B4-BE49-F238E27FC236}">
                <a16:creationId xmlns:a16="http://schemas.microsoft.com/office/drawing/2014/main" id="{884F964A-69B7-23FD-47D3-5A1E57620E38}"/>
              </a:ext>
            </a:extLst>
          </p:cNvPr>
          <p:cNvGrpSpPr/>
          <p:nvPr/>
        </p:nvGrpSpPr>
        <p:grpSpPr>
          <a:xfrm>
            <a:off x="10659199" y="183863"/>
            <a:ext cx="1333272" cy="561489"/>
            <a:chOff x="10659199" y="183863"/>
            <a:chExt cx="1333272" cy="561489"/>
          </a:xfrm>
        </p:grpSpPr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D7E20208-21A7-23EC-DDA6-B61776322595}"/>
                </a:ext>
              </a:extLst>
            </p:cNvPr>
            <p:cNvSpPr/>
            <p:nvPr/>
          </p:nvSpPr>
          <p:spPr>
            <a:xfrm>
              <a:off x="10877319" y="183863"/>
              <a:ext cx="342519" cy="338206"/>
            </a:xfrm>
            <a:custGeom>
              <a:avLst/>
              <a:gdLst>
                <a:gd name="connsiteX0" fmla="*/ 287037 w 342519"/>
                <a:gd name="connsiteY0" fmla="*/ 228581 h 338206"/>
                <a:gd name="connsiteX1" fmla="*/ 287037 w 342519"/>
                <a:gd name="connsiteY1" fmla="*/ 228470 h 338206"/>
                <a:gd name="connsiteX2" fmla="*/ 166428 w 342519"/>
                <a:gd name="connsiteY2" fmla="*/ 228470 h 338206"/>
                <a:gd name="connsiteX3" fmla="*/ 110952 w 342519"/>
                <a:gd name="connsiteY3" fmla="*/ 173654 h 338206"/>
                <a:gd name="connsiteX4" fmla="*/ 110952 w 342519"/>
                <a:gd name="connsiteY4" fmla="*/ 54816 h 338206"/>
                <a:gd name="connsiteX5" fmla="*/ 55476 w 342519"/>
                <a:gd name="connsiteY5" fmla="*/ 0 h 338206"/>
                <a:gd name="connsiteX6" fmla="*/ 0 w 342519"/>
                <a:gd name="connsiteY6" fmla="*/ 54816 h 338206"/>
                <a:gd name="connsiteX7" fmla="*/ 109 w 342519"/>
                <a:gd name="connsiteY7" fmla="*/ 222447 h 338206"/>
                <a:gd name="connsiteX8" fmla="*/ 109 w 342519"/>
                <a:gd name="connsiteY8" fmla="*/ 251819 h 338206"/>
                <a:gd name="connsiteX9" fmla="*/ 87542 w 342519"/>
                <a:gd name="connsiteY9" fmla="*/ 338206 h 338206"/>
                <a:gd name="connsiteX10" fmla="*/ 287044 w 342519"/>
                <a:gd name="connsiteY10" fmla="*/ 338206 h 338206"/>
                <a:gd name="connsiteX11" fmla="*/ 342519 w 342519"/>
                <a:gd name="connsiteY11" fmla="*/ 283390 h 338206"/>
                <a:gd name="connsiteX12" fmla="*/ 287044 w 342519"/>
                <a:gd name="connsiteY12" fmla="*/ 228574 h 338206"/>
                <a:gd name="connsiteX13" fmla="*/ 287037 w 342519"/>
                <a:gd name="connsiteY13" fmla="*/ 228581 h 338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519" h="338206">
                  <a:moveTo>
                    <a:pt x="287037" y="228581"/>
                  </a:moveTo>
                  <a:lnTo>
                    <a:pt x="287037" y="228470"/>
                  </a:lnTo>
                  <a:lnTo>
                    <a:pt x="166428" y="228470"/>
                  </a:lnTo>
                  <a:cubicBezTo>
                    <a:pt x="135803" y="228470"/>
                    <a:pt x="110952" y="203912"/>
                    <a:pt x="110952" y="173654"/>
                  </a:cubicBezTo>
                  <a:lnTo>
                    <a:pt x="110952" y="54816"/>
                  </a:lnTo>
                  <a:cubicBezTo>
                    <a:pt x="110952" y="24558"/>
                    <a:pt x="86100" y="0"/>
                    <a:pt x="55476" y="0"/>
                  </a:cubicBezTo>
                  <a:cubicBezTo>
                    <a:pt x="24851" y="0"/>
                    <a:pt x="0" y="24558"/>
                    <a:pt x="0" y="54816"/>
                  </a:cubicBezTo>
                  <a:lnTo>
                    <a:pt x="109" y="222447"/>
                  </a:lnTo>
                  <a:lnTo>
                    <a:pt x="109" y="251819"/>
                  </a:lnTo>
                  <a:cubicBezTo>
                    <a:pt x="109" y="299512"/>
                    <a:pt x="39274" y="338206"/>
                    <a:pt x="87542" y="338206"/>
                  </a:cubicBezTo>
                  <a:lnTo>
                    <a:pt x="287044" y="338206"/>
                  </a:lnTo>
                  <a:cubicBezTo>
                    <a:pt x="317668" y="338206"/>
                    <a:pt x="342519" y="313648"/>
                    <a:pt x="342519" y="283390"/>
                  </a:cubicBezTo>
                  <a:cubicBezTo>
                    <a:pt x="342519" y="253132"/>
                    <a:pt x="317668" y="228574"/>
                    <a:pt x="287044" y="228574"/>
                  </a:cubicBezTo>
                  <a:lnTo>
                    <a:pt x="287037" y="228581"/>
                  </a:lnTo>
                  <a:close/>
                </a:path>
              </a:pathLst>
            </a:custGeom>
            <a:solidFill>
              <a:srgbClr val="417DC4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97F28F82-7595-C3E5-3724-1B417C72926D}"/>
                </a:ext>
              </a:extLst>
            </p:cNvPr>
            <p:cNvSpPr/>
            <p:nvPr/>
          </p:nvSpPr>
          <p:spPr>
            <a:xfrm>
              <a:off x="10892183" y="523615"/>
              <a:ext cx="108630" cy="221737"/>
            </a:xfrm>
            <a:custGeom>
              <a:avLst/>
              <a:gdLst>
                <a:gd name="connsiteX0" fmla="*/ 81928 w 108630"/>
                <a:gd name="connsiteY0" fmla="*/ 21632 h 221737"/>
                <a:gd name="connsiteX1" fmla="*/ 0 w 108630"/>
                <a:gd name="connsiteY1" fmla="*/ 0 h 221737"/>
                <a:gd name="connsiteX2" fmla="*/ 0 w 108630"/>
                <a:gd name="connsiteY2" fmla="*/ 167424 h 221737"/>
                <a:gd name="connsiteX3" fmla="*/ 54315 w 108630"/>
                <a:gd name="connsiteY3" fmla="*/ 221738 h 221737"/>
                <a:gd name="connsiteX4" fmla="*/ 108630 w 108630"/>
                <a:gd name="connsiteY4" fmla="*/ 167424 h 221737"/>
                <a:gd name="connsiteX5" fmla="*/ 108630 w 108630"/>
                <a:gd name="connsiteY5" fmla="*/ 21626 h 221737"/>
                <a:gd name="connsiteX6" fmla="*/ 81928 w 108630"/>
                <a:gd name="connsiteY6" fmla="*/ 21626 h 221737"/>
                <a:gd name="connsiteX7" fmla="*/ 81928 w 108630"/>
                <a:gd name="connsiteY7" fmla="*/ 21632 h 221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8630" h="221737">
                  <a:moveTo>
                    <a:pt x="81928" y="21632"/>
                  </a:moveTo>
                  <a:cubicBezTo>
                    <a:pt x="45763" y="21632"/>
                    <a:pt x="18939" y="14362"/>
                    <a:pt x="0" y="0"/>
                  </a:cubicBezTo>
                  <a:lnTo>
                    <a:pt x="0" y="167424"/>
                  </a:lnTo>
                  <a:cubicBezTo>
                    <a:pt x="0" y="197419"/>
                    <a:pt x="24320" y="221738"/>
                    <a:pt x="54315" y="221738"/>
                  </a:cubicBezTo>
                  <a:cubicBezTo>
                    <a:pt x="84311" y="221738"/>
                    <a:pt x="108630" y="197419"/>
                    <a:pt x="108630" y="167424"/>
                  </a:cubicBezTo>
                  <a:lnTo>
                    <a:pt x="108630" y="21626"/>
                  </a:lnTo>
                  <a:lnTo>
                    <a:pt x="81928" y="21626"/>
                  </a:lnTo>
                  <a:lnTo>
                    <a:pt x="81928" y="21632"/>
                  </a:lnTo>
                  <a:close/>
                </a:path>
              </a:pathLst>
            </a:custGeom>
            <a:solidFill>
              <a:srgbClr val="FCC63A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" name="Forme libre : forme 19">
              <a:extLst>
                <a:ext uri="{FF2B5EF4-FFF2-40B4-BE49-F238E27FC236}">
                  <a16:creationId xmlns:a16="http://schemas.microsoft.com/office/drawing/2014/main" id="{AB2BFB0A-1C88-9348-18C6-060340974725}"/>
                </a:ext>
              </a:extLst>
            </p:cNvPr>
            <p:cNvSpPr/>
            <p:nvPr/>
          </p:nvSpPr>
          <p:spPr>
            <a:xfrm>
              <a:off x="10659199" y="406603"/>
              <a:ext cx="223576" cy="108630"/>
            </a:xfrm>
            <a:custGeom>
              <a:avLst/>
              <a:gdLst>
                <a:gd name="connsiteX0" fmla="*/ 195824 w 223576"/>
                <a:gd name="connsiteY0" fmla="*/ 18120 h 108630"/>
                <a:gd name="connsiteX1" fmla="*/ 195824 w 223576"/>
                <a:gd name="connsiteY1" fmla="*/ 0 h 108630"/>
                <a:gd name="connsiteX2" fmla="*/ 54315 w 223576"/>
                <a:gd name="connsiteY2" fmla="*/ 0 h 108630"/>
                <a:gd name="connsiteX3" fmla="*/ 0 w 223576"/>
                <a:gd name="connsiteY3" fmla="*/ 54315 h 108630"/>
                <a:gd name="connsiteX4" fmla="*/ 54315 w 223576"/>
                <a:gd name="connsiteY4" fmla="*/ 108630 h 108630"/>
                <a:gd name="connsiteX5" fmla="*/ 223577 w 223576"/>
                <a:gd name="connsiteY5" fmla="*/ 108630 h 108630"/>
                <a:gd name="connsiteX6" fmla="*/ 195824 w 223576"/>
                <a:gd name="connsiteY6" fmla="*/ 18120 h 108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3576" h="108630">
                  <a:moveTo>
                    <a:pt x="195824" y="18120"/>
                  </a:moveTo>
                  <a:lnTo>
                    <a:pt x="195824" y="0"/>
                  </a:lnTo>
                  <a:lnTo>
                    <a:pt x="54315" y="0"/>
                  </a:lnTo>
                  <a:cubicBezTo>
                    <a:pt x="24320" y="0"/>
                    <a:pt x="0" y="24319"/>
                    <a:pt x="0" y="54315"/>
                  </a:cubicBezTo>
                  <a:cubicBezTo>
                    <a:pt x="0" y="84310"/>
                    <a:pt x="24320" y="108630"/>
                    <a:pt x="54315" y="108630"/>
                  </a:cubicBezTo>
                  <a:lnTo>
                    <a:pt x="223577" y="108630"/>
                  </a:lnTo>
                  <a:cubicBezTo>
                    <a:pt x="204248" y="88440"/>
                    <a:pt x="195824" y="58170"/>
                    <a:pt x="195824" y="18120"/>
                  </a:cubicBezTo>
                  <a:close/>
                </a:path>
              </a:pathLst>
            </a:custGeom>
            <a:solidFill>
              <a:srgbClr val="F25255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88CDAA1C-77C8-1DBB-3267-8F57A20CA4A2}"/>
                </a:ext>
              </a:extLst>
            </p:cNvPr>
            <p:cNvSpPr/>
            <p:nvPr/>
          </p:nvSpPr>
          <p:spPr>
            <a:xfrm>
              <a:off x="11319644" y="190969"/>
              <a:ext cx="672826" cy="552695"/>
            </a:xfrm>
            <a:custGeom>
              <a:avLst/>
              <a:gdLst>
                <a:gd name="connsiteX0" fmla="*/ 4474 w 672826"/>
                <a:gd name="connsiteY0" fmla="*/ 139817 h 552695"/>
                <a:gd name="connsiteX1" fmla="*/ 4474 w 672826"/>
                <a:gd name="connsiteY1" fmla="*/ 9321 h 552695"/>
                <a:gd name="connsiteX2" fmla="*/ 44555 w 672826"/>
                <a:gd name="connsiteY2" fmla="*/ 9321 h 552695"/>
                <a:gd name="connsiteX3" fmla="*/ 88737 w 672826"/>
                <a:gd name="connsiteY3" fmla="*/ 46978 h 552695"/>
                <a:gd name="connsiteX4" fmla="*/ 44555 w 672826"/>
                <a:gd name="connsiteY4" fmla="*/ 84636 h 552695"/>
                <a:gd name="connsiteX5" fmla="*/ 25726 w 672826"/>
                <a:gd name="connsiteY5" fmla="*/ 84636 h 552695"/>
                <a:gd name="connsiteX6" fmla="*/ 25726 w 672826"/>
                <a:gd name="connsiteY6" fmla="*/ 139817 h 552695"/>
                <a:gd name="connsiteX7" fmla="*/ 4474 w 672826"/>
                <a:gd name="connsiteY7" fmla="*/ 139817 h 552695"/>
                <a:gd name="connsiteX8" fmla="*/ 45488 w 672826"/>
                <a:gd name="connsiteY8" fmla="*/ 27404 h 552695"/>
                <a:gd name="connsiteX9" fmla="*/ 25726 w 672826"/>
                <a:gd name="connsiteY9" fmla="*/ 27404 h 552695"/>
                <a:gd name="connsiteX10" fmla="*/ 25726 w 672826"/>
                <a:gd name="connsiteY10" fmla="*/ 66553 h 552695"/>
                <a:gd name="connsiteX11" fmla="*/ 45488 w 672826"/>
                <a:gd name="connsiteY11" fmla="*/ 66553 h 552695"/>
                <a:gd name="connsiteX12" fmla="*/ 66553 w 672826"/>
                <a:gd name="connsiteY12" fmla="*/ 46606 h 552695"/>
                <a:gd name="connsiteX13" fmla="*/ 45488 w 672826"/>
                <a:gd name="connsiteY13" fmla="*/ 27404 h 552695"/>
                <a:gd name="connsiteX14" fmla="*/ 110528 w 672826"/>
                <a:gd name="connsiteY14" fmla="*/ 139817 h 552695"/>
                <a:gd name="connsiteX15" fmla="*/ 110528 w 672826"/>
                <a:gd name="connsiteY15" fmla="*/ 0 h 552695"/>
                <a:gd name="connsiteX16" fmla="*/ 129730 w 672826"/>
                <a:gd name="connsiteY16" fmla="*/ 0 h 552695"/>
                <a:gd name="connsiteX17" fmla="*/ 129730 w 672826"/>
                <a:gd name="connsiteY17" fmla="*/ 139817 h 552695"/>
                <a:gd name="connsiteX18" fmla="*/ 110528 w 672826"/>
                <a:gd name="connsiteY18" fmla="*/ 139817 h 552695"/>
                <a:gd name="connsiteX19" fmla="*/ 225825 w 672826"/>
                <a:gd name="connsiteY19" fmla="*/ 99550 h 552695"/>
                <a:gd name="connsiteX20" fmla="*/ 225825 w 672826"/>
                <a:gd name="connsiteY20" fmla="*/ 45860 h 552695"/>
                <a:gd name="connsiteX21" fmla="*/ 245214 w 672826"/>
                <a:gd name="connsiteY21" fmla="*/ 45860 h 552695"/>
                <a:gd name="connsiteX22" fmla="*/ 245214 w 672826"/>
                <a:gd name="connsiteY22" fmla="*/ 98617 h 552695"/>
                <a:gd name="connsiteX23" fmla="*/ 202713 w 672826"/>
                <a:gd name="connsiteY23" fmla="*/ 143545 h 552695"/>
                <a:gd name="connsiteX24" fmla="*/ 160021 w 672826"/>
                <a:gd name="connsiteY24" fmla="*/ 98617 h 552695"/>
                <a:gd name="connsiteX25" fmla="*/ 160021 w 672826"/>
                <a:gd name="connsiteY25" fmla="*/ 45860 h 552695"/>
                <a:gd name="connsiteX26" fmla="*/ 179408 w 672826"/>
                <a:gd name="connsiteY26" fmla="*/ 45860 h 552695"/>
                <a:gd name="connsiteX27" fmla="*/ 179408 w 672826"/>
                <a:gd name="connsiteY27" fmla="*/ 99550 h 552695"/>
                <a:gd name="connsiteX28" fmla="*/ 202713 w 672826"/>
                <a:gd name="connsiteY28" fmla="*/ 125462 h 552695"/>
                <a:gd name="connsiteX29" fmla="*/ 225825 w 672826"/>
                <a:gd name="connsiteY29" fmla="*/ 99550 h 552695"/>
                <a:gd name="connsiteX30" fmla="*/ 265463 w 672826"/>
                <a:gd name="connsiteY30" fmla="*/ 126580 h 552695"/>
                <a:gd name="connsiteX31" fmla="*/ 278698 w 672826"/>
                <a:gd name="connsiteY31" fmla="*/ 115022 h 552695"/>
                <a:gd name="connsiteX32" fmla="*/ 301627 w 672826"/>
                <a:gd name="connsiteY32" fmla="*/ 127886 h 552695"/>
                <a:gd name="connsiteX33" fmla="*/ 315797 w 672826"/>
                <a:gd name="connsiteY33" fmla="*/ 115209 h 552695"/>
                <a:gd name="connsiteX34" fmla="*/ 269747 w 672826"/>
                <a:gd name="connsiteY34" fmla="*/ 69908 h 552695"/>
                <a:gd name="connsiteX35" fmla="*/ 301627 w 672826"/>
                <a:gd name="connsiteY35" fmla="*/ 42132 h 552695"/>
                <a:gd name="connsiteX36" fmla="*/ 334250 w 672826"/>
                <a:gd name="connsiteY36" fmla="*/ 57791 h 552695"/>
                <a:gd name="connsiteX37" fmla="*/ 321199 w 672826"/>
                <a:gd name="connsiteY37" fmla="*/ 69163 h 552695"/>
                <a:gd name="connsiteX38" fmla="*/ 301819 w 672826"/>
                <a:gd name="connsiteY38" fmla="*/ 57791 h 552695"/>
                <a:gd name="connsiteX39" fmla="*/ 288392 w 672826"/>
                <a:gd name="connsiteY39" fmla="*/ 69349 h 552695"/>
                <a:gd name="connsiteX40" fmla="*/ 334442 w 672826"/>
                <a:gd name="connsiteY40" fmla="*/ 114091 h 552695"/>
                <a:gd name="connsiteX41" fmla="*/ 301819 w 672826"/>
                <a:gd name="connsiteY41" fmla="*/ 143545 h 552695"/>
                <a:gd name="connsiteX42" fmla="*/ 265463 w 672826"/>
                <a:gd name="connsiteY42" fmla="*/ 126580 h 552695"/>
                <a:gd name="connsiteX43" fmla="*/ 0 w 672826"/>
                <a:gd name="connsiteY43" fmla="*/ 548968 h 552695"/>
                <a:gd name="connsiteX44" fmla="*/ 0 w 672826"/>
                <a:gd name="connsiteY44" fmla="*/ 455011 h 552695"/>
                <a:gd name="connsiteX45" fmla="*/ 19202 w 672826"/>
                <a:gd name="connsiteY45" fmla="*/ 455011 h 552695"/>
                <a:gd name="connsiteX46" fmla="*/ 19202 w 672826"/>
                <a:gd name="connsiteY46" fmla="*/ 463772 h 552695"/>
                <a:gd name="connsiteX47" fmla="*/ 47165 w 672826"/>
                <a:gd name="connsiteY47" fmla="*/ 451282 h 552695"/>
                <a:gd name="connsiteX48" fmla="*/ 76806 w 672826"/>
                <a:gd name="connsiteY48" fmla="*/ 468246 h 552695"/>
                <a:gd name="connsiteX49" fmla="*/ 109617 w 672826"/>
                <a:gd name="connsiteY49" fmla="*/ 451282 h 552695"/>
                <a:gd name="connsiteX50" fmla="*/ 144291 w 672826"/>
                <a:gd name="connsiteY50" fmla="*/ 490618 h 552695"/>
                <a:gd name="connsiteX51" fmla="*/ 144291 w 672826"/>
                <a:gd name="connsiteY51" fmla="*/ 548968 h 552695"/>
                <a:gd name="connsiteX52" fmla="*/ 124903 w 672826"/>
                <a:gd name="connsiteY52" fmla="*/ 548968 h 552695"/>
                <a:gd name="connsiteX53" fmla="*/ 124903 w 672826"/>
                <a:gd name="connsiteY53" fmla="*/ 491363 h 552695"/>
                <a:gd name="connsiteX54" fmla="*/ 105143 w 672826"/>
                <a:gd name="connsiteY54" fmla="*/ 469365 h 552695"/>
                <a:gd name="connsiteX55" fmla="*/ 81653 w 672826"/>
                <a:gd name="connsiteY55" fmla="*/ 485397 h 552695"/>
                <a:gd name="connsiteX56" fmla="*/ 81839 w 672826"/>
                <a:gd name="connsiteY56" fmla="*/ 490618 h 552695"/>
                <a:gd name="connsiteX57" fmla="*/ 81839 w 672826"/>
                <a:gd name="connsiteY57" fmla="*/ 548968 h 552695"/>
                <a:gd name="connsiteX58" fmla="*/ 62451 w 672826"/>
                <a:gd name="connsiteY58" fmla="*/ 548968 h 552695"/>
                <a:gd name="connsiteX59" fmla="*/ 62451 w 672826"/>
                <a:gd name="connsiteY59" fmla="*/ 491363 h 552695"/>
                <a:gd name="connsiteX60" fmla="*/ 42691 w 672826"/>
                <a:gd name="connsiteY60" fmla="*/ 469365 h 552695"/>
                <a:gd name="connsiteX61" fmla="*/ 19202 w 672826"/>
                <a:gd name="connsiteY61" fmla="*/ 485584 h 552695"/>
                <a:gd name="connsiteX62" fmla="*/ 19202 w 672826"/>
                <a:gd name="connsiteY62" fmla="*/ 548968 h 552695"/>
                <a:gd name="connsiteX63" fmla="*/ 0 w 672826"/>
                <a:gd name="connsiteY63" fmla="*/ 548968 h 552695"/>
                <a:gd name="connsiteX64" fmla="*/ 200884 w 672826"/>
                <a:gd name="connsiteY64" fmla="*/ 551764 h 552695"/>
                <a:gd name="connsiteX65" fmla="*/ 169569 w 672826"/>
                <a:gd name="connsiteY65" fmla="*/ 524546 h 552695"/>
                <a:gd name="connsiteX66" fmla="*/ 200517 w 672826"/>
                <a:gd name="connsiteY66" fmla="*/ 496769 h 552695"/>
                <a:gd name="connsiteX67" fmla="*/ 230902 w 672826"/>
                <a:gd name="connsiteY67" fmla="*/ 491736 h 552695"/>
                <a:gd name="connsiteX68" fmla="*/ 230902 w 672826"/>
                <a:gd name="connsiteY68" fmla="*/ 486889 h 552695"/>
                <a:gd name="connsiteX69" fmla="*/ 210211 w 672826"/>
                <a:gd name="connsiteY69" fmla="*/ 468246 h 552695"/>
                <a:gd name="connsiteX70" fmla="*/ 186530 w 672826"/>
                <a:gd name="connsiteY70" fmla="*/ 480550 h 552695"/>
                <a:gd name="connsiteX71" fmla="*/ 172179 w 672826"/>
                <a:gd name="connsiteY71" fmla="*/ 469551 h 552695"/>
                <a:gd name="connsiteX72" fmla="*/ 210770 w 672826"/>
                <a:gd name="connsiteY72" fmla="*/ 451282 h 552695"/>
                <a:gd name="connsiteX73" fmla="*/ 250107 w 672826"/>
                <a:gd name="connsiteY73" fmla="*/ 486889 h 552695"/>
                <a:gd name="connsiteX74" fmla="*/ 250107 w 672826"/>
                <a:gd name="connsiteY74" fmla="*/ 548968 h 552695"/>
                <a:gd name="connsiteX75" fmla="*/ 230902 w 672826"/>
                <a:gd name="connsiteY75" fmla="*/ 548968 h 552695"/>
                <a:gd name="connsiteX76" fmla="*/ 230902 w 672826"/>
                <a:gd name="connsiteY76" fmla="*/ 538341 h 552695"/>
                <a:gd name="connsiteX77" fmla="*/ 200884 w 672826"/>
                <a:gd name="connsiteY77" fmla="*/ 551764 h 552695"/>
                <a:gd name="connsiteX78" fmla="*/ 188960 w 672826"/>
                <a:gd name="connsiteY78" fmla="*/ 523801 h 552695"/>
                <a:gd name="connsiteX79" fmla="*/ 204433 w 672826"/>
                <a:gd name="connsiteY79" fmla="*/ 536104 h 552695"/>
                <a:gd name="connsiteX80" fmla="*/ 230902 w 672826"/>
                <a:gd name="connsiteY80" fmla="*/ 521564 h 552695"/>
                <a:gd name="connsiteX81" fmla="*/ 230902 w 672826"/>
                <a:gd name="connsiteY81" fmla="*/ 505345 h 552695"/>
                <a:gd name="connsiteX82" fmla="*/ 205552 w 672826"/>
                <a:gd name="connsiteY82" fmla="*/ 509632 h 552695"/>
                <a:gd name="connsiteX83" fmla="*/ 188960 w 672826"/>
                <a:gd name="connsiteY83" fmla="*/ 523801 h 552695"/>
                <a:gd name="connsiteX84" fmla="*/ 318519 w 672826"/>
                <a:gd name="connsiteY84" fmla="*/ 455011 h 552695"/>
                <a:gd name="connsiteX85" fmla="*/ 339210 w 672826"/>
                <a:gd name="connsiteY85" fmla="*/ 455011 h 552695"/>
                <a:gd name="connsiteX86" fmla="*/ 366799 w 672826"/>
                <a:gd name="connsiteY86" fmla="*/ 528088 h 552695"/>
                <a:gd name="connsiteX87" fmla="*/ 394204 w 672826"/>
                <a:gd name="connsiteY87" fmla="*/ 455011 h 552695"/>
                <a:gd name="connsiteX88" fmla="*/ 415087 w 672826"/>
                <a:gd name="connsiteY88" fmla="*/ 455011 h 552695"/>
                <a:gd name="connsiteX89" fmla="*/ 379474 w 672826"/>
                <a:gd name="connsiteY89" fmla="*/ 548968 h 552695"/>
                <a:gd name="connsiteX90" fmla="*/ 353940 w 672826"/>
                <a:gd name="connsiteY90" fmla="*/ 548968 h 552695"/>
                <a:gd name="connsiteX91" fmla="*/ 318519 w 672826"/>
                <a:gd name="connsiteY91" fmla="*/ 455011 h 552695"/>
                <a:gd name="connsiteX92" fmla="*/ 443068 w 672826"/>
                <a:gd name="connsiteY92" fmla="*/ 434132 h 552695"/>
                <a:gd name="connsiteX93" fmla="*/ 430017 w 672826"/>
                <a:gd name="connsiteY93" fmla="*/ 421082 h 552695"/>
                <a:gd name="connsiteX94" fmla="*/ 443068 w 672826"/>
                <a:gd name="connsiteY94" fmla="*/ 408032 h 552695"/>
                <a:gd name="connsiteX95" fmla="*/ 456119 w 672826"/>
                <a:gd name="connsiteY95" fmla="*/ 421082 h 552695"/>
                <a:gd name="connsiteX96" fmla="*/ 443068 w 672826"/>
                <a:gd name="connsiteY96" fmla="*/ 434132 h 552695"/>
                <a:gd name="connsiteX97" fmla="*/ 433374 w 672826"/>
                <a:gd name="connsiteY97" fmla="*/ 548968 h 552695"/>
                <a:gd name="connsiteX98" fmla="*/ 433374 w 672826"/>
                <a:gd name="connsiteY98" fmla="*/ 455011 h 552695"/>
                <a:gd name="connsiteX99" fmla="*/ 452579 w 672826"/>
                <a:gd name="connsiteY99" fmla="*/ 455011 h 552695"/>
                <a:gd name="connsiteX100" fmla="*/ 452579 w 672826"/>
                <a:gd name="connsiteY100" fmla="*/ 548968 h 552695"/>
                <a:gd name="connsiteX101" fmla="*/ 433374 w 672826"/>
                <a:gd name="connsiteY101" fmla="*/ 548968 h 552695"/>
                <a:gd name="connsiteX102" fmla="*/ 484918 w 672826"/>
                <a:gd name="connsiteY102" fmla="*/ 548968 h 552695"/>
                <a:gd name="connsiteX103" fmla="*/ 484918 w 672826"/>
                <a:gd name="connsiteY103" fmla="*/ 409151 h 552695"/>
                <a:gd name="connsiteX104" fmla="*/ 504115 w 672826"/>
                <a:gd name="connsiteY104" fmla="*/ 409151 h 552695"/>
                <a:gd name="connsiteX105" fmla="*/ 504115 w 672826"/>
                <a:gd name="connsiteY105" fmla="*/ 548968 h 552695"/>
                <a:gd name="connsiteX106" fmla="*/ 484918 w 672826"/>
                <a:gd name="connsiteY106" fmla="*/ 548968 h 552695"/>
                <a:gd name="connsiteX107" fmla="*/ 536463 w 672826"/>
                <a:gd name="connsiteY107" fmla="*/ 548968 h 552695"/>
                <a:gd name="connsiteX108" fmla="*/ 536463 w 672826"/>
                <a:gd name="connsiteY108" fmla="*/ 409151 h 552695"/>
                <a:gd name="connsiteX109" fmla="*/ 555660 w 672826"/>
                <a:gd name="connsiteY109" fmla="*/ 409151 h 552695"/>
                <a:gd name="connsiteX110" fmla="*/ 555660 w 672826"/>
                <a:gd name="connsiteY110" fmla="*/ 548968 h 552695"/>
                <a:gd name="connsiteX111" fmla="*/ 536463 w 672826"/>
                <a:gd name="connsiteY111" fmla="*/ 548968 h 552695"/>
                <a:gd name="connsiteX112" fmla="*/ 672827 w 672826"/>
                <a:gd name="connsiteY112" fmla="*/ 533681 h 552695"/>
                <a:gd name="connsiteX113" fmla="*/ 632187 w 672826"/>
                <a:gd name="connsiteY113" fmla="*/ 552696 h 552695"/>
                <a:gd name="connsiteX114" fmla="*/ 580543 w 672826"/>
                <a:gd name="connsiteY114" fmla="*/ 501989 h 552695"/>
                <a:gd name="connsiteX115" fmla="*/ 628271 w 672826"/>
                <a:gd name="connsiteY115" fmla="*/ 451282 h 552695"/>
                <a:gd name="connsiteX116" fmla="*/ 670965 w 672826"/>
                <a:gd name="connsiteY116" fmla="*/ 492855 h 552695"/>
                <a:gd name="connsiteX117" fmla="*/ 669654 w 672826"/>
                <a:gd name="connsiteY117" fmla="*/ 504226 h 552695"/>
                <a:gd name="connsiteX118" fmla="*/ 600307 w 672826"/>
                <a:gd name="connsiteY118" fmla="*/ 504226 h 552695"/>
                <a:gd name="connsiteX119" fmla="*/ 632187 w 672826"/>
                <a:gd name="connsiteY119" fmla="*/ 535359 h 552695"/>
                <a:gd name="connsiteX120" fmla="*/ 658841 w 672826"/>
                <a:gd name="connsiteY120" fmla="*/ 522496 h 552695"/>
                <a:gd name="connsiteX121" fmla="*/ 672827 w 672826"/>
                <a:gd name="connsiteY121" fmla="*/ 533681 h 552695"/>
                <a:gd name="connsiteX122" fmla="*/ 627896 w 672826"/>
                <a:gd name="connsiteY122" fmla="*/ 467315 h 552695"/>
                <a:gd name="connsiteX123" fmla="*/ 601242 w 672826"/>
                <a:gd name="connsiteY123" fmla="*/ 489871 h 552695"/>
                <a:gd name="connsiteX124" fmla="*/ 651760 w 672826"/>
                <a:gd name="connsiteY124" fmla="*/ 489871 h 552695"/>
                <a:gd name="connsiteX125" fmla="*/ 627896 w 672826"/>
                <a:gd name="connsiteY125" fmla="*/ 467315 h 552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2826" h="552695">
                  <a:moveTo>
                    <a:pt x="4474" y="139817"/>
                  </a:moveTo>
                  <a:lnTo>
                    <a:pt x="4474" y="9321"/>
                  </a:lnTo>
                  <a:lnTo>
                    <a:pt x="44555" y="9321"/>
                  </a:lnTo>
                  <a:cubicBezTo>
                    <a:pt x="71959" y="9321"/>
                    <a:pt x="88737" y="23862"/>
                    <a:pt x="88737" y="46978"/>
                  </a:cubicBezTo>
                  <a:cubicBezTo>
                    <a:pt x="88737" y="70095"/>
                    <a:pt x="71959" y="84636"/>
                    <a:pt x="44555" y="84636"/>
                  </a:cubicBezTo>
                  <a:lnTo>
                    <a:pt x="25726" y="84636"/>
                  </a:lnTo>
                  <a:lnTo>
                    <a:pt x="25726" y="139817"/>
                  </a:lnTo>
                  <a:lnTo>
                    <a:pt x="4474" y="139817"/>
                  </a:lnTo>
                  <a:close/>
                  <a:moveTo>
                    <a:pt x="45488" y="27404"/>
                  </a:moveTo>
                  <a:lnTo>
                    <a:pt x="25726" y="27404"/>
                  </a:lnTo>
                  <a:lnTo>
                    <a:pt x="25726" y="66553"/>
                  </a:lnTo>
                  <a:lnTo>
                    <a:pt x="45488" y="66553"/>
                  </a:lnTo>
                  <a:cubicBezTo>
                    <a:pt x="58723" y="66553"/>
                    <a:pt x="66553" y="59096"/>
                    <a:pt x="66553" y="46606"/>
                  </a:cubicBezTo>
                  <a:cubicBezTo>
                    <a:pt x="66553" y="34861"/>
                    <a:pt x="58723" y="27404"/>
                    <a:pt x="45488" y="27404"/>
                  </a:cubicBezTo>
                  <a:close/>
                  <a:moveTo>
                    <a:pt x="110528" y="139817"/>
                  </a:moveTo>
                  <a:lnTo>
                    <a:pt x="110528" y="0"/>
                  </a:lnTo>
                  <a:lnTo>
                    <a:pt x="129730" y="0"/>
                  </a:lnTo>
                  <a:lnTo>
                    <a:pt x="129730" y="139817"/>
                  </a:lnTo>
                  <a:lnTo>
                    <a:pt x="110528" y="139817"/>
                  </a:lnTo>
                  <a:close/>
                  <a:moveTo>
                    <a:pt x="225825" y="99550"/>
                  </a:moveTo>
                  <a:lnTo>
                    <a:pt x="225825" y="45860"/>
                  </a:lnTo>
                  <a:lnTo>
                    <a:pt x="245214" y="45860"/>
                  </a:lnTo>
                  <a:lnTo>
                    <a:pt x="245214" y="98617"/>
                  </a:lnTo>
                  <a:cubicBezTo>
                    <a:pt x="245214" y="126768"/>
                    <a:pt x="228998" y="143545"/>
                    <a:pt x="202713" y="143545"/>
                  </a:cubicBezTo>
                  <a:cubicBezTo>
                    <a:pt x="176243" y="143545"/>
                    <a:pt x="160021" y="126768"/>
                    <a:pt x="160021" y="98617"/>
                  </a:cubicBezTo>
                  <a:lnTo>
                    <a:pt x="160021" y="45860"/>
                  </a:lnTo>
                  <a:lnTo>
                    <a:pt x="179408" y="45860"/>
                  </a:lnTo>
                  <a:lnTo>
                    <a:pt x="179408" y="99550"/>
                  </a:lnTo>
                  <a:cubicBezTo>
                    <a:pt x="179408" y="115768"/>
                    <a:pt x="187983" y="125462"/>
                    <a:pt x="202713" y="125462"/>
                  </a:cubicBezTo>
                  <a:cubicBezTo>
                    <a:pt x="217066" y="125462"/>
                    <a:pt x="225825" y="115768"/>
                    <a:pt x="225825" y="99550"/>
                  </a:cubicBezTo>
                  <a:close/>
                  <a:moveTo>
                    <a:pt x="265463" y="126580"/>
                  </a:moveTo>
                  <a:lnTo>
                    <a:pt x="278698" y="115022"/>
                  </a:lnTo>
                  <a:cubicBezTo>
                    <a:pt x="284852" y="122852"/>
                    <a:pt x="292308" y="127886"/>
                    <a:pt x="301627" y="127886"/>
                  </a:cubicBezTo>
                  <a:cubicBezTo>
                    <a:pt x="310762" y="127886"/>
                    <a:pt x="315797" y="122293"/>
                    <a:pt x="315797" y="115209"/>
                  </a:cubicBezTo>
                  <a:cubicBezTo>
                    <a:pt x="315797" y="96194"/>
                    <a:pt x="269747" y="103092"/>
                    <a:pt x="269747" y="69908"/>
                  </a:cubicBezTo>
                  <a:cubicBezTo>
                    <a:pt x="269747" y="54435"/>
                    <a:pt x="282798" y="42132"/>
                    <a:pt x="301627" y="42132"/>
                  </a:cubicBezTo>
                  <a:cubicBezTo>
                    <a:pt x="315421" y="42132"/>
                    <a:pt x="327545" y="48843"/>
                    <a:pt x="334250" y="57791"/>
                  </a:cubicBezTo>
                  <a:lnTo>
                    <a:pt x="321199" y="69163"/>
                  </a:lnTo>
                  <a:cubicBezTo>
                    <a:pt x="316173" y="62452"/>
                    <a:pt x="309643" y="57791"/>
                    <a:pt x="301819" y="57791"/>
                  </a:cubicBezTo>
                  <a:cubicBezTo>
                    <a:pt x="292868" y="57791"/>
                    <a:pt x="288392" y="63011"/>
                    <a:pt x="288392" y="69349"/>
                  </a:cubicBezTo>
                  <a:cubicBezTo>
                    <a:pt x="288392" y="88178"/>
                    <a:pt x="334442" y="81839"/>
                    <a:pt x="334442" y="114091"/>
                  </a:cubicBezTo>
                  <a:cubicBezTo>
                    <a:pt x="334250" y="132547"/>
                    <a:pt x="319337" y="143545"/>
                    <a:pt x="301819" y="143545"/>
                  </a:cubicBezTo>
                  <a:cubicBezTo>
                    <a:pt x="285971" y="143545"/>
                    <a:pt x="274222" y="137207"/>
                    <a:pt x="265463" y="126580"/>
                  </a:cubicBezTo>
                  <a:close/>
                  <a:moveTo>
                    <a:pt x="0" y="548968"/>
                  </a:moveTo>
                  <a:lnTo>
                    <a:pt x="0" y="455011"/>
                  </a:lnTo>
                  <a:lnTo>
                    <a:pt x="19202" y="455011"/>
                  </a:lnTo>
                  <a:lnTo>
                    <a:pt x="19202" y="463772"/>
                  </a:lnTo>
                  <a:cubicBezTo>
                    <a:pt x="25913" y="456502"/>
                    <a:pt x="34674" y="451282"/>
                    <a:pt x="47165" y="451282"/>
                  </a:cubicBezTo>
                  <a:cubicBezTo>
                    <a:pt x="60028" y="451282"/>
                    <a:pt x="70841" y="457062"/>
                    <a:pt x="76806" y="468246"/>
                  </a:cubicBezTo>
                  <a:cubicBezTo>
                    <a:pt x="84076" y="458925"/>
                    <a:pt x="93397" y="451282"/>
                    <a:pt x="109617" y="451282"/>
                  </a:cubicBezTo>
                  <a:cubicBezTo>
                    <a:pt x="129191" y="451282"/>
                    <a:pt x="144291" y="464704"/>
                    <a:pt x="144291" y="490618"/>
                  </a:cubicBezTo>
                  <a:lnTo>
                    <a:pt x="144291" y="548968"/>
                  </a:lnTo>
                  <a:lnTo>
                    <a:pt x="124903" y="548968"/>
                  </a:lnTo>
                  <a:lnTo>
                    <a:pt x="124903" y="491363"/>
                  </a:lnTo>
                  <a:cubicBezTo>
                    <a:pt x="124903" y="477567"/>
                    <a:pt x="117260" y="469365"/>
                    <a:pt x="105143" y="469365"/>
                  </a:cubicBezTo>
                  <a:cubicBezTo>
                    <a:pt x="93957" y="469365"/>
                    <a:pt x="86687" y="476449"/>
                    <a:pt x="81653" y="485397"/>
                  </a:cubicBezTo>
                  <a:cubicBezTo>
                    <a:pt x="81839" y="487076"/>
                    <a:pt x="81839" y="488753"/>
                    <a:pt x="81839" y="490618"/>
                  </a:cubicBezTo>
                  <a:lnTo>
                    <a:pt x="81839" y="548968"/>
                  </a:lnTo>
                  <a:lnTo>
                    <a:pt x="62451" y="548968"/>
                  </a:lnTo>
                  <a:lnTo>
                    <a:pt x="62451" y="491363"/>
                  </a:lnTo>
                  <a:cubicBezTo>
                    <a:pt x="62451" y="477567"/>
                    <a:pt x="54995" y="469365"/>
                    <a:pt x="42691" y="469365"/>
                  </a:cubicBezTo>
                  <a:cubicBezTo>
                    <a:pt x="30760" y="469365"/>
                    <a:pt x="23676" y="477567"/>
                    <a:pt x="19202" y="485584"/>
                  </a:cubicBezTo>
                  <a:lnTo>
                    <a:pt x="19202" y="548968"/>
                  </a:lnTo>
                  <a:lnTo>
                    <a:pt x="0" y="548968"/>
                  </a:lnTo>
                  <a:close/>
                  <a:moveTo>
                    <a:pt x="200884" y="551764"/>
                  </a:moveTo>
                  <a:cubicBezTo>
                    <a:pt x="182247" y="551764"/>
                    <a:pt x="169569" y="541138"/>
                    <a:pt x="169569" y="524546"/>
                  </a:cubicBezTo>
                  <a:cubicBezTo>
                    <a:pt x="169569" y="510378"/>
                    <a:pt x="180568" y="500125"/>
                    <a:pt x="200517" y="496769"/>
                  </a:cubicBezTo>
                  <a:lnTo>
                    <a:pt x="230902" y="491736"/>
                  </a:lnTo>
                  <a:lnTo>
                    <a:pt x="230902" y="486889"/>
                  </a:lnTo>
                  <a:cubicBezTo>
                    <a:pt x="230902" y="475331"/>
                    <a:pt x="222327" y="468246"/>
                    <a:pt x="210211" y="468246"/>
                  </a:cubicBezTo>
                  <a:cubicBezTo>
                    <a:pt x="199957" y="468246"/>
                    <a:pt x="191941" y="472907"/>
                    <a:pt x="186530" y="480550"/>
                  </a:cubicBezTo>
                  <a:lnTo>
                    <a:pt x="172179" y="469551"/>
                  </a:lnTo>
                  <a:cubicBezTo>
                    <a:pt x="180568" y="458367"/>
                    <a:pt x="193987" y="451282"/>
                    <a:pt x="210770" y="451282"/>
                  </a:cubicBezTo>
                  <a:cubicBezTo>
                    <a:pt x="236121" y="451282"/>
                    <a:pt x="250107" y="466196"/>
                    <a:pt x="250107" y="486889"/>
                  </a:cubicBezTo>
                  <a:lnTo>
                    <a:pt x="250107" y="548968"/>
                  </a:lnTo>
                  <a:lnTo>
                    <a:pt x="230902" y="548968"/>
                  </a:lnTo>
                  <a:lnTo>
                    <a:pt x="230902" y="538341"/>
                  </a:lnTo>
                  <a:cubicBezTo>
                    <a:pt x="224189" y="546544"/>
                    <a:pt x="212449" y="551764"/>
                    <a:pt x="200884" y="551764"/>
                  </a:cubicBezTo>
                  <a:close/>
                  <a:moveTo>
                    <a:pt x="188960" y="523801"/>
                  </a:moveTo>
                  <a:cubicBezTo>
                    <a:pt x="188960" y="531071"/>
                    <a:pt x="194738" y="536104"/>
                    <a:pt x="204433" y="536104"/>
                  </a:cubicBezTo>
                  <a:cubicBezTo>
                    <a:pt x="216173" y="536104"/>
                    <a:pt x="225308" y="530512"/>
                    <a:pt x="230902" y="521564"/>
                  </a:cubicBezTo>
                  <a:lnTo>
                    <a:pt x="230902" y="505345"/>
                  </a:lnTo>
                  <a:lnTo>
                    <a:pt x="205552" y="509632"/>
                  </a:lnTo>
                  <a:cubicBezTo>
                    <a:pt x="193803" y="511683"/>
                    <a:pt x="188960" y="516717"/>
                    <a:pt x="188960" y="523801"/>
                  </a:cubicBezTo>
                  <a:close/>
                  <a:moveTo>
                    <a:pt x="318519" y="455011"/>
                  </a:moveTo>
                  <a:lnTo>
                    <a:pt x="339210" y="455011"/>
                  </a:lnTo>
                  <a:lnTo>
                    <a:pt x="366799" y="528088"/>
                  </a:lnTo>
                  <a:lnTo>
                    <a:pt x="394204" y="455011"/>
                  </a:lnTo>
                  <a:lnTo>
                    <a:pt x="415087" y="455011"/>
                  </a:lnTo>
                  <a:lnTo>
                    <a:pt x="379474" y="548968"/>
                  </a:lnTo>
                  <a:lnTo>
                    <a:pt x="353940" y="548968"/>
                  </a:lnTo>
                  <a:lnTo>
                    <a:pt x="318519" y="455011"/>
                  </a:lnTo>
                  <a:close/>
                  <a:moveTo>
                    <a:pt x="443068" y="434132"/>
                  </a:moveTo>
                  <a:cubicBezTo>
                    <a:pt x="435987" y="434132"/>
                    <a:pt x="430017" y="428165"/>
                    <a:pt x="430017" y="421082"/>
                  </a:cubicBezTo>
                  <a:cubicBezTo>
                    <a:pt x="430017" y="413998"/>
                    <a:pt x="435987" y="408032"/>
                    <a:pt x="443068" y="408032"/>
                  </a:cubicBezTo>
                  <a:cubicBezTo>
                    <a:pt x="450149" y="408032"/>
                    <a:pt x="456119" y="413998"/>
                    <a:pt x="456119" y="421082"/>
                  </a:cubicBezTo>
                  <a:cubicBezTo>
                    <a:pt x="456119" y="428165"/>
                    <a:pt x="450149" y="434132"/>
                    <a:pt x="443068" y="434132"/>
                  </a:cubicBezTo>
                  <a:close/>
                  <a:moveTo>
                    <a:pt x="433374" y="548968"/>
                  </a:moveTo>
                  <a:lnTo>
                    <a:pt x="433374" y="455011"/>
                  </a:lnTo>
                  <a:lnTo>
                    <a:pt x="452579" y="455011"/>
                  </a:lnTo>
                  <a:lnTo>
                    <a:pt x="452579" y="548968"/>
                  </a:lnTo>
                  <a:lnTo>
                    <a:pt x="433374" y="548968"/>
                  </a:lnTo>
                  <a:close/>
                  <a:moveTo>
                    <a:pt x="484918" y="548968"/>
                  </a:moveTo>
                  <a:lnTo>
                    <a:pt x="484918" y="409151"/>
                  </a:lnTo>
                  <a:lnTo>
                    <a:pt x="504115" y="409151"/>
                  </a:lnTo>
                  <a:lnTo>
                    <a:pt x="504115" y="548968"/>
                  </a:lnTo>
                  <a:lnTo>
                    <a:pt x="484918" y="548968"/>
                  </a:lnTo>
                  <a:close/>
                  <a:moveTo>
                    <a:pt x="536463" y="548968"/>
                  </a:moveTo>
                  <a:lnTo>
                    <a:pt x="536463" y="409151"/>
                  </a:lnTo>
                  <a:lnTo>
                    <a:pt x="555660" y="409151"/>
                  </a:lnTo>
                  <a:lnTo>
                    <a:pt x="555660" y="548968"/>
                  </a:lnTo>
                  <a:lnTo>
                    <a:pt x="536463" y="548968"/>
                  </a:lnTo>
                  <a:close/>
                  <a:moveTo>
                    <a:pt x="672827" y="533681"/>
                  </a:moveTo>
                  <a:cubicBezTo>
                    <a:pt x="664059" y="545426"/>
                    <a:pt x="649706" y="552696"/>
                    <a:pt x="632187" y="552696"/>
                  </a:cubicBezTo>
                  <a:cubicBezTo>
                    <a:pt x="599748" y="552696"/>
                    <a:pt x="580543" y="529394"/>
                    <a:pt x="580543" y="501989"/>
                  </a:cubicBezTo>
                  <a:cubicBezTo>
                    <a:pt x="580543" y="473839"/>
                    <a:pt x="598445" y="451282"/>
                    <a:pt x="628271" y="451282"/>
                  </a:cubicBezTo>
                  <a:cubicBezTo>
                    <a:pt x="654181" y="451282"/>
                    <a:pt x="670965" y="468992"/>
                    <a:pt x="670965" y="492855"/>
                  </a:cubicBezTo>
                  <a:cubicBezTo>
                    <a:pt x="670965" y="497142"/>
                    <a:pt x="670405" y="501430"/>
                    <a:pt x="669654" y="504226"/>
                  </a:cubicBezTo>
                  <a:lnTo>
                    <a:pt x="600307" y="504226"/>
                  </a:lnTo>
                  <a:cubicBezTo>
                    <a:pt x="601610" y="524733"/>
                    <a:pt x="614101" y="535359"/>
                    <a:pt x="632187" y="535359"/>
                  </a:cubicBezTo>
                  <a:cubicBezTo>
                    <a:pt x="643560" y="535359"/>
                    <a:pt x="653062" y="530325"/>
                    <a:pt x="658841" y="522496"/>
                  </a:cubicBezTo>
                  <a:lnTo>
                    <a:pt x="672827" y="533681"/>
                  </a:lnTo>
                  <a:close/>
                  <a:moveTo>
                    <a:pt x="627896" y="467315"/>
                  </a:moveTo>
                  <a:cubicBezTo>
                    <a:pt x="613918" y="467315"/>
                    <a:pt x="604223" y="475331"/>
                    <a:pt x="601242" y="489871"/>
                  </a:cubicBezTo>
                  <a:lnTo>
                    <a:pt x="651760" y="489871"/>
                  </a:lnTo>
                  <a:cubicBezTo>
                    <a:pt x="651384" y="478127"/>
                    <a:pt x="643001" y="467315"/>
                    <a:pt x="627896" y="467315"/>
                  </a:cubicBezTo>
                  <a:close/>
                </a:path>
              </a:pathLst>
            </a:custGeom>
            <a:solidFill>
              <a:srgbClr val="000091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" name="Forme libre : forme 21">
              <a:extLst>
                <a:ext uri="{FF2B5EF4-FFF2-40B4-BE49-F238E27FC236}">
                  <a16:creationId xmlns:a16="http://schemas.microsoft.com/office/drawing/2014/main" id="{83E2B6D1-AFFE-0A8A-E3E2-E5515C76A1DF}"/>
                </a:ext>
              </a:extLst>
            </p:cNvPr>
            <p:cNvSpPr/>
            <p:nvPr/>
          </p:nvSpPr>
          <p:spPr>
            <a:xfrm>
              <a:off x="11305180" y="390105"/>
              <a:ext cx="671976" cy="153415"/>
            </a:xfrm>
            <a:custGeom>
              <a:avLst/>
              <a:gdLst>
                <a:gd name="connsiteX0" fmla="*/ 0 w 671976"/>
                <a:gd name="connsiteY0" fmla="*/ 49014 h 153415"/>
                <a:gd name="connsiteX1" fmla="*/ 18728 w 671976"/>
                <a:gd name="connsiteY1" fmla="*/ 49014 h 153415"/>
                <a:gd name="connsiteX2" fmla="*/ 18728 w 671976"/>
                <a:gd name="connsiteY2" fmla="*/ 39848 h 153415"/>
                <a:gd name="connsiteX3" fmla="*/ 60569 w 671976"/>
                <a:gd name="connsiteY3" fmla="*/ 0 h 153415"/>
                <a:gd name="connsiteX4" fmla="*/ 84877 w 671976"/>
                <a:gd name="connsiteY4" fmla="*/ 5380 h 153415"/>
                <a:gd name="connsiteX5" fmla="*/ 71528 w 671976"/>
                <a:gd name="connsiteY5" fmla="*/ 31879 h 153415"/>
                <a:gd name="connsiteX6" fmla="*/ 61167 w 671976"/>
                <a:gd name="connsiteY6" fmla="*/ 28292 h 153415"/>
                <a:gd name="connsiteX7" fmla="*/ 50607 w 671976"/>
                <a:gd name="connsiteY7" fmla="*/ 38852 h 153415"/>
                <a:gd name="connsiteX8" fmla="*/ 50607 w 671976"/>
                <a:gd name="connsiteY8" fmla="*/ 49014 h 153415"/>
                <a:gd name="connsiteX9" fmla="*/ 78103 w 671976"/>
                <a:gd name="connsiteY9" fmla="*/ 49014 h 153415"/>
                <a:gd name="connsiteX10" fmla="*/ 78103 w 671976"/>
                <a:gd name="connsiteY10" fmla="*/ 77305 h 153415"/>
                <a:gd name="connsiteX11" fmla="*/ 50607 w 671976"/>
                <a:gd name="connsiteY11" fmla="*/ 77305 h 153415"/>
                <a:gd name="connsiteX12" fmla="*/ 50607 w 671976"/>
                <a:gd name="connsiteY12" fmla="*/ 149431 h 153415"/>
                <a:gd name="connsiteX13" fmla="*/ 18728 w 671976"/>
                <a:gd name="connsiteY13" fmla="*/ 149431 h 153415"/>
                <a:gd name="connsiteX14" fmla="*/ 18728 w 671976"/>
                <a:gd name="connsiteY14" fmla="*/ 77305 h 153415"/>
                <a:gd name="connsiteX15" fmla="*/ 0 w 671976"/>
                <a:gd name="connsiteY15" fmla="*/ 77305 h 153415"/>
                <a:gd name="connsiteX16" fmla="*/ 0 w 671976"/>
                <a:gd name="connsiteY16" fmla="*/ 49014 h 153415"/>
                <a:gd name="connsiteX17" fmla="*/ 94212 w 671976"/>
                <a:gd name="connsiteY17" fmla="*/ 149431 h 153415"/>
                <a:gd name="connsiteX18" fmla="*/ 94212 w 671976"/>
                <a:gd name="connsiteY18" fmla="*/ 49014 h 153415"/>
                <a:gd name="connsiteX19" fmla="*/ 125892 w 671976"/>
                <a:gd name="connsiteY19" fmla="*/ 49014 h 153415"/>
                <a:gd name="connsiteX20" fmla="*/ 125892 w 671976"/>
                <a:gd name="connsiteY20" fmla="*/ 57183 h 153415"/>
                <a:gd name="connsiteX21" fmla="*/ 150199 w 671976"/>
                <a:gd name="connsiteY21" fmla="*/ 47021 h 153415"/>
                <a:gd name="connsiteX22" fmla="*/ 159364 w 671976"/>
                <a:gd name="connsiteY22" fmla="*/ 48416 h 153415"/>
                <a:gd name="connsiteX23" fmla="*/ 159364 w 671976"/>
                <a:gd name="connsiteY23" fmla="*/ 79697 h 153415"/>
                <a:gd name="connsiteX24" fmla="*/ 147012 w 671976"/>
                <a:gd name="connsiteY24" fmla="*/ 78301 h 153415"/>
                <a:gd name="connsiteX25" fmla="*/ 125892 w 671976"/>
                <a:gd name="connsiteY25" fmla="*/ 88463 h 153415"/>
                <a:gd name="connsiteX26" fmla="*/ 125892 w 671976"/>
                <a:gd name="connsiteY26" fmla="*/ 149431 h 153415"/>
                <a:gd name="connsiteX27" fmla="*/ 94212 w 671976"/>
                <a:gd name="connsiteY27" fmla="*/ 149431 h 153415"/>
                <a:gd name="connsiteX28" fmla="*/ 201286 w 671976"/>
                <a:gd name="connsiteY28" fmla="*/ 152420 h 153415"/>
                <a:gd name="connsiteX29" fmla="*/ 166816 w 671976"/>
                <a:gd name="connsiteY29" fmla="*/ 121139 h 153415"/>
                <a:gd name="connsiteX30" fmla="*/ 200485 w 671976"/>
                <a:gd name="connsiteY30" fmla="*/ 90456 h 153415"/>
                <a:gd name="connsiteX31" fmla="*/ 228783 w 671976"/>
                <a:gd name="connsiteY31" fmla="*/ 85674 h 153415"/>
                <a:gd name="connsiteX32" fmla="*/ 212642 w 671976"/>
                <a:gd name="connsiteY32" fmla="*/ 72324 h 153415"/>
                <a:gd name="connsiteX33" fmla="*/ 193513 w 671976"/>
                <a:gd name="connsiteY33" fmla="*/ 82885 h 153415"/>
                <a:gd name="connsiteX34" fmla="*/ 170402 w 671976"/>
                <a:gd name="connsiteY34" fmla="*/ 65351 h 153415"/>
                <a:gd name="connsiteX35" fmla="*/ 213636 w 671976"/>
                <a:gd name="connsiteY35" fmla="*/ 45028 h 153415"/>
                <a:gd name="connsiteX36" fmla="*/ 260263 w 671976"/>
                <a:gd name="connsiteY36" fmla="*/ 86072 h 153415"/>
                <a:gd name="connsiteX37" fmla="*/ 260263 w 671976"/>
                <a:gd name="connsiteY37" fmla="*/ 149431 h 153415"/>
                <a:gd name="connsiteX38" fmla="*/ 228783 w 671976"/>
                <a:gd name="connsiteY38" fmla="*/ 149431 h 153415"/>
                <a:gd name="connsiteX39" fmla="*/ 228783 w 671976"/>
                <a:gd name="connsiteY39" fmla="*/ 141860 h 153415"/>
                <a:gd name="connsiteX40" fmla="*/ 201286 w 671976"/>
                <a:gd name="connsiteY40" fmla="*/ 152420 h 153415"/>
                <a:gd name="connsiteX41" fmla="*/ 198097 w 671976"/>
                <a:gd name="connsiteY41" fmla="*/ 119545 h 153415"/>
                <a:gd name="connsiteX42" fmla="*/ 208259 w 671976"/>
                <a:gd name="connsiteY42" fmla="*/ 127913 h 153415"/>
                <a:gd name="connsiteX43" fmla="*/ 228783 w 671976"/>
                <a:gd name="connsiteY43" fmla="*/ 117154 h 153415"/>
                <a:gd name="connsiteX44" fmla="*/ 228783 w 671976"/>
                <a:gd name="connsiteY44" fmla="*/ 107192 h 153415"/>
                <a:gd name="connsiteX45" fmla="*/ 209052 w 671976"/>
                <a:gd name="connsiteY45" fmla="*/ 110579 h 153415"/>
                <a:gd name="connsiteX46" fmla="*/ 198097 w 671976"/>
                <a:gd name="connsiteY46" fmla="*/ 119545 h 153415"/>
                <a:gd name="connsiteX47" fmla="*/ 289362 w 671976"/>
                <a:gd name="connsiteY47" fmla="*/ 33074 h 153415"/>
                <a:gd name="connsiteX48" fmla="*/ 262066 w 671976"/>
                <a:gd name="connsiteY48" fmla="*/ 33074 h 153415"/>
                <a:gd name="connsiteX49" fmla="*/ 282390 w 671976"/>
                <a:gd name="connsiteY49" fmla="*/ 0 h 153415"/>
                <a:gd name="connsiteX50" fmla="*/ 321836 w 671976"/>
                <a:gd name="connsiteY50" fmla="*/ 0 h 153415"/>
                <a:gd name="connsiteX51" fmla="*/ 342160 w 671976"/>
                <a:gd name="connsiteY51" fmla="*/ 33074 h 153415"/>
                <a:gd name="connsiteX52" fmla="*/ 314863 w 671976"/>
                <a:gd name="connsiteY52" fmla="*/ 33074 h 153415"/>
                <a:gd name="connsiteX53" fmla="*/ 302113 w 671976"/>
                <a:gd name="connsiteY53" fmla="*/ 13747 h 153415"/>
                <a:gd name="connsiteX54" fmla="*/ 289362 w 671976"/>
                <a:gd name="connsiteY54" fmla="*/ 33074 h 153415"/>
                <a:gd name="connsiteX55" fmla="*/ 286173 w 671976"/>
                <a:gd name="connsiteY55" fmla="*/ 149431 h 153415"/>
                <a:gd name="connsiteX56" fmla="*/ 286173 w 671976"/>
                <a:gd name="connsiteY56" fmla="*/ 49014 h 153415"/>
                <a:gd name="connsiteX57" fmla="*/ 317853 w 671976"/>
                <a:gd name="connsiteY57" fmla="*/ 49014 h 153415"/>
                <a:gd name="connsiteX58" fmla="*/ 317853 w 671976"/>
                <a:gd name="connsiteY58" fmla="*/ 149431 h 153415"/>
                <a:gd name="connsiteX59" fmla="*/ 286173 w 671976"/>
                <a:gd name="connsiteY59" fmla="*/ 149431 h 153415"/>
                <a:gd name="connsiteX60" fmla="*/ 394706 w 671976"/>
                <a:gd name="connsiteY60" fmla="*/ 123729 h 153415"/>
                <a:gd name="connsiteX61" fmla="*/ 412642 w 671976"/>
                <a:gd name="connsiteY61" fmla="*/ 114564 h 153415"/>
                <a:gd name="connsiteX62" fmla="*/ 437350 w 671976"/>
                <a:gd name="connsiteY62" fmla="*/ 133292 h 153415"/>
                <a:gd name="connsiteX63" fmla="*/ 394506 w 671976"/>
                <a:gd name="connsiteY63" fmla="*/ 153416 h 153415"/>
                <a:gd name="connsiteX64" fmla="*/ 338719 w 671976"/>
                <a:gd name="connsiteY64" fmla="*/ 99222 h 153415"/>
                <a:gd name="connsiteX65" fmla="*/ 394506 w 671976"/>
                <a:gd name="connsiteY65" fmla="*/ 45028 h 153415"/>
                <a:gd name="connsiteX66" fmla="*/ 437350 w 671976"/>
                <a:gd name="connsiteY66" fmla="*/ 65152 h 153415"/>
                <a:gd name="connsiteX67" fmla="*/ 412642 w 671976"/>
                <a:gd name="connsiteY67" fmla="*/ 83881 h 153415"/>
                <a:gd name="connsiteX68" fmla="*/ 394113 w 671976"/>
                <a:gd name="connsiteY68" fmla="*/ 74715 h 153415"/>
                <a:gd name="connsiteX69" fmla="*/ 371593 w 671976"/>
                <a:gd name="connsiteY69" fmla="*/ 99222 h 153415"/>
                <a:gd name="connsiteX70" fmla="*/ 394706 w 671976"/>
                <a:gd name="connsiteY70" fmla="*/ 123729 h 153415"/>
                <a:gd name="connsiteX71" fmla="*/ 453816 w 671976"/>
                <a:gd name="connsiteY71" fmla="*/ 149431 h 153415"/>
                <a:gd name="connsiteX72" fmla="*/ 453816 w 671976"/>
                <a:gd name="connsiteY72" fmla="*/ 0 h 153415"/>
                <a:gd name="connsiteX73" fmla="*/ 485496 w 671976"/>
                <a:gd name="connsiteY73" fmla="*/ 0 h 153415"/>
                <a:gd name="connsiteX74" fmla="*/ 485496 w 671976"/>
                <a:gd name="connsiteY74" fmla="*/ 54592 h 153415"/>
                <a:gd name="connsiteX75" fmla="*/ 512191 w 671976"/>
                <a:gd name="connsiteY75" fmla="*/ 45028 h 153415"/>
                <a:gd name="connsiteX76" fmla="*/ 551044 w 671976"/>
                <a:gd name="connsiteY76" fmla="*/ 90456 h 153415"/>
                <a:gd name="connsiteX77" fmla="*/ 551044 w 671976"/>
                <a:gd name="connsiteY77" fmla="*/ 149431 h 153415"/>
                <a:gd name="connsiteX78" fmla="*/ 519163 w 671976"/>
                <a:gd name="connsiteY78" fmla="*/ 149431 h 153415"/>
                <a:gd name="connsiteX79" fmla="*/ 519163 w 671976"/>
                <a:gd name="connsiteY79" fmla="*/ 91850 h 153415"/>
                <a:gd name="connsiteX80" fmla="*/ 503624 w 671976"/>
                <a:gd name="connsiteY80" fmla="*/ 74715 h 153415"/>
                <a:gd name="connsiteX81" fmla="*/ 485496 w 671976"/>
                <a:gd name="connsiteY81" fmla="*/ 86869 h 153415"/>
                <a:gd name="connsiteX82" fmla="*/ 485496 w 671976"/>
                <a:gd name="connsiteY82" fmla="*/ 149431 h 153415"/>
                <a:gd name="connsiteX83" fmla="*/ 453816 w 671976"/>
                <a:gd name="connsiteY83" fmla="*/ 149431 h 153415"/>
                <a:gd name="connsiteX84" fmla="*/ 671977 w 671976"/>
                <a:gd name="connsiteY84" fmla="*/ 133292 h 153415"/>
                <a:gd name="connsiteX85" fmla="*/ 627346 w 671976"/>
                <a:gd name="connsiteY85" fmla="*/ 153416 h 153415"/>
                <a:gd name="connsiteX86" fmla="*/ 570958 w 671976"/>
                <a:gd name="connsiteY86" fmla="*/ 99222 h 153415"/>
                <a:gd name="connsiteX87" fmla="*/ 623163 w 671976"/>
                <a:gd name="connsiteY87" fmla="*/ 45028 h 153415"/>
                <a:gd name="connsiteX88" fmla="*/ 670382 w 671976"/>
                <a:gd name="connsiteY88" fmla="*/ 91252 h 153415"/>
                <a:gd name="connsiteX89" fmla="*/ 668386 w 671976"/>
                <a:gd name="connsiteY89" fmla="*/ 107989 h 153415"/>
                <a:gd name="connsiteX90" fmla="*/ 603432 w 671976"/>
                <a:gd name="connsiteY90" fmla="*/ 107989 h 153415"/>
                <a:gd name="connsiteX91" fmla="*/ 627146 w 671976"/>
                <a:gd name="connsiteY91" fmla="*/ 125123 h 153415"/>
                <a:gd name="connsiteX92" fmla="*/ 649657 w 671976"/>
                <a:gd name="connsiteY92" fmla="*/ 115560 h 153415"/>
                <a:gd name="connsiteX93" fmla="*/ 671977 w 671976"/>
                <a:gd name="connsiteY93" fmla="*/ 133292 h 153415"/>
                <a:gd name="connsiteX94" fmla="*/ 622361 w 671976"/>
                <a:gd name="connsiteY94" fmla="*/ 70532 h 153415"/>
                <a:gd name="connsiteX95" fmla="*/ 603632 w 671976"/>
                <a:gd name="connsiteY95" fmla="*/ 85674 h 153415"/>
                <a:gd name="connsiteX96" fmla="*/ 639696 w 671976"/>
                <a:gd name="connsiteY96" fmla="*/ 85674 h 153415"/>
                <a:gd name="connsiteX97" fmla="*/ 622361 w 671976"/>
                <a:gd name="connsiteY97" fmla="*/ 70532 h 153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671976" h="153415">
                  <a:moveTo>
                    <a:pt x="0" y="49014"/>
                  </a:moveTo>
                  <a:lnTo>
                    <a:pt x="18728" y="49014"/>
                  </a:lnTo>
                  <a:lnTo>
                    <a:pt x="18728" y="39848"/>
                  </a:lnTo>
                  <a:cubicBezTo>
                    <a:pt x="18728" y="18530"/>
                    <a:pt x="33074" y="0"/>
                    <a:pt x="60569" y="0"/>
                  </a:cubicBezTo>
                  <a:cubicBezTo>
                    <a:pt x="69734" y="0"/>
                    <a:pt x="77704" y="1992"/>
                    <a:pt x="84877" y="5380"/>
                  </a:cubicBezTo>
                  <a:lnTo>
                    <a:pt x="71528" y="31879"/>
                  </a:lnTo>
                  <a:cubicBezTo>
                    <a:pt x="69336" y="30085"/>
                    <a:pt x="65750" y="28292"/>
                    <a:pt x="61167" y="28292"/>
                  </a:cubicBezTo>
                  <a:cubicBezTo>
                    <a:pt x="54592" y="28292"/>
                    <a:pt x="50607" y="32675"/>
                    <a:pt x="50607" y="38852"/>
                  </a:cubicBezTo>
                  <a:lnTo>
                    <a:pt x="50607" y="49014"/>
                  </a:lnTo>
                  <a:lnTo>
                    <a:pt x="78103" y="49014"/>
                  </a:lnTo>
                  <a:lnTo>
                    <a:pt x="78103" y="77305"/>
                  </a:lnTo>
                  <a:lnTo>
                    <a:pt x="50607" y="77305"/>
                  </a:lnTo>
                  <a:lnTo>
                    <a:pt x="50607" y="149431"/>
                  </a:lnTo>
                  <a:lnTo>
                    <a:pt x="18728" y="149431"/>
                  </a:lnTo>
                  <a:lnTo>
                    <a:pt x="18728" y="77305"/>
                  </a:lnTo>
                  <a:lnTo>
                    <a:pt x="0" y="77305"/>
                  </a:lnTo>
                  <a:lnTo>
                    <a:pt x="0" y="49014"/>
                  </a:lnTo>
                  <a:close/>
                  <a:moveTo>
                    <a:pt x="94212" y="149431"/>
                  </a:moveTo>
                  <a:lnTo>
                    <a:pt x="94212" y="49014"/>
                  </a:lnTo>
                  <a:lnTo>
                    <a:pt x="125892" y="49014"/>
                  </a:lnTo>
                  <a:lnTo>
                    <a:pt x="125892" y="57183"/>
                  </a:lnTo>
                  <a:cubicBezTo>
                    <a:pt x="132069" y="51404"/>
                    <a:pt x="139839" y="47021"/>
                    <a:pt x="150199" y="47021"/>
                  </a:cubicBezTo>
                  <a:cubicBezTo>
                    <a:pt x="153786" y="47021"/>
                    <a:pt x="156974" y="47618"/>
                    <a:pt x="159364" y="48416"/>
                  </a:cubicBezTo>
                  <a:lnTo>
                    <a:pt x="159364" y="79697"/>
                  </a:lnTo>
                  <a:cubicBezTo>
                    <a:pt x="155978" y="78899"/>
                    <a:pt x="152192" y="78301"/>
                    <a:pt x="147012" y="78301"/>
                  </a:cubicBezTo>
                  <a:cubicBezTo>
                    <a:pt x="135456" y="78301"/>
                    <a:pt x="127885" y="85076"/>
                    <a:pt x="125892" y="88463"/>
                  </a:cubicBezTo>
                  <a:lnTo>
                    <a:pt x="125892" y="149431"/>
                  </a:lnTo>
                  <a:lnTo>
                    <a:pt x="94212" y="149431"/>
                  </a:lnTo>
                  <a:close/>
                  <a:moveTo>
                    <a:pt x="201286" y="152420"/>
                  </a:moveTo>
                  <a:cubicBezTo>
                    <a:pt x="180962" y="152420"/>
                    <a:pt x="166816" y="140664"/>
                    <a:pt x="166816" y="121139"/>
                  </a:cubicBezTo>
                  <a:cubicBezTo>
                    <a:pt x="166816" y="105797"/>
                    <a:pt x="178571" y="94042"/>
                    <a:pt x="200485" y="90456"/>
                  </a:cubicBezTo>
                  <a:lnTo>
                    <a:pt x="228783" y="85674"/>
                  </a:lnTo>
                  <a:cubicBezTo>
                    <a:pt x="228583" y="78103"/>
                    <a:pt x="222003" y="72324"/>
                    <a:pt x="212642" y="72324"/>
                  </a:cubicBezTo>
                  <a:cubicBezTo>
                    <a:pt x="204276" y="72324"/>
                    <a:pt x="198097" y="76309"/>
                    <a:pt x="193513" y="82885"/>
                  </a:cubicBezTo>
                  <a:lnTo>
                    <a:pt x="170402" y="65351"/>
                  </a:lnTo>
                  <a:cubicBezTo>
                    <a:pt x="179567" y="52600"/>
                    <a:pt x="194907" y="45028"/>
                    <a:pt x="213636" y="45028"/>
                  </a:cubicBezTo>
                  <a:cubicBezTo>
                    <a:pt x="245516" y="45028"/>
                    <a:pt x="260263" y="64156"/>
                    <a:pt x="260263" y="86072"/>
                  </a:cubicBezTo>
                  <a:lnTo>
                    <a:pt x="260263" y="149431"/>
                  </a:lnTo>
                  <a:lnTo>
                    <a:pt x="228783" y="149431"/>
                  </a:lnTo>
                  <a:lnTo>
                    <a:pt x="228783" y="141860"/>
                  </a:lnTo>
                  <a:cubicBezTo>
                    <a:pt x="223205" y="148037"/>
                    <a:pt x="211841" y="152420"/>
                    <a:pt x="201286" y="152420"/>
                  </a:cubicBezTo>
                  <a:close/>
                  <a:moveTo>
                    <a:pt x="198097" y="119545"/>
                  </a:moveTo>
                  <a:cubicBezTo>
                    <a:pt x="198097" y="124725"/>
                    <a:pt x="202080" y="127913"/>
                    <a:pt x="208259" y="127913"/>
                  </a:cubicBezTo>
                  <a:cubicBezTo>
                    <a:pt x="218421" y="127913"/>
                    <a:pt x="224792" y="123131"/>
                    <a:pt x="228783" y="117154"/>
                  </a:cubicBezTo>
                  <a:lnTo>
                    <a:pt x="228783" y="107192"/>
                  </a:lnTo>
                  <a:lnTo>
                    <a:pt x="209052" y="110579"/>
                  </a:lnTo>
                  <a:cubicBezTo>
                    <a:pt x="200886" y="111974"/>
                    <a:pt x="198097" y="114962"/>
                    <a:pt x="198097" y="119545"/>
                  </a:cubicBezTo>
                  <a:close/>
                  <a:moveTo>
                    <a:pt x="289362" y="33074"/>
                  </a:moveTo>
                  <a:lnTo>
                    <a:pt x="262066" y="33074"/>
                  </a:lnTo>
                  <a:lnTo>
                    <a:pt x="282390" y="0"/>
                  </a:lnTo>
                  <a:lnTo>
                    <a:pt x="321836" y="0"/>
                  </a:lnTo>
                  <a:lnTo>
                    <a:pt x="342160" y="33074"/>
                  </a:lnTo>
                  <a:lnTo>
                    <a:pt x="314863" y="33074"/>
                  </a:lnTo>
                  <a:lnTo>
                    <a:pt x="302113" y="13747"/>
                  </a:lnTo>
                  <a:lnTo>
                    <a:pt x="289362" y="33074"/>
                  </a:lnTo>
                  <a:close/>
                  <a:moveTo>
                    <a:pt x="286173" y="149431"/>
                  </a:moveTo>
                  <a:lnTo>
                    <a:pt x="286173" y="49014"/>
                  </a:lnTo>
                  <a:lnTo>
                    <a:pt x="317853" y="49014"/>
                  </a:lnTo>
                  <a:lnTo>
                    <a:pt x="317853" y="149431"/>
                  </a:lnTo>
                  <a:lnTo>
                    <a:pt x="286173" y="149431"/>
                  </a:lnTo>
                  <a:close/>
                  <a:moveTo>
                    <a:pt x="394706" y="123729"/>
                  </a:moveTo>
                  <a:cubicBezTo>
                    <a:pt x="402680" y="123729"/>
                    <a:pt x="409052" y="119744"/>
                    <a:pt x="412642" y="114564"/>
                  </a:cubicBezTo>
                  <a:lnTo>
                    <a:pt x="437350" y="133292"/>
                  </a:lnTo>
                  <a:cubicBezTo>
                    <a:pt x="427981" y="145645"/>
                    <a:pt x="413035" y="153416"/>
                    <a:pt x="394506" y="153416"/>
                  </a:cubicBezTo>
                  <a:cubicBezTo>
                    <a:pt x="359043" y="153416"/>
                    <a:pt x="338719" y="128511"/>
                    <a:pt x="338719" y="99222"/>
                  </a:cubicBezTo>
                  <a:cubicBezTo>
                    <a:pt x="338719" y="69934"/>
                    <a:pt x="359043" y="45028"/>
                    <a:pt x="394506" y="45028"/>
                  </a:cubicBezTo>
                  <a:cubicBezTo>
                    <a:pt x="413035" y="45028"/>
                    <a:pt x="427981" y="52799"/>
                    <a:pt x="437350" y="65152"/>
                  </a:cubicBezTo>
                  <a:lnTo>
                    <a:pt x="412642" y="83881"/>
                  </a:lnTo>
                  <a:cubicBezTo>
                    <a:pt x="409052" y="78701"/>
                    <a:pt x="402881" y="74715"/>
                    <a:pt x="394113" y="74715"/>
                  </a:cubicBezTo>
                  <a:cubicBezTo>
                    <a:pt x="381163" y="74715"/>
                    <a:pt x="371593" y="84478"/>
                    <a:pt x="371593" y="99222"/>
                  </a:cubicBezTo>
                  <a:cubicBezTo>
                    <a:pt x="371593" y="114166"/>
                    <a:pt x="381163" y="123729"/>
                    <a:pt x="394706" y="123729"/>
                  </a:cubicBezTo>
                  <a:close/>
                  <a:moveTo>
                    <a:pt x="453816" y="149431"/>
                  </a:moveTo>
                  <a:lnTo>
                    <a:pt x="453816" y="0"/>
                  </a:lnTo>
                  <a:lnTo>
                    <a:pt x="485496" y="0"/>
                  </a:lnTo>
                  <a:lnTo>
                    <a:pt x="485496" y="54592"/>
                  </a:lnTo>
                  <a:cubicBezTo>
                    <a:pt x="492067" y="49014"/>
                    <a:pt x="500434" y="45028"/>
                    <a:pt x="512191" y="45028"/>
                  </a:cubicBezTo>
                  <a:cubicBezTo>
                    <a:pt x="533509" y="45028"/>
                    <a:pt x="551044" y="59971"/>
                    <a:pt x="551044" y="90456"/>
                  </a:cubicBezTo>
                  <a:lnTo>
                    <a:pt x="551044" y="149431"/>
                  </a:lnTo>
                  <a:lnTo>
                    <a:pt x="519163" y="149431"/>
                  </a:lnTo>
                  <a:lnTo>
                    <a:pt x="519163" y="91850"/>
                  </a:lnTo>
                  <a:cubicBezTo>
                    <a:pt x="519163" y="81689"/>
                    <a:pt x="513786" y="74715"/>
                    <a:pt x="503624" y="74715"/>
                  </a:cubicBezTo>
                  <a:cubicBezTo>
                    <a:pt x="492468" y="74715"/>
                    <a:pt x="487483" y="83482"/>
                    <a:pt x="485496" y="86869"/>
                  </a:cubicBezTo>
                  <a:lnTo>
                    <a:pt x="485496" y="149431"/>
                  </a:lnTo>
                  <a:lnTo>
                    <a:pt x="453816" y="149431"/>
                  </a:lnTo>
                  <a:close/>
                  <a:moveTo>
                    <a:pt x="671977" y="133292"/>
                  </a:moveTo>
                  <a:cubicBezTo>
                    <a:pt x="662408" y="145845"/>
                    <a:pt x="646668" y="153416"/>
                    <a:pt x="627346" y="153416"/>
                  </a:cubicBezTo>
                  <a:cubicBezTo>
                    <a:pt x="590481" y="153416"/>
                    <a:pt x="570958" y="128511"/>
                    <a:pt x="570958" y="99222"/>
                  </a:cubicBezTo>
                  <a:cubicBezTo>
                    <a:pt x="570958" y="70133"/>
                    <a:pt x="589086" y="45028"/>
                    <a:pt x="623163" y="45028"/>
                  </a:cubicBezTo>
                  <a:cubicBezTo>
                    <a:pt x="651653" y="45028"/>
                    <a:pt x="670382" y="63956"/>
                    <a:pt x="670382" y="91252"/>
                  </a:cubicBezTo>
                  <a:cubicBezTo>
                    <a:pt x="670382" y="98027"/>
                    <a:pt x="669380" y="104403"/>
                    <a:pt x="668386" y="107989"/>
                  </a:cubicBezTo>
                  <a:lnTo>
                    <a:pt x="603432" y="107989"/>
                  </a:lnTo>
                  <a:cubicBezTo>
                    <a:pt x="606421" y="121537"/>
                    <a:pt x="615188" y="125123"/>
                    <a:pt x="627146" y="125123"/>
                  </a:cubicBezTo>
                  <a:cubicBezTo>
                    <a:pt x="636707" y="125123"/>
                    <a:pt x="645073" y="121338"/>
                    <a:pt x="649657" y="115560"/>
                  </a:cubicBezTo>
                  <a:lnTo>
                    <a:pt x="671977" y="133292"/>
                  </a:lnTo>
                  <a:close/>
                  <a:moveTo>
                    <a:pt x="622361" y="70532"/>
                  </a:moveTo>
                  <a:cubicBezTo>
                    <a:pt x="612199" y="70532"/>
                    <a:pt x="606028" y="75513"/>
                    <a:pt x="603632" y="85674"/>
                  </a:cubicBezTo>
                  <a:lnTo>
                    <a:pt x="639696" y="85674"/>
                  </a:lnTo>
                  <a:cubicBezTo>
                    <a:pt x="639295" y="78899"/>
                    <a:pt x="634118" y="70532"/>
                    <a:pt x="622361" y="70532"/>
                  </a:cubicBezTo>
                  <a:close/>
                </a:path>
              </a:pathLst>
            </a:custGeom>
            <a:solidFill>
              <a:srgbClr val="417DC4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359883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D765A-1FEE-159F-96BA-777FDEE39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C0EAF12D-1845-9AB2-8AD7-7633BEE55E07}"/>
              </a:ext>
            </a:extLst>
          </p:cNvPr>
          <p:cNvSpPr txBox="1"/>
          <p:nvPr/>
        </p:nvSpPr>
        <p:spPr>
          <a:xfrm>
            <a:off x="576263" y="1137583"/>
            <a:ext cx="101877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i="0" dirty="0">
                <a:solidFill>
                  <a:srgbClr val="161616"/>
                </a:solidFill>
                <a:effectLst/>
                <a:latin typeface="Marianne" panose="02000000000000000000" pitchFamily="50" charset="0"/>
              </a:rPr>
              <a:t>Équipements, matériaux et systèmes retenus pour le projet {{</a:t>
            </a:r>
            <a:r>
              <a:rPr lang="fr-FR" b="1" i="0" dirty="0" err="1">
                <a:solidFill>
                  <a:srgbClr val="161616"/>
                </a:solidFill>
                <a:effectLst/>
                <a:latin typeface="Marianne" panose="02000000000000000000" pitchFamily="50" charset="0"/>
              </a:rPr>
              <a:t>pagination_solution_materiaux</a:t>
            </a:r>
            <a:r>
              <a:rPr lang="fr-FR" b="1" i="0" dirty="0">
                <a:solidFill>
                  <a:srgbClr val="161616"/>
                </a:solidFill>
                <a:effectLst/>
                <a:latin typeface="Marianne" panose="02000000000000000000" pitchFamily="50" charset="0"/>
              </a:rPr>
              <a:t>}}</a:t>
            </a:r>
            <a:endParaRPr lang="fr-FR" dirty="0">
              <a:latin typeface="Marianne" panose="02000000000000000000" pitchFamily="50" charset="0"/>
            </a:endParaRPr>
          </a:p>
        </p:txBody>
      </p:sp>
      <p:sp>
        <p:nvSpPr>
          <p:cNvPr id="8" name="contour_materiau">
            <a:extLst>
              <a:ext uri="{FF2B5EF4-FFF2-40B4-BE49-F238E27FC236}">
                <a16:creationId xmlns:a16="http://schemas.microsoft.com/office/drawing/2014/main" id="{2B3E358C-F924-2E78-C7EA-F8D6F4DEC5C3}"/>
              </a:ext>
            </a:extLst>
          </p:cNvPr>
          <p:cNvSpPr/>
          <p:nvPr/>
        </p:nvSpPr>
        <p:spPr>
          <a:xfrm>
            <a:off x="958362" y="1852627"/>
            <a:ext cx="9324890" cy="1414017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>
              <a:latin typeface="Marianne" panose="02000000000000000000" pitchFamily="50" charset="0"/>
            </a:endParaRPr>
          </a:p>
        </p:txBody>
      </p:sp>
      <p:sp>
        <p:nvSpPr>
          <p:cNvPr id="9" name="zone_titre_materiau">
            <a:extLst>
              <a:ext uri="{FF2B5EF4-FFF2-40B4-BE49-F238E27FC236}">
                <a16:creationId xmlns:a16="http://schemas.microsoft.com/office/drawing/2014/main" id="{A88800C3-C9AC-CC70-2E75-A1BBA164B372}"/>
              </a:ext>
            </a:extLst>
          </p:cNvPr>
          <p:cNvSpPr txBox="1"/>
          <p:nvPr/>
        </p:nvSpPr>
        <p:spPr>
          <a:xfrm>
            <a:off x="2360736" y="1913124"/>
            <a:ext cx="60593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i="0" dirty="0">
                <a:effectLst/>
                <a:latin typeface="Marianne" panose="02000000000000000000" pitchFamily="50" charset="0"/>
              </a:rPr>
              <a:t>{{</a:t>
            </a:r>
            <a:r>
              <a:rPr lang="fr-FR" sz="1400" b="1" i="0" dirty="0" err="1">
                <a:effectLst/>
                <a:latin typeface="Marianne" panose="02000000000000000000" pitchFamily="50" charset="0"/>
              </a:rPr>
              <a:t>titre_materiau</a:t>
            </a:r>
            <a:r>
              <a:rPr lang="fr-FR" sz="1400" b="1" i="0" dirty="0">
                <a:effectLst/>
                <a:latin typeface="Marianne" panose="02000000000000000000" pitchFamily="50" charset="0"/>
              </a:rPr>
              <a:t>}}</a:t>
            </a:r>
            <a:endParaRPr lang="fr-FR" sz="1400" b="1" dirty="0">
              <a:latin typeface="Marianne" panose="02000000000000000000" pitchFamily="50" charset="0"/>
            </a:endParaRPr>
          </a:p>
        </p:txBody>
      </p:sp>
      <p:sp>
        <p:nvSpPr>
          <p:cNvPr id="10" name="zone_quantite_materiau">
            <a:extLst>
              <a:ext uri="{FF2B5EF4-FFF2-40B4-BE49-F238E27FC236}">
                <a16:creationId xmlns:a16="http://schemas.microsoft.com/office/drawing/2014/main" id="{99178690-04DD-6BBB-B2F6-1E672F23CAA3}"/>
              </a:ext>
            </a:extLst>
          </p:cNvPr>
          <p:cNvSpPr/>
          <p:nvPr/>
        </p:nvSpPr>
        <p:spPr>
          <a:xfrm>
            <a:off x="8256494" y="1913124"/>
            <a:ext cx="1908065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C5C5C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{{</a:t>
            </a:r>
            <a:r>
              <a:rPr lang="en-US" sz="1300" b="1" dirty="0" err="1">
                <a:solidFill>
                  <a:srgbClr val="5C5C5C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quantite_materiau</a:t>
            </a:r>
            <a:r>
              <a:rPr lang="en-US" sz="1300" b="1" dirty="0">
                <a:solidFill>
                  <a:srgbClr val="5C5C5C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}}</a:t>
            </a:r>
            <a:endParaRPr lang="en-US" sz="1300" dirty="0">
              <a:latin typeface="Marianne" panose="02000000000000000000" pitchFamily="50" charset="0"/>
            </a:endParaRPr>
          </a:p>
        </p:txBody>
      </p:sp>
      <p:pic>
        <p:nvPicPr>
          <p:cNvPr id="15" name="image_materiau" descr="Une image contenant sol, plein air, bâtiment, propriété&#10;&#10;Description générée automatiquement">
            <a:extLst>
              <a:ext uri="{FF2B5EF4-FFF2-40B4-BE49-F238E27FC236}">
                <a16:creationId xmlns:a16="http://schemas.microsoft.com/office/drawing/2014/main" id="{6FE81792-B99E-A1A7-6F71-0CC62F608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626" y="2021895"/>
            <a:ext cx="1043847" cy="1075479"/>
          </a:xfrm>
          <a:prstGeom prst="rect">
            <a:avLst/>
          </a:prstGeom>
        </p:spPr>
      </p:pic>
      <p:sp>
        <p:nvSpPr>
          <p:cNvPr id="17" name="zone_description_materiau">
            <a:extLst>
              <a:ext uri="{FF2B5EF4-FFF2-40B4-BE49-F238E27FC236}">
                <a16:creationId xmlns:a16="http://schemas.microsoft.com/office/drawing/2014/main" id="{E402B53A-5129-3D25-265B-DC4D2781533E}"/>
              </a:ext>
            </a:extLst>
          </p:cNvPr>
          <p:cNvSpPr txBox="1"/>
          <p:nvPr/>
        </p:nvSpPr>
        <p:spPr>
          <a:xfrm>
            <a:off x="2360736" y="2177459"/>
            <a:ext cx="7349126" cy="632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r>
              <a:rPr lang="fr-FR" sz="1300" dirty="0">
                <a:latin typeface="Marianne" panose="02000000000000000000" pitchFamily="50" charset="0"/>
              </a:rPr>
              <a:t>{{</a:t>
            </a:r>
            <a:r>
              <a:rPr lang="fr-FR" sz="1300" dirty="0" err="1">
                <a:latin typeface="Marianne" panose="02000000000000000000" pitchFamily="50" charset="0"/>
              </a:rPr>
              <a:t>description_materiau</a:t>
            </a:r>
            <a:r>
              <a:rPr lang="fr-FR" sz="1300" dirty="0">
                <a:latin typeface="Marianne" panose="02000000000000000000" pitchFamily="50" charset="0"/>
              </a:rPr>
              <a:t>}}</a:t>
            </a:r>
          </a:p>
        </p:txBody>
      </p:sp>
      <p:sp>
        <p:nvSpPr>
          <p:cNvPr id="19" name="zone_cout_materiau">
            <a:extLst>
              <a:ext uri="{FF2B5EF4-FFF2-40B4-BE49-F238E27FC236}">
                <a16:creationId xmlns:a16="http://schemas.microsoft.com/office/drawing/2014/main" id="{79E9B9CA-0F08-3137-64D1-50FFF50EA47E}"/>
              </a:ext>
            </a:extLst>
          </p:cNvPr>
          <p:cNvSpPr txBox="1"/>
          <p:nvPr/>
        </p:nvSpPr>
        <p:spPr>
          <a:xfrm>
            <a:off x="2360736" y="2886496"/>
            <a:ext cx="71885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i="1" dirty="0" err="1">
                <a:solidFill>
                  <a:srgbClr val="2C2C2C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Investissement</a:t>
            </a:r>
            <a:r>
              <a:rPr lang="en-US" sz="1200" i="1" dirty="0">
                <a:solidFill>
                  <a:srgbClr val="2C2C2C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 : {{</a:t>
            </a:r>
            <a:r>
              <a:rPr lang="en-US" sz="1200" i="1" dirty="0" err="1">
                <a:solidFill>
                  <a:srgbClr val="2C2C2C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cout_investissement_materiau</a:t>
            </a:r>
            <a:r>
              <a:rPr lang="en-US" sz="1200" i="1" dirty="0">
                <a:solidFill>
                  <a:srgbClr val="2C2C2C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}} · Entretien : {{</a:t>
            </a:r>
            <a:r>
              <a:rPr lang="en-US" sz="1200" i="1" dirty="0" err="1">
                <a:solidFill>
                  <a:srgbClr val="2C2C2C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cout_entretien_materiau</a:t>
            </a:r>
            <a:r>
              <a:rPr lang="en-US" sz="1200" i="1" dirty="0">
                <a:solidFill>
                  <a:srgbClr val="2C2C2C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}}</a:t>
            </a:r>
            <a:endParaRPr lang="en-US" sz="1200" dirty="0">
              <a:latin typeface="Marianne" panose="02000000000000000000" pitchFamily="50" charset="0"/>
            </a:endParaRP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F82418D9-B39F-2905-A2C1-E7CF651F5D36}"/>
              </a:ext>
            </a:extLst>
          </p:cNvPr>
          <p:cNvSpPr txBox="1">
            <a:spLocks/>
          </p:cNvSpPr>
          <p:nvPr/>
        </p:nvSpPr>
        <p:spPr>
          <a:xfrm>
            <a:off x="576262" y="345395"/>
            <a:ext cx="10082261" cy="6152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Solution {{</a:t>
            </a:r>
            <a:r>
              <a:rPr lang="en-US" sz="2800" dirty="0" err="1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n°_solution</a:t>
            </a:r>
            <a:r>
              <a:rPr lang="en-US" sz="2800" dirty="0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}} : {{</a:t>
            </a:r>
            <a:r>
              <a:rPr lang="en-US" sz="2800" dirty="0" err="1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titre_fiche_solution</a:t>
            </a:r>
            <a:r>
              <a:rPr lang="en-US" sz="2800" dirty="0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}}</a:t>
            </a:r>
            <a:endParaRPr lang="en-US" sz="2800" dirty="0">
              <a:latin typeface="Marianne" panose="02000000000000000000" pitchFamily="50" charset="0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F030A1-1132-C9A1-903C-C717603846E0}"/>
              </a:ext>
            </a:extLst>
          </p:cNvPr>
          <p:cNvCxnSpPr>
            <a:cxnSpLocks/>
          </p:cNvCxnSpPr>
          <p:nvPr/>
        </p:nvCxnSpPr>
        <p:spPr>
          <a:xfrm>
            <a:off x="576263" y="960689"/>
            <a:ext cx="1161573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Graphique 7">
            <a:extLst>
              <a:ext uri="{FF2B5EF4-FFF2-40B4-BE49-F238E27FC236}">
                <a16:creationId xmlns:a16="http://schemas.microsoft.com/office/drawing/2014/main" id="{1B3011EB-1FAE-CC48-4076-A14E9B09C938}"/>
              </a:ext>
            </a:extLst>
          </p:cNvPr>
          <p:cNvGrpSpPr/>
          <p:nvPr/>
        </p:nvGrpSpPr>
        <p:grpSpPr>
          <a:xfrm>
            <a:off x="10659199" y="183863"/>
            <a:ext cx="1333272" cy="561489"/>
            <a:chOff x="10659199" y="183863"/>
            <a:chExt cx="1333272" cy="561489"/>
          </a:xfrm>
        </p:grpSpPr>
        <p:sp>
          <p:nvSpPr>
            <p:cNvPr id="6" name="Forme libre : forme 5">
              <a:extLst>
                <a:ext uri="{FF2B5EF4-FFF2-40B4-BE49-F238E27FC236}">
                  <a16:creationId xmlns:a16="http://schemas.microsoft.com/office/drawing/2014/main" id="{FEA4540B-9418-6E66-B2AE-ACD547CAF870}"/>
                </a:ext>
              </a:extLst>
            </p:cNvPr>
            <p:cNvSpPr/>
            <p:nvPr/>
          </p:nvSpPr>
          <p:spPr>
            <a:xfrm>
              <a:off x="10877319" y="183863"/>
              <a:ext cx="342519" cy="338206"/>
            </a:xfrm>
            <a:custGeom>
              <a:avLst/>
              <a:gdLst>
                <a:gd name="connsiteX0" fmla="*/ 287037 w 342519"/>
                <a:gd name="connsiteY0" fmla="*/ 228581 h 338206"/>
                <a:gd name="connsiteX1" fmla="*/ 287037 w 342519"/>
                <a:gd name="connsiteY1" fmla="*/ 228470 h 338206"/>
                <a:gd name="connsiteX2" fmla="*/ 166428 w 342519"/>
                <a:gd name="connsiteY2" fmla="*/ 228470 h 338206"/>
                <a:gd name="connsiteX3" fmla="*/ 110952 w 342519"/>
                <a:gd name="connsiteY3" fmla="*/ 173654 h 338206"/>
                <a:gd name="connsiteX4" fmla="*/ 110952 w 342519"/>
                <a:gd name="connsiteY4" fmla="*/ 54816 h 338206"/>
                <a:gd name="connsiteX5" fmla="*/ 55476 w 342519"/>
                <a:gd name="connsiteY5" fmla="*/ 0 h 338206"/>
                <a:gd name="connsiteX6" fmla="*/ 0 w 342519"/>
                <a:gd name="connsiteY6" fmla="*/ 54816 h 338206"/>
                <a:gd name="connsiteX7" fmla="*/ 109 w 342519"/>
                <a:gd name="connsiteY7" fmla="*/ 222447 h 338206"/>
                <a:gd name="connsiteX8" fmla="*/ 109 w 342519"/>
                <a:gd name="connsiteY8" fmla="*/ 251819 h 338206"/>
                <a:gd name="connsiteX9" fmla="*/ 87542 w 342519"/>
                <a:gd name="connsiteY9" fmla="*/ 338206 h 338206"/>
                <a:gd name="connsiteX10" fmla="*/ 287044 w 342519"/>
                <a:gd name="connsiteY10" fmla="*/ 338206 h 338206"/>
                <a:gd name="connsiteX11" fmla="*/ 342519 w 342519"/>
                <a:gd name="connsiteY11" fmla="*/ 283390 h 338206"/>
                <a:gd name="connsiteX12" fmla="*/ 287044 w 342519"/>
                <a:gd name="connsiteY12" fmla="*/ 228574 h 338206"/>
                <a:gd name="connsiteX13" fmla="*/ 287037 w 342519"/>
                <a:gd name="connsiteY13" fmla="*/ 228581 h 338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519" h="338206">
                  <a:moveTo>
                    <a:pt x="287037" y="228581"/>
                  </a:moveTo>
                  <a:lnTo>
                    <a:pt x="287037" y="228470"/>
                  </a:lnTo>
                  <a:lnTo>
                    <a:pt x="166428" y="228470"/>
                  </a:lnTo>
                  <a:cubicBezTo>
                    <a:pt x="135803" y="228470"/>
                    <a:pt x="110952" y="203912"/>
                    <a:pt x="110952" y="173654"/>
                  </a:cubicBezTo>
                  <a:lnTo>
                    <a:pt x="110952" y="54816"/>
                  </a:lnTo>
                  <a:cubicBezTo>
                    <a:pt x="110952" y="24558"/>
                    <a:pt x="86100" y="0"/>
                    <a:pt x="55476" y="0"/>
                  </a:cubicBezTo>
                  <a:cubicBezTo>
                    <a:pt x="24851" y="0"/>
                    <a:pt x="0" y="24558"/>
                    <a:pt x="0" y="54816"/>
                  </a:cubicBezTo>
                  <a:lnTo>
                    <a:pt x="109" y="222447"/>
                  </a:lnTo>
                  <a:lnTo>
                    <a:pt x="109" y="251819"/>
                  </a:lnTo>
                  <a:cubicBezTo>
                    <a:pt x="109" y="299512"/>
                    <a:pt x="39274" y="338206"/>
                    <a:pt x="87542" y="338206"/>
                  </a:cubicBezTo>
                  <a:lnTo>
                    <a:pt x="287044" y="338206"/>
                  </a:lnTo>
                  <a:cubicBezTo>
                    <a:pt x="317668" y="338206"/>
                    <a:pt x="342519" y="313648"/>
                    <a:pt x="342519" y="283390"/>
                  </a:cubicBezTo>
                  <a:cubicBezTo>
                    <a:pt x="342519" y="253132"/>
                    <a:pt x="317668" y="228574"/>
                    <a:pt x="287044" y="228574"/>
                  </a:cubicBezTo>
                  <a:lnTo>
                    <a:pt x="287037" y="228581"/>
                  </a:lnTo>
                  <a:close/>
                </a:path>
              </a:pathLst>
            </a:custGeom>
            <a:solidFill>
              <a:srgbClr val="417DC4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CF19E82D-7AC4-1E3C-D7A6-56AF25C5FF48}"/>
                </a:ext>
              </a:extLst>
            </p:cNvPr>
            <p:cNvSpPr/>
            <p:nvPr/>
          </p:nvSpPr>
          <p:spPr>
            <a:xfrm>
              <a:off x="10892183" y="523615"/>
              <a:ext cx="108630" cy="221737"/>
            </a:xfrm>
            <a:custGeom>
              <a:avLst/>
              <a:gdLst>
                <a:gd name="connsiteX0" fmla="*/ 81928 w 108630"/>
                <a:gd name="connsiteY0" fmla="*/ 21632 h 221737"/>
                <a:gd name="connsiteX1" fmla="*/ 0 w 108630"/>
                <a:gd name="connsiteY1" fmla="*/ 0 h 221737"/>
                <a:gd name="connsiteX2" fmla="*/ 0 w 108630"/>
                <a:gd name="connsiteY2" fmla="*/ 167424 h 221737"/>
                <a:gd name="connsiteX3" fmla="*/ 54315 w 108630"/>
                <a:gd name="connsiteY3" fmla="*/ 221738 h 221737"/>
                <a:gd name="connsiteX4" fmla="*/ 108630 w 108630"/>
                <a:gd name="connsiteY4" fmla="*/ 167424 h 221737"/>
                <a:gd name="connsiteX5" fmla="*/ 108630 w 108630"/>
                <a:gd name="connsiteY5" fmla="*/ 21626 h 221737"/>
                <a:gd name="connsiteX6" fmla="*/ 81928 w 108630"/>
                <a:gd name="connsiteY6" fmla="*/ 21626 h 221737"/>
                <a:gd name="connsiteX7" fmla="*/ 81928 w 108630"/>
                <a:gd name="connsiteY7" fmla="*/ 21632 h 221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8630" h="221737">
                  <a:moveTo>
                    <a:pt x="81928" y="21632"/>
                  </a:moveTo>
                  <a:cubicBezTo>
                    <a:pt x="45763" y="21632"/>
                    <a:pt x="18939" y="14362"/>
                    <a:pt x="0" y="0"/>
                  </a:cubicBezTo>
                  <a:lnTo>
                    <a:pt x="0" y="167424"/>
                  </a:lnTo>
                  <a:cubicBezTo>
                    <a:pt x="0" y="197419"/>
                    <a:pt x="24320" y="221738"/>
                    <a:pt x="54315" y="221738"/>
                  </a:cubicBezTo>
                  <a:cubicBezTo>
                    <a:pt x="84311" y="221738"/>
                    <a:pt x="108630" y="197419"/>
                    <a:pt x="108630" y="167424"/>
                  </a:cubicBezTo>
                  <a:lnTo>
                    <a:pt x="108630" y="21626"/>
                  </a:lnTo>
                  <a:lnTo>
                    <a:pt x="81928" y="21626"/>
                  </a:lnTo>
                  <a:lnTo>
                    <a:pt x="81928" y="21632"/>
                  </a:lnTo>
                  <a:close/>
                </a:path>
              </a:pathLst>
            </a:custGeom>
            <a:solidFill>
              <a:srgbClr val="FCC63A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818DDD58-633A-4738-5803-B8FFAFE52C59}"/>
                </a:ext>
              </a:extLst>
            </p:cNvPr>
            <p:cNvSpPr/>
            <p:nvPr/>
          </p:nvSpPr>
          <p:spPr>
            <a:xfrm>
              <a:off x="10659199" y="406603"/>
              <a:ext cx="223576" cy="108630"/>
            </a:xfrm>
            <a:custGeom>
              <a:avLst/>
              <a:gdLst>
                <a:gd name="connsiteX0" fmla="*/ 195824 w 223576"/>
                <a:gd name="connsiteY0" fmla="*/ 18120 h 108630"/>
                <a:gd name="connsiteX1" fmla="*/ 195824 w 223576"/>
                <a:gd name="connsiteY1" fmla="*/ 0 h 108630"/>
                <a:gd name="connsiteX2" fmla="*/ 54315 w 223576"/>
                <a:gd name="connsiteY2" fmla="*/ 0 h 108630"/>
                <a:gd name="connsiteX3" fmla="*/ 0 w 223576"/>
                <a:gd name="connsiteY3" fmla="*/ 54315 h 108630"/>
                <a:gd name="connsiteX4" fmla="*/ 54315 w 223576"/>
                <a:gd name="connsiteY4" fmla="*/ 108630 h 108630"/>
                <a:gd name="connsiteX5" fmla="*/ 223577 w 223576"/>
                <a:gd name="connsiteY5" fmla="*/ 108630 h 108630"/>
                <a:gd name="connsiteX6" fmla="*/ 195824 w 223576"/>
                <a:gd name="connsiteY6" fmla="*/ 18120 h 108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3576" h="108630">
                  <a:moveTo>
                    <a:pt x="195824" y="18120"/>
                  </a:moveTo>
                  <a:lnTo>
                    <a:pt x="195824" y="0"/>
                  </a:lnTo>
                  <a:lnTo>
                    <a:pt x="54315" y="0"/>
                  </a:lnTo>
                  <a:cubicBezTo>
                    <a:pt x="24320" y="0"/>
                    <a:pt x="0" y="24319"/>
                    <a:pt x="0" y="54315"/>
                  </a:cubicBezTo>
                  <a:cubicBezTo>
                    <a:pt x="0" y="84310"/>
                    <a:pt x="24320" y="108630"/>
                    <a:pt x="54315" y="108630"/>
                  </a:cubicBezTo>
                  <a:lnTo>
                    <a:pt x="223577" y="108630"/>
                  </a:lnTo>
                  <a:cubicBezTo>
                    <a:pt x="204248" y="88440"/>
                    <a:pt x="195824" y="58170"/>
                    <a:pt x="195824" y="18120"/>
                  </a:cubicBezTo>
                  <a:close/>
                </a:path>
              </a:pathLst>
            </a:custGeom>
            <a:solidFill>
              <a:srgbClr val="F25255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B25ACAFC-A718-D20A-5677-1898EC174C51}"/>
                </a:ext>
              </a:extLst>
            </p:cNvPr>
            <p:cNvSpPr/>
            <p:nvPr/>
          </p:nvSpPr>
          <p:spPr>
            <a:xfrm>
              <a:off x="11319644" y="190969"/>
              <a:ext cx="672826" cy="552695"/>
            </a:xfrm>
            <a:custGeom>
              <a:avLst/>
              <a:gdLst>
                <a:gd name="connsiteX0" fmla="*/ 4474 w 672826"/>
                <a:gd name="connsiteY0" fmla="*/ 139817 h 552695"/>
                <a:gd name="connsiteX1" fmla="*/ 4474 w 672826"/>
                <a:gd name="connsiteY1" fmla="*/ 9321 h 552695"/>
                <a:gd name="connsiteX2" fmla="*/ 44555 w 672826"/>
                <a:gd name="connsiteY2" fmla="*/ 9321 h 552695"/>
                <a:gd name="connsiteX3" fmla="*/ 88737 w 672826"/>
                <a:gd name="connsiteY3" fmla="*/ 46978 h 552695"/>
                <a:gd name="connsiteX4" fmla="*/ 44555 w 672826"/>
                <a:gd name="connsiteY4" fmla="*/ 84636 h 552695"/>
                <a:gd name="connsiteX5" fmla="*/ 25726 w 672826"/>
                <a:gd name="connsiteY5" fmla="*/ 84636 h 552695"/>
                <a:gd name="connsiteX6" fmla="*/ 25726 w 672826"/>
                <a:gd name="connsiteY6" fmla="*/ 139817 h 552695"/>
                <a:gd name="connsiteX7" fmla="*/ 4474 w 672826"/>
                <a:gd name="connsiteY7" fmla="*/ 139817 h 552695"/>
                <a:gd name="connsiteX8" fmla="*/ 45488 w 672826"/>
                <a:gd name="connsiteY8" fmla="*/ 27404 h 552695"/>
                <a:gd name="connsiteX9" fmla="*/ 25726 w 672826"/>
                <a:gd name="connsiteY9" fmla="*/ 27404 h 552695"/>
                <a:gd name="connsiteX10" fmla="*/ 25726 w 672826"/>
                <a:gd name="connsiteY10" fmla="*/ 66553 h 552695"/>
                <a:gd name="connsiteX11" fmla="*/ 45488 w 672826"/>
                <a:gd name="connsiteY11" fmla="*/ 66553 h 552695"/>
                <a:gd name="connsiteX12" fmla="*/ 66553 w 672826"/>
                <a:gd name="connsiteY12" fmla="*/ 46606 h 552695"/>
                <a:gd name="connsiteX13" fmla="*/ 45488 w 672826"/>
                <a:gd name="connsiteY13" fmla="*/ 27404 h 552695"/>
                <a:gd name="connsiteX14" fmla="*/ 110528 w 672826"/>
                <a:gd name="connsiteY14" fmla="*/ 139817 h 552695"/>
                <a:gd name="connsiteX15" fmla="*/ 110528 w 672826"/>
                <a:gd name="connsiteY15" fmla="*/ 0 h 552695"/>
                <a:gd name="connsiteX16" fmla="*/ 129730 w 672826"/>
                <a:gd name="connsiteY16" fmla="*/ 0 h 552695"/>
                <a:gd name="connsiteX17" fmla="*/ 129730 w 672826"/>
                <a:gd name="connsiteY17" fmla="*/ 139817 h 552695"/>
                <a:gd name="connsiteX18" fmla="*/ 110528 w 672826"/>
                <a:gd name="connsiteY18" fmla="*/ 139817 h 552695"/>
                <a:gd name="connsiteX19" fmla="*/ 225825 w 672826"/>
                <a:gd name="connsiteY19" fmla="*/ 99550 h 552695"/>
                <a:gd name="connsiteX20" fmla="*/ 225825 w 672826"/>
                <a:gd name="connsiteY20" fmla="*/ 45860 h 552695"/>
                <a:gd name="connsiteX21" fmla="*/ 245214 w 672826"/>
                <a:gd name="connsiteY21" fmla="*/ 45860 h 552695"/>
                <a:gd name="connsiteX22" fmla="*/ 245214 w 672826"/>
                <a:gd name="connsiteY22" fmla="*/ 98617 h 552695"/>
                <a:gd name="connsiteX23" fmla="*/ 202713 w 672826"/>
                <a:gd name="connsiteY23" fmla="*/ 143545 h 552695"/>
                <a:gd name="connsiteX24" fmla="*/ 160021 w 672826"/>
                <a:gd name="connsiteY24" fmla="*/ 98617 h 552695"/>
                <a:gd name="connsiteX25" fmla="*/ 160021 w 672826"/>
                <a:gd name="connsiteY25" fmla="*/ 45860 h 552695"/>
                <a:gd name="connsiteX26" fmla="*/ 179408 w 672826"/>
                <a:gd name="connsiteY26" fmla="*/ 45860 h 552695"/>
                <a:gd name="connsiteX27" fmla="*/ 179408 w 672826"/>
                <a:gd name="connsiteY27" fmla="*/ 99550 h 552695"/>
                <a:gd name="connsiteX28" fmla="*/ 202713 w 672826"/>
                <a:gd name="connsiteY28" fmla="*/ 125462 h 552695"/>
                <a:gd name="connsiteX29" fmla="*/ 225825 w 672826"/>
                <a:gd name="connsiteY29" fmla="*/ 99550 h 552695"/>
                <a:gd name="connsiteX30" fmla="*/ 265463 w 672826"/>
                <a:gd name="connsiteY30" fmla="*/ 126580 h 552695"/>
                <a:gd name="connsiteX31" fmla="*/ 278698 w 672826"/>
                <a:gd name="connsiteY31" fmla="*/ 115022 h 552695"/>
                <a:gd name="connsiteX32" fmla="*/ 301627 w 672826"/>
                <a:gd name="connsiteY32" fmla="*/ 127886 h 552695"/>
                <a:gd name="connsiteX33" fmla="*/ 315797 w 672826"/>
                <a:gd name="connsiteY33" fmla="*/ 115209 h 552695"/>
                <a:gd name="connsiteX34" fmla="*/ 269747 w 672826"/>
                <a:gd name="connsiteY34" fmla="*/ 69908 h 552695"/>
                <a:gd name="connsiteX35" fmla="*/ 301627 w 672826"/>
                <a:gd name="connsiteY35" fmla="*/ 42132 h 552695"/>
                <a:gd name="connsiteX36" fmla="*/ 334250 w 672826"/>
                <a:gd name="connsiteY36" fmla="*/ 57791 h 552695"/>
                <a:gd name="connsiteX37" fmla="*/ 321199 w 672826"/>
                <a:gd name="connsiteY37" fmla="*/ 69163 h 552695"/>
                <a:gd name="connsiteX38" fmla="*/ 301819 w 672826"/>
                <a:gd name="connsiteY38" fmla="*/ 57791 h 552695"/>
                <a:gd name="connsiteX39" fmla="*/ 288392 w 672826"/>
                <a:gd name="connsiteY39" fmla="*/ 69349 h 552695"/>
                <a:gd name="connsiteX40" fmla="*/ 334442 w 672826"/>
                <a:gd name="connsiteY40" fmla="*/ 114091 h 552695"/>
                <a:gd name="connsiteX41" fmla="*/ 301819 w 672826"/>
                <a:gd name="connsiteY41" fmla="*/ 143545 h 552695"/>
                <a:gd name="connsiteX42" fmla="*/ 265463 w 672826"/>
                <a:gd name="connsiteY42" fmla="*/ 126580 h 552695"/>
                <a:gd name="connsiteX43" fmla="*/ 0 w 672826"/>
                <a:gd name="connsiteY43" fmla="*/ 548968 h 552695"/>
                <a:gd name="connsiteX44" fmla="*/ 0 w 672826"/>
                <a:gd name="connsiteY44" fmla="*/ 455011 h 552695"/>
                <a:gd name="connsiteX45" fmla="*/ 19202 w 672826"/>
                <a:gd name="connsiteY45" fmla="*/ 455011 h 552695"/>
                <a:gd name="connsiteX46" fmla="*/ 19202 w 672826"/>
                <a:gd name="connsiteY46" fmla="*/ 463772 h 552695"/>
                <a:gd name="connsiteX47" fmla="*/ 47165 w 672826"/>
                <a:gd name="connsiteY47" fmla="*/ 451282 h 552695"/>
                <a:gd name="connsiteX48" fmla="*/ 76806 w 672826"/>
                <a:gd name="connsiteY48" fmla="*/ 468246 h 552695"/>
                <a:gd name="connsiteX49" fmla="*/ 109617 w 672826"/>
                <a:gd name="connsiteY49" fmla="*/ 451282 h 552695"/>
                <a:gd name="connsiteX50" fmla="*/ 144291 w 672826"/>
                <a:gd name="connsiteY50" fmla="*/ 490618 h 552695"/>
                <a:gd name="connsiteX51" fmla="*/ 144291 w 672826"/>
                <a:gd name="connsiteY51" fmla="*/ 548968 h 552695"/>
                <a:gd name="connsiteX52" fmla="*/ 124903 w 672826"/>
                <a:gd name="connsiteY52" fmla="*/ 548968 h 552695"/>
                <a:gd name="connsiteX53" fmla="*/ 124903 w 672826"/>
                <a:gd name="connsiteY53" fmla="*/ 491363 h 552695"/>
                <a:gd name="connsiteX54" fmla="*/ 105143 w 672826"/>
                <a:gd name="connsiteY54" fmla="*/ 469365 h 552695"/>
                <a:gd name="connsiteX55" fmla="*/ 81653 w 672826"/>
                <a:gd name="connsiteY55" fmla="*/ 485397 h 552695"/>
                <a:gd name="connsiteX56" fmla="*/ 81839 w 672826"/>
                <a:gd name="connsiteY56" fmla="*/ 490618 h 552695"/>
                <a:gd name="connsiteX57" fmla="*/ 81839 w 672826"/>
                <a:gd name="connsiteY57" fmla="*/ 548968 h 552695"/>
                <a:gd name="connsiteX58" fmla="*/ 62451 w 672826"/>
                <a:gd name="connsiteY58" fmla="*/ 548968 h 552695"/>
                <a:gd name="connsiteX59" fmla="*/ 62451 w 672826"/>
                <a:gd name="connsiteY59" fmla="*/ 491363 h 552695"/>
                <a:gd name="connsiteX60" fmla="*/ 42691 w 672826"/>
                <a:gd name="connsiteY60" fmla="*/ 469365 h 552695"/>
                <a:gd name="connsiteX61" fmla="*/ 19202 w 672826"/>
                <a:gd name="connsiteY61" fmla="*/ 485584 h 552695"/>
                <a:gd name="connsiteX62" fmla="*/ 19202 w 672826"/>
                <a:gd name="connsiteY62" fmla="*/ 548968 h 552695"/>
                <a:gd name="connsiteX63" fmla="*/ 0 w 672826"/>
                <a:gd name="connsiteY63" fmla="*/ 548968 h 552695"/>
                <a:gd name="connsiteX64" fmla="*/ 200884 w 672826"/>
                <a:gd name="connsiteY64" fmla="*/ 551764 h 552695"/>
                <a:gd name="connsiteX65" fmla="*/ 169569 w 672826"/>
                <a:gd name="connsiteY65" fmla="*/ 524546 h 552695"/>
                <a:gd name="connsiteX66" fmla="*/ 200517 w 672826"/>
                <a:gd name="connsiteY66" fmla="*/ 496769 h 552695"/>
                <a:gd name="connsiteX67" fmla="*/ 230902 w 672826"/>
                <a:gd name="connsiteY67" fmla="*/ 491736 h 552695"/>
                <a:gd name="connsiteX68" fmla="*/ 230902 w 672826"/>
                <a:gd name="connsiteY68" fmla="*/ 486889 h 552695"/>
                <a:gd name="connsiteX69" fmla="*/ 210211 w 672826"/>
                <a:gd name="connsiteY69" fmla="*/ 468246 h 552695"/>
                <a:gd name="connsiteX70" fmla="*/ 186530 w 672826"/>
                <a:gd name="connsiteY70" fmla="*/ 480550 h 552695"/>
                <a:gd name="connsiteX71" fmla="*/ 172179 w 672826"/>
                <a:gd name="connsiteY71" fmla="*/ 469551 h 552695"/>
                <a:gd name="connsiteX72" fmla="*/ 210770 w 672826"/>
                <a:gd name="connsiteY72" fmla="*/ 451282 h 552695"/>
                <a:gd name="connsiteX73" fmla="*/ 250107 w 672826"/>
                <a:gd name="connsiteY73" fmla="*/ 486889 h 552695"/>
                <a:gd name="connsiteX74" fmla="*/ 250107 w 672826"/>
                <a:gd name="connsiteY74" fmla="*/ 548968 h 552695"/>
                <a:gd name="connsiteX75" fmla="*/ 230902 w 672826"/>
                <a:gd name="connsiteY75" fmla="*/ 548968 h 552695"/>
                <a:gd name="connsiteX76" fmla="*/ 230902 w 672826"/>
                <a:gd name="connsiteY76" fmla="*/ 538341 h 552695"/>
                <a:gd name="connsiteX77" fmla="*/ 200884 w 672826"/>
                <a:gd name="connsiteY77" fmla="*/ 551764 h 552695"/>
                <a:gd name="connsiteX78" fmla="*/ 188960 w 672826"/>
                <a:gd name="connsiteY78" fmla="*/ 523801 h 552695"/>
                <a:gd name="connsiteX79" fmla="*/ 204433 w 672826"/>
                <a:gd name="connsiteY79" fmla="*/ 536104 h 552695"/>
                <a:gd name="connsiteX80" fmla="*/ 230902 w 672826"/>
                <a:gd name="connsiteY80" fmla="*/ 521564 h 552695"/>
                <a:gd name="connsiteX81" fmla="*/ 230902 w 672826"/>
                <a:gd name="connsiteY81" fmla="*/ 505345 h 552695"/>
                <a:gd name="connsiteX82" fmla="*/ 205552 w 672826"/>
                <a:gd name="connsiteY82" fmla="*/ 509632 h 552695"/>
                <a:gd name="connsiteX83" fmla="*/ 188960 w 672826"/>
                <a:gd name="connsiteY83" fmla="*/ 523801 h 552695"/>
                <a:gd name="connsiteX84" fmla="*/ 318519 w 672826"/>
                <a:gd name="connsiteY84" fmla="*/ 455011 h 552695"/>
                <a:gd name="connsiteX85" fmla="*/ 339210 w 672826"/>
                <a:gd name="connsiteY85" fmla="*/ 455011 h 552695"/>
                <a:gd name="connsiteX86" fmla="*/ 366799 w 672826"/>
                <a:gd name="connsiteY86" fmla="*/ 528088 h 552695"/>
                <a:gd name="connsiteX87" fmla="*/ 394204 w 672826"/>
                <a:gd name="connsiteY87" fmla="*/ 455011 h 552695"/>
                <a:gd name="connsiteX88" fmla="*/ 415087 w 672826"/>
                <a:gd name="connsiteY88" fmla="*/ 455011 h 552695"/>
                <a:gd name="connsiteX89" fmla="*/ 379474 w 672826"/>
                <a:gd name="connsiteY89" fmla="*/ 548968 h 552695"/>
                <a:gd name="connsiteX90" fmla="*/ 353940 w 672826"/>
                <a:gd name="connsiteY90" fmla="*/ 548968 h 552695"/>
                <a:gd name="connsiteX91" fmla="*/ 318519 w 672826"/>
                <a:gd name="connsiteY91" fmla="*/ 455011 h 552695"/>
                <a:gd name="connsiteX92" fmla="*/ 443068 w 672826"/>
                <a:gd name="connsiteY92" fmla="*/ 434132 h 552695"/>
                <a:gd name="connsiteX93" fmla="*/ 430017 w 672826"/>
                <a:gd name="connsiteY93" fmla="*/ 421082 h 552695"/>
                <a:gd name="connsiteX94" fmla="*/ 443068 w 672826"/>
                <a:gd name="connsiteY94" fmla="*/ 408032 h 552695"/>
                <a:gd name="connsiteX95" fmla="*/ 456119 w 672826"/>
                <a:gd name="connsiteY95" fmla="*/ 421082 h 552695"/>
                <a:gd name="connsiteX96" fmla="*/ 443068 w 672826"/>
                <a:gd name="connsiteY96" fmla="*/ 434132 h 552695"/>
                <a:gd name="connsiteX97" fmla="*/ 433374 w 672826"/>
                <a:gd name="connsiteY97" fmla="*/ 548968 h 552695"/>
                <a:gd name="connsiteX98" fmla="*/ 433374 w 672826"/>
                <a:gd name="connsiteY98" fmla="*/ 455011 h 552695"/>
                <a:gd name="connsiteX99" fmla="*/ 452579 w 672826"/>
                <a:gd name="connsiteY99" fmla="*/ 455011 h 552695"/>
                <a:gd name="connsiteX100" fmla="*/ 452579 w 672826"/>
                <a:gd name="connsiteY100" fmla="*/ 548968 h 552695"/>
                <a:gd name="connsiteX101" fmla="*/ 433374 w 672826"/>
                <a:gd name="connsiteY101" fmla="*/ 548968 h 552695"/>
                <a:gd name="connsiteX102" fmla="*/ 484918 w 672826"/>
                <a:gd name="connsiteY102" fmla="*/ 548968 h 552695"/>
                <a:gd name="connsiteX103" fmla="*/ 484918 w 672826"/>
                <a:gd name="connsiteY103" fmla="*/ 409151 h 552695"/>
                <a:gd name="connsiteX104" fmla="*/ 504115 w 672826"/>
                <a:gd name="connsiteY104" fmla="*/ 409151 h 552695"/>
                <a:gd name="connsiteX105" fmla="*/ 504115 w 672826"/>
                <a:gd name="connsiteY105" fmla="*/ 548968 h 552695"/>
                <a:gd name="connsiteX106" fmla="*/ 484918 w 672826"/>
                <a:gd name="connsiteY106" fmla="*/ 548968 h 552695"/>
                <a:gd name="connsiteX107" fmla="*/ 536463 w 672826"/>
                <a:gd name="connsiteY107" fmla="*/ 548968 h 552695"/>
                <a:gd name="connsiteX108" fmla="*/ 536463 w 672826"/>
                <a:gd name="connsiteY108" fmla="*/ 409151 h 552695"/>
                <a:gd name="connsiteX109" fmla="*/ 555660 w 672826"/>
                <a:gd name="connsiteY109" fmla="*/ 409151 h 552695"/>
                <a:gd name="connsiteX110" fmla="*/ 555660 w 672826"/>
                <a:gd name="connsiteY110" fmla="*/ 548968 h 552695"/>
                <a:gd name="connsiteX111" fmla="*/ 536463 w 672826"/>
                <a:gd name="connsiteY111" fmla="*/ 548968 h 552695"/>
                <a:gd name="connsiteX112" fmla="*/ 672827 w 672826"/>
                <a:gd name="connsiteY112" fmla="*/ 533681 h 552695"/>
                <a:gd name="connsiteX113" fmla="*/ 632187 w 672826"/>
                <a:gd name="connsiteY113" fmla="*/ 552696 h 552695"/>
                <a:gd name="connsiteX114" fmla="*/ 580543 w 672826"/>
                <a:gd name="connsiteY114" fmla="*/ 501989 h 552695"/>
                <a:gd name="connsiteX115" fmla="*/ 628271 w 672826"/>
                <a:gd name="connsiteY115" fmla="*/ 451282 h 552695"/>
                <a:gd name="connsiteX116" fmla="*/ 670965 w 672826"/>
                <a:gd name="connsiteY116" fmla="*/ 492855 h 552695"/>
                <a:gd name="connsiteX117" fmla="*/ 669654 w 672826"/>
                <a:gd name="connsiteY117" fmla="*/ 504226 h 552695"/>
                <a:gd name="connsiteX118" fmla="*/ 600307 w 672826"/>
                <a:gd name="connsiteY118" fmla="*/ 504226 h 552695"/>
                <a:gd name="connsiteX119" fmla="*/ 632187 w 672826"/>
                <a:gd name="connsiteY119" fmla="*/ 535359 h 552695"/>
                <a:gd name="connsiteX120" fmla="*/ 658841 w 672826"/>
                <a:gd name="connsiteY120" fmla="*/ 522496 h 552695"/>
                <a:gd name="connsiteX121" fmla="*/ 672827 w 672826"/>
                <a:gd name="connsiteY121" fmla="*/ 533681 h 552695"/>
                <a:gd name="connsiteX122" fmla="*/ 627896 w 672826"/>
                <a:gd name="connsiteY122" fmla="*/ 467315 h 552695"/>
                <a:gd name="connsiteX123" fmla="*/ 601242 w 672826"/>
                <a:gd name="connsiteY123" fmla="*/ 489871 h 552695"/>
                <a:gd name="connsiteX124" fmla="*/ 651760 w 672826"/>
                <a:gd name="connsiteY124" fmla="*/ 489871 h 552695"/>
                <a:gd name="connsiteX125" fmla="*/ 627896 w 672826"/>
                <a:gd name="connsiteY125" fmla="*/ 467315 h 552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2826" h="552695">
                  <a:moveTo>
                    <a:pt x="4474" y="139817"/>
                  </a:moveTo>
                  <a:lnTo>
                    <a:pt x="4474" y="9321"/>
                  </a:lnTo>
                  <a:lnTo>
                    <a:pt x="44555" y="9321"/>
                  </a:lnTo>
                  <a:cubicBezTo>
                    <a:pt x="71959" y="9321"/>
                    <a:pt x="88737" y="23862"/>
                    <a:pt x="88737" y="46978"/>
                  </a:cubicBezTo>
                  <a:cubicBezTo>
                    <a:pt x="88737" y="70095"/>
                    <a:pt x="71959" y="84636"/>
                    <a:pt x="44555" y="84636"/>
                  </a:cubicBezTo>
                  <a:lnTo>
                    <a:pt x="25726" y="84636"/>
                  </a:lnTo>
                  <a:lnTo>
                    <a:pt x="25726" y="139817"/>
                  </a:lnTo>
                  <a:lnTo>
                    <a:pt x="4474" y="139817"/>
                  </a:lnTo>
                  <a:close/>
                  <a:moveTo>
                    <a:pt x="45488" y="27404"/>
                  </a:moveTo>
                  <a:lnTo>
                    <a:pt x="25726" y="27404"/>
                  </a:lnTo>
                  <a:lnTo>
                    <a:pt x="25726" y="66553"/>
                  </a:lnTo>
                  <a:lnTo>
                    <a:pt x="45488" y="66553"/>
                  </a:lnTo>
                  <a:cubicBezTo>
                    <a:pt x="58723" y="66553"/>
                    <a:pt x="66553" y="59096"/>
                    <a:pt x="66553" y="46606"/>
                  </a:cubicBezTo>
                  <a:cubicBezTo>
                    <a:pt x="66553" y="34861"/>
                    <a:pt x="58723" y="27404"/>
                    <a:pt x="45488" y="27404"/>
                  </a:cubicBezTo>
                  <a:close/>
                  <a:moveTo>
                    <a:pt x="110528" y="139817"/>
                  </a:moveTo>
                  <a:lnTo>
                    <a:pt x="110528" y="0"/>
                  </a:lnTo>
                  <a:lnTo>
                    <a:pt x="129730" y="0"/>
                  </a:lnTo>
                  <a:lnTo>
                    <a:pt x="129730" y="139817"/>
                  </a:lnTo>
                  <a:lnTo>
                    <a:pt x="110528" y="139817"/>
                  </a:lnTo>
                  <a:close/>
                  <a:moveTo>
                    <a:pt x="225825" y="99550"/>
                  </a:moveTo>
                  <a:lnTo>
                    <a:pt x="225825" y="45860"/>
                  </a:lnTo>
                  <a:lnTo>
                    <a:pt x="245214" y="45860"/>
                  </a:lnTo>
                  <a:lnTo>
                    <a:pt x="245214" y="98617"/>
                  </a:lnTo>
                  <a:cubicBezTo>
                    <a:pt x="245214" y="126768"/>
                    <a:pt x="228998" y="143545"/>
                    <a:pt x="202713" y="143545"/>
                  </a:cubicBezTo>
                  <a:cubicBezTo>
                    <a:pt x="176243" y="143545"/>
                    <a:pt x="160021" y="126768"/>
                    <a:pt x="160021" y="98617"/>
                  </a:cubicBezTo>
                  <a:lnTo>
                    <a:pt x="160021" y="45860"/>
                  </a:lnTo>
                  <a:lnTo>
                    <a:pt x="179408" y="45860"/>
                  </a:lnTo>
                  <a:lnTo>
                    <a:pt x="179408" y="99550"/>
                  </a:lnTo>
                  <a:cubicBezTo>
                    <a:pt x="179408" y="115768"/>
                    <a:pt x="187983" y="125462"/>
                    <a:pt x="202713" y="125462"/>
                  </a:cubicBezTo>
                  <a:cubicBezTo>
                    <a:pt x="217066" y="125462"/>
                    <a:pt x="225825" y="115768"/>
                    <a:pt x="225825" y="99550"/>
                  </a:cubicBezTo>
                  <a:close/>
                  <a:moveTo>
                    <a:pt x="265463" y="126580"/>
                  </a:moveTo>
                  <a:lnTo>
                    <a:pt x="278698" y="115022"/>
                  </a:lnTo>
                  <a:cubicBezTo>
                    <a:pt x="284852" y="122852"/>
                    <a:pt x="292308" y="127886"/>
                    <a:pt x="301627" y="127886"/>
                  </a:cubicBezTo>
                  <a:cubicBezTo>
                    <a:pt x="310762" y="127886"/>
                    <a:pt x="315797" y="122293"/>
                    <a:pt x="315797" y="115209"/>
                  </a:cubicBezTo>
                  <a:cubicBezTo>
                    <a:pt x="315797" y="96194"/>
                    <a:pt x="269747" y="103092"/>
                    <a:pt x="269747" y="69908"/>
                  </a:cubicBezTo>
                  <a:cubicBezTo>
                    <a:pt x="269747" y="54435"/>
                    <a:pt x="282798" y="42132"/>
                    <a:pt x="301627" y="42132"/>
                  </a:cubicBezTo>
                  <a:cubicBezTo>
                    <a:pt x="315421" y="42132"/>
                    <a:pt x="327545" y="48843"/>
                    <a:pt x="334250" y="57791"/>
                  </a:cubicBezTo>
                  <a:lnTo>
                    <a:pt x="321199" y="69163"/>
                  </a:lnTo>
                  <a:cubicBezTo>
                    <a:pt x="316173" y="62452"/>
                    <a:pt x="309643" y="57791"/>
                    <a:pt x="301819" y="57791"/>
                  </a:cubicBezTo>
                  <a:cubicBezTo>
                    <a:pt x="292868" y="57791"/>
                    <a:pt x="288392" y="63011"/>
                    <a:pt x="288392" y="69349"/>
                  </a:cubicBezTo>
                  <a:cubicBezTo>
                    <a:pt x="288392" y="88178"/>
                    <a:pt x="334442" y="81839"/>
                    <a:pt x="334442" y="114091"/>
                  </a:cubicBezTo>
                  <a:cubicBezTo>
                    <a:pt x="334250" y="132547"/>
                    <a:pt x="319337" y="143545"/>
                    <a:pt x="301819" y="143545"/>
                  </a:cubicBezTo>
                  <a:cubicBezTo>
                    <a:pt x="285971" y="143545"/>
                    <a:pt x="274222" y="137207"/>
                    <a:pt x="265463" y="126580"/>
                  </a:cubicBezTo>
                  <a:close/>
                  <a:moveTo>
                    <a:pt x="0" y="548968"/>
                  </a:moveTo>
                  <a:lnTo>
                    <a:pt x="0" y="455011"/>
                  </a:lnTo>
                  <a:lnTo>
                    <a:pt x="19202" y="455011"/>
                  </a:lnTo>
                  <a:lnTo>
                    <a:pt x="19202" y="463772"/>
                  </a:lnTo>
                  <a:cubicBezTo>
                    <a:pt x="25913" y="456502"/>
                    <a:pt x="34674" y="451282"/>
                    <a:pt x="47165" y="451282"/>
                  </a:cubicBezTo>
                  <a:cubicBezTo>
                    <a:pt x="60028" y="451282"/>
                    <a:pt x="70841" y="457062"/>
                    <a:pt x="76806" y="468246"/>
                  </a:cubicBezTo>
                  <a:cubicBezTo>
                    <a:pt x="84076" y="458925"/>
                    <a:pt x="93397" y="451282"/>
                    <a:pt x="109617" y="451282"/>
                  </a:cubicBezTo>
                  <a:cubicBezTo>
                    <a:pt x="129191" y="451282"/>
                    <a:pt x="144291" y="464704"/>
                    <a:pt x="144291" y="490618"/>
                  </a:cubicBezTo>
                  <a:lnTo>
                    <a:pt x="144291" y="548968"/>
                  </a:lnTo>
                  <a:lnTo>
                    <a:pt x="124903" y="548968"/>
                  </a:lnTo>
                  <a:lnTo>
                    <a:pt x="124903" y="491363"/>
                  </a:lnTo>
                  <a:cubicBezTo>
                    <a:pt x="124903" y="477567"/>
                    <a:pt x="117260" y="469365"/>
                    <a:pt x="105143" y="469365"/>
                  </a:cubicBezTo>
                  <a:cubicBezTo>
                    <a:pt x="93957" y="469365"/>
                    <a:pt x="86687" y="476449"/>
                    <a:pt x="81653" y="485397"/>
                  </a:cubicBezTo>
                  <a:cubicBezTo>
                    <a:pt x="81839" y="487076"/>
                    <a:pt x="81839" y="488753"/>
                    <a:pt x="81839" y="490618"/>
                  </a:cubicBezTo>
                  <a:lnTo>
                    <a:pt x="81839" y="548968"/>
                  </a:lnTo>
                  <a:lnTo>
                    <a:pt x="62451" y="548968"/>
                  </a:lnTo>
                  <a:lnTo>
                    <a:pt x="62451" y="491363"/>
                  </a:lnTo>
                  <a:cubicBezTo>
                    <a:pt x="62451" y="477567"/>
                    <a:pt x="54995" y="469365"/>
                    <a:pt x="42691" y="469365"/>
                  </a:cubicBezTo>
                  <a:cubicBezTo>
                    <a:pt x="30760" y="469365"/>
                    <a:pt x="23676" y="477567"/>
                    <a:pt x="19202" y="485584"/>
                  </a:cubicBezTo>
                  <a:lnTo>
                    <a:pt x="19202" y="548968"/>
                  </a:lnTo>
                  <a:lnTo>
                    <a:pt x="0" y="548968"/>
                  </a:lnTo>
                  <a:close/>
                  <a:moveTo>
                    <a:pt x="200884" y="551764"/>
                  </a:moveTo>
                  <a:cubicBezTo>
                    <a:pt x="182247" y="551764"/>
                    <a:pt x="169569" y="541138"/>
                    <a:pt x="169569" y="524546"/>
                  </a:cubicBezTo>
                  <a:cubicBezTo>
                    <a:pt x="169569" y="510378"/>
                    <a:pt x="180568" y="500125"/>
                    <a:pt x="200517" y="496769"/>
                  </a:cubicBezTo>
                  <a:lnTo>
                    <a:pt x="230902" y="491736"/>
                  </a:lnTo>
                  <a:lnTo>
                    <a:pt x="230902" y="486889"/>
                  </a:lnTo>
                  <a:cubicBezTo>
                    <a:pt x="230902" y="475331"/>
                    <a:pt x="222327" y="468246"/>
                    <a:pt x="210211" y="468246"/>
                  </a:cubicBezTo>
                  <a:cubicBezTo>
                    <a:pt x="199957" y="468246"/>
                    <a:pt x="191941" y="472907"/>
                    <a:pt x="186530" y="480550"/>
                  </a:cubicBezTo>
                  <a:lnTo>
                    <a:pt x="172179" y="469551"/>
                  </a:lnTo>
                  <a:cubicBezTo>
                    <a:pt x="180568" y="458367"/>
                    <a:pt x="193987" y="451282"/>
                    <a:pt x="210770" y="451282"/>
                  </a:cubicBezTo>
                  <a:cubicBezTo>
                    <a:pt x="236121" y="451282"/>
                    <a:pt x="250107" y="466196"/>
                    <a:pt x="250107" y="486889"/>
                  </a:cubicBezTo>
                  <a:lnTo>
                    <a:pt x="250107" y="548968"/>
                  </a:lnTo>
                  <a:lnTo>
                    <a:pt x="230902" y="548968"/>
                  </a:lnTo>
                  <a:lnTo>
                    <a:pt x="230902" y="538341"/>
                  </a:lnTo>
                  <a:cubicBezTo>
                    <a:pt x="224189" y="546544"/>
                    <a:pt x="212449" y="551764"/>
                    <a:pt x="200884" y="551764"/>
                  </a:cubicBezTo>
                  <a:close/>
                  <a:moveTo>
                    <a:pt x="188960" y="523801"/>
                  </a:moveTo>
                  <a:cubicBezTo>
                    <a:pt x="188960" y="531071"/>
                    <a:pt x="194738" y="536104"/>
                    <a:pt x="204433" y="536104"/>
                  </a:cubicBezTo>
                  <a:cubicBezTo>
                    <a:pt x="216173" y="536104"/>
                    <a:pt x="225308" y="530512"/>
                    <a:pt x="230902" y="521564"/>
                  </a:cubicBezTo>
                  <a:lnTo>
                    <a:pt x="230902" y="505345"/>
                  </a:lnTo>
                  <a:lnTo>
                    <a:pt x="205552" y="509632"/>
                  </a:lnTo>
                  <a:cubicBezTo>
                    <a:pt x="193803" y="511683"/>
                    <a:pt x="188960" y="516717"/>
                    <a:pt x="188960" y="523801"/>
                  </a:cubicBezTo>
                  <a:close/>
                  <a:moveTo>
                    <a:pt x="318519" y="455011"/>
                  </a:moveTo>
                  <a:lnTo>
                    <a:pt x="339210" y="455011"/>
                  </a:lnTo>
                  <a:lnTo>
                    <a:pt x="366799" y="528088"/>
                  </a:lnTo>
                  <a:lnTo>
                    <a:pt x="394204" y="455011"/>
                  </a:lnTo>
                  <a:lnTo>
                    <a:pt x="415087" y="455011"/>
                  </a:lnTo>
                  <a:lnTo>
                    <a:pt x="379474" y="548968"/>
                  </a:lnTo>
                  <a:lnTo>
                    <a:pt x="353940" y="548968"/>
                  </a:lnTo>
                  <a:lnTo>
                    <a:pt x="318519" y="455011"/>
                  </a:lnTo>
                  <a:close/>
                  <a:moveTo>
                    <a:pt x="443068" y="434132"/>
                  </a:moveTo>
                  <a:cubicBezTo>
                    <a:pt x="435987" y="434132"/>
                    <a:pt x="430017" y="428165"/>
                    <a:pt x="430017" y="421082"/>
                  </a:cubicBezTo>
                  <a:cubicBezTo>
                    <a:pt x="430017" y="413998"/>
                    <a:pt x="435987" y="408032"/>
                    <a:pt x="443068" y="408032"/>
                  </a:cubicBezTo>
                  <a:cubicBezTo>
                    <a:pt x="450149" y="408032"/>
                    <a:pt x="456119" y="413998"/>
                    <a:pt x="456119" y="421082"/>
                  </a:cubicBezTo>
                  <a:cubicBezTo>
                    <a:pt x="456119" y="428165"/>
                    <a:pt x="450149" y="434132"/>
                    <a:pt x="443068" y="434132"/>
                  </a:cubicBezTo>
                  <a:close/>
                  <a:moveTo>
                    <a:pt x="433374" y="548968"/>
                  </a:moveTo>
                  <a:lnTo>
                    <a:pt x="433374" y="455011"/>
                  </a:lnTo>
                  <a:lnTo>
                    <a:pt x="452579" y="455011"/>
                  </a:lnTo>
                  <a:lnTo>
                    <a:pt x="452579" y="548968"/>
                  </a:lnTo>
                  <a:lnTo>
                    <a:pt x="433374" y="548968"/>
                  </a:lnTo>
                  <a:close/>
                  <a:moveTo>
                    <a:pt x="484918" y="548968"/>
                  </a:moveTo>
                  <a:lnTo>
                    <a:pt x="484918" y="409151"/>
                  </a:lnTo>
                  <a:lnTo>
                    <a:pt x="504115" y="409151"/>
                  </a:lnTo>
                  <a:lnTo>
                    <a:pt x="504115" y="548968"/>
                  </a:lnTo>
                  <a:lnTo>
                    <a:pt x="484918" y="548968"/>
                  </a:lnTo>
                  <a:close/>
                  <a:moveTo>
                    <a:pt x="536463" y="548968"/>
                  </a:moveTo>
                  <a:lnTo>
                    <a:pt x="536463" y="409151"/>
                  </a:lnTo>
                  <a:lnTo>
                    <a:pt x="555660" y="409151"/>
                  </a:lnTo>
                  <a:lnTo>
                    <a:pt x="555660" y="548968"/>
                  </a:lnTo>
                  <a:lnTo>
                    <a:pt x="536463" y="548968"/>
                  </a:lnTo>
                  <a:close/>
                  <a:moveTo>
                    <a:pt x="672827" y="533681"/>
                  </a:moveTo>
                  <a:cubicBezTo>
                    <a:pt x="664059" y="545426"/>
                    <a:pt x="649706" y="552696"/>
                    <a:pt x="632187" y="552696"/>
                  </a:cubicBezTo>
                  <a:cubicBezTo>
                    <a:pt x="599748" y="552696"/>
                    <a:pt x="580543" y="529394"/>
                    <a:pt x="580543" y="501989"/>
                  </a:cubicBezTo>
                  <a:cubicBezTo>
                    <a:pt x="580543" y="473839"/>
                    <a:pt x="598445" y="451282"/>
                    <a:pt x="628271" y="451282"/>
                  </a:cubicBezTo>
                  <a:cubicBezTo>
                    <a:pt x="654181" y="451282"/>
                    <a:pt x="670965" y="468992"/>
                    <a:pt x="670965" y="492855"/>
                  </a:cubicBezTo>
                  <a:cubicBezTo>
                    <a:pt x="670965" y="497142"/>
                    <a:pt x="670405" y="501430"/>
                    <a:pt x="669654" y="504226"/>
                  </a:cubicBezTo>
                  <a:lnTo>
                    <a:pt x="600307" y="504226"/>
                  </a:lnTo>
                  <a:cubicBezTo>
                    <a:pt x="601610" y="524733"/>
                    <a:pt x="614101" y="535359"/>
                    <a:pt x="632187" y="535359"/>
                  </a:cubicBezTo>
                  <a:cubicBezTo>
                    <a:pt x="643560" y="535359"/>
                    <a:pt x="653062" y="530325"/>
                    <a:pt x="658841" y="522496"/>
                  </a:cubicBezTo>
                  <a:lnTo>
                    <a:pt x="672827" y="533681"/>
                  </a:lnTo>
                  <a:close/>
                  <a:moveTo>
                    <a:pt x="627896" y="467315"/>
                  </a:moveTo>
                  <a:cubicBezTo>
                    <a:pt x="613918" y="467315"/>
                    <a:pt x="604223" y="475331"/>
                    <a:pt x="601242" y="489871"/>
                  </a:cubicBezTo>
                  <a:lnTo>
                    <a:pt x="651760" y="489871"/>
                  </a:lnTo>
                  <a:cubicBezTo>
                    <a:pt x="651384" y="478127"/>
                    <a:pt x="643001" y="467315"/>
                    <a:pt x="627896" y="467315"/>
                  </a:cubicBezTo>
                  <a:close/>
                </a:path>
              </a:pathLst>
            </a:custGeom>
            <a:solidFill>
              <a:srgbClr val="000091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50389A1E-697A-0C29-D276-8063382A5C46}"/>
                </a:ext>
              </a:extLst>
            </p:cNvPr>
            <p:cNvSpPr/>
            <p:nvPr/>
          </p:nvSpPr>
          <p:spPr>
            <a:xfrm>
              <a:off x="11305180" y="390105"/>
              <a:ext cx="671976" cy="153415"/>
            </a:xfrm>
            <a:custGeom>
              <a:avLst/>
              <a:gdLst>
                <a:gd name="connsiteX0" fmla="*/ 0 w 671976"/>
                <a:gd name="connsiteY0" fmla="*/ 49014 h 153415"/>
                <a:gd name="connsiteX1" fmla="*/ 18728 w 671976"/>
                <a:gd name="connsiteY1" fmla="*/ 49014 h 153415"/>
                <a:gd name="connsiteX2" fmla="*/ 18728 w 671976"/>
                <a:gd name="connsiteY2" fmla="*/ 39848 h 153415"/>
                <a:gd name="connsiteX3" fmla="*/ 60569 w 671976"/>
                <a:gd name="connsiteY3" fmla="*/ 0 h 153415"/>
                <a:gd name="connsiteX4" fmla="*/ 84877 w 671976"/>
                <a:gd name="connsiteY4" fmla="*/ 5380 h 153415"/>
                <a:gd name="connsiteX5" fmla="*/ 71528 w 671976"/>
                <a:gd name="connsiteY5" fmla="*/ 31879 h 153415"/>
                <a:gd name="connsiteX6" fmla="*/ 61167 w 671976"/>
                <a:gd name="connsiteY6" fmla="*/ 28292 h 153415"/>
                <a:gd name="connsiteX7" fmla="*/ 50607 w 671976"/>
                <a:gd name="connsiteY7" fmla="*/ 38852 h 153415"/>
                <a:gd name="connsiteX8" fmla="*/ 50607 w 671976"/>
                <a:gd name="connsiteY8" fmla="*/ 49014 h 153415"/>
                <a:gd name="connsiteX9" fmla="*/ 78103 w 671976"/>
                <a:gd name="connsiteY9" fmla="*/ 49014 h 153415"/>
                <a:gd name="connsiteX10" fmla="*/ 78103 w 671976"/>
                <a:gd name="connsiteY10" fmla="*/ 77305 h 153415"/>
                <a:gd name="connsiteX11" fmla="*/ 50607 w 671976"/>
                <a:gd name="connsiteY11" fmla="*/ 77305 h 153415"/>
                <a:gd name="connsiteX12" fmla="*/ 50607 w 671976"/>
                <a:gd name="connsiteY12" fmla="*/ 149431 h 153415"/>
                <a:gd name="connsiteX13" fmla="*/ 18728 w 671976"/>
                <a:gd name="connsiteY13" fmla="*/ 149431 h 153415"/>
                <a:gd name="connsiteX14" fmla="*/ 18728 w 671976"/>
                <a:gd name="connsiteY14" fmla="*/ 77305 h 153415"/>
                <a:gd name="connsiteX15" fmla="*/ 0 w 671976"/>
                <a:gd name="connsiteY15" fmla="*/ 77305 h 153415"/>
                <a:gd name="connsiteX16" fmla="*/ 0 w 671976"/>
                <a:gd name="connsiteY16" fmla="*/ 49014 h 153415"/>
                <a:gd name="connsiteX17" fmla="*/ 94212 w 671976"/>
                <a:gd name="connsiteY17" fmla="*/ 149431 h 153415"/>
                <a:gd name="connsiteX18" fmla="*/ 94212 w 671976"/>
                <a:gd name="connsiteY18" fmla="*/ 49014 h 153415"/>
                <a:gd name="connsiteX19" fmla="*/ 125892 w 671976"/>
                <a:gd name="connsiteY19" fmla="*/ 49014 h 153415"/>
                <a:gd name="connsiteX20" fmla="*/ 125892 w 671976"/>
                <a:gd name="connsiteY20" fmla="*/ 57183 h 153415"/>
                <a:gd name="connsiteX21" fmla="*/ 150199 w 671976"/>
                <a:gd name="connsiteY21" fmla="*/ 47021 h 153415"/>
                <a:gd name="connsiteX22" fmla="*/ 159364 w 671976"/>
                <a:gd name="connsiteY22" fmla="*/ 48416 h 153415"/>
                <a:gd name="connsiteX23" fmla="*/ 159364 w 671976"/>
                <a:gd name="connsiteY23" fmla="*/ 79697 h 153415"/>
                <a:gd name="connsiteX24" fmla="*/ 147012 w 671976"/>
                <a:gd name="connsiteY24" fmla="*/ 78301 h 153415"/>
                <a:gd name="connsiteX25" fmla="*/ 125892 w 671976"/>
                <a:gd name="connsiteY25" fmla="*/ 88463 h 153415"/>
                <a:gd name="connsiteX26" fmla="*/ 125892 w 671976"/>
                <a:gd name="connsiteY26" fmla="*/ 149431 h 153415"/>
                <a:gd name="connsiteX27" fmla="*/ 94212 w 671976"/>
                <a:gd name="connsiteY27" fmla="*/ 149431 h 153415"/>
                <a:gd name="connsiteX28" fmla="*/ 201286 w 671976"/>
                <a:gd name="connsiteY28" fmla="*/ 152420 h 153415"/>
                <a:gd name="connsiteX29" fmla="*/ 166816 w 671976"/>
                <a:gd name="connsiteY29" fmla="*/ 121139 h 153415"/>
                <a:gd name="connsiteX30" fmla="*/ 200485 w 671976"/>
                <a:gd name="connsiteY30" fmla="*/ 90456 h 153415"/>
                <a:gd name="connsiteX31" fmla="*/ 228783 w 671976"/>
                <a:gd name="connsiteY31" fmla="*/ 85674 h 153415"/>
                <a:gd name="connsiteX32" fmla="*/ 212642 w 671976"/>
                <a:gd name="connsiteY32" fmla="*/ 72324 h 153415"/>
                <a:gd name="connsiteX33" fmla="*/ 193513 w 671976"/>
                <a:gd name="connsiteY33" fmla="*/ 82885 h 153415"/>
                <a:gd name="connsiteX34" fmla="*/ 170402 w 671976"/>
                <a:gd name="connsiteY34" fmla="*/ 65351 h 153415"/>
                <a:gd name="connsiteX35" fmla="*/ 213636 w 671976"/>
                <a:gd name="connsiteY35" fmla="*/ 45028 h 153415"/>
                <a:gd name="connsiteX36" fmla="*/ 260263 w 671976"/>
                <a:gd name="connsiteY36" fmla="*/ 86072 h 153415"/>
                <a:gd name="connsiteX37" fmla="*/ 260263 w 671976"/>
                <a:gd name="connsiteY37" fmla="*/ 149431 h 153415"/>
                <a:gd name="connsiteX38" fmla="*/ 228783 w 671976"/>
                <a:gd name="connsiteY38" fmla="*/ 149431 h 153415"/>
                <a:gd name="connsiteX39" fmla="*/ 228783 w 671976"/>
                <a:gd name="connsiteY39" fmla="*/ 141860 h 153415"/>
                <a:gd name="connsiteX40" fmla="*/ 201286 w 671976"/>
                <a:gd name="connsiteY40" fmla="*/ 152420 h 153415"/>
                <a:gd name="connsiteX41" fmla="*/ 198097 w 671976"/>
                <a:gd name="connsiteY41" fmla="*/ 119545 h 153415"/>
                <a:gd name="connsiteX42" fmla="*/ 208259 w 671976"/>
                <a:gd name="connsiteY42" fmla="*/ 127913 h 153415"/>
                <a:gd name="connsiteX43" fmla="*/ 228783 w 671976"/>
                <a:gd name="connsiteY43" fmla="*/ 117154 h 153415"/>
                <a:gd name="connsiteX44" fmla="*/ 228783 w 671976"/>
                <a:gd name="connsiteY44" fmla="*/ 107192 h 153415"/>
                <a:gd name="connsiteX45" fmla="*/ 209052 w 671976"/>
                <a:gd name="connsiteY45" fmla="*/ 110579 h 153415"/>
                <a:gd name="connsiteX46" fmla="*/ 198097 w 671976"/>
                <a:gd name="connsiteY46" fmla="*/ 119545 h 153415"/>
                <a:gd name="connsiteX47" fmla="*/ 289362 w 671976"/>
                <a:gd name="connsiteY47" fmla="*/ 33074 h 153415"/>
                <a:gd name="connsiteX48" fmla="*/ 262066 w 671976"/>
                <a:gd name="connsiteY48" fmla="*/ 33074 h 153415"/>
                <a:gd name="connsiteX49" fmla="*/ 282390 w 671976"/>
                <a:gd name="connsiteY49" fmla="*/ 0 h 153415"/>
                <a:gd name="connsiteX50" fmla="*/ 321836 w 671976"/>
                <a:gd name="connsiteY50" fmla="*/ 0 h 153415"/>
                <a:gd name="connsiteX51" fmla="*/ 342160 w 671976"/>
                <a:gd name="connsiteY51" fmla="*/ 33074 h 153415"/>
                <a:gd name="connsiteX52" fmla="*/ 314863 w 671976"/>
                <a:gd name="connsiteY52" fmla="*/ 33074 h 153415"/>
                <a:gd name="connsiteX53" fmla="*/ 302113 w 671976"/>
                <a:gd name="connsiteY53" fmla="*/ 13747 h 153415"/>
                <a:gd name="connsiteX54" fmla="*/ 289362 w 671976"/>
                <a:gd name="connsiteY54" fmla="*/ 33074 h 153415"/>
                <a:gd name="connsiteX55" fmla="*/ 286173 w 671976"/>
                <a:gd name="connsiteY55" fmla="*/ 149431 h 153415"/>
                <a:gd name="connsiteX56" fmla="*/ 286173 w 671976"/>
                <a:gd name="connsiteY56" fmla="*/ 49014 h 153415"/>
                <a:gd name="connsiteX57" fmla="*/ 317853 w 671976"/>
                <a:gd name="connsiteY57" fmla="*/ 49014 h 153415"/>
                <a:gd name="connsiteX58" fmla="*/ 317853 w 671976"/>
                <a:gd name="connsiteY58" fmla="*/ 149431 h 153415"/>
                <a:gd name="connsiteX59" fmla="*/ 286173 w 671976"/>
                <a:gd name="connsiteY59" fmla="*/ 149431 h 153415"/>
                <a:gd name="connsiteX60" fmla="*/ 394706 w 671976"/>
                <a:gd name="connsiteY60" fmla="*/ 123729 h 153415"/>
                <a:gd name="connsiteX61" fmla="*/ 412642 w 671976"/>
                <a:gd name="connsiteY61" fmla="*/ 114564 h 153415"/>
                <a:gd name="connsiteX62" fmla="*/ 437350 w 671976"/>
                <a:gd name="connsiteY62" fmla="*/ 133292 h 153415"/>
                <a:gd name="connsiteX63" fmla="*/ 394506 w 671976"/>
                <a:gd name="connsiteY63" fmla="*/ 153416 h 153415"/>
                <a:gd name="connsiteX64" fmla="*/ 338719 w 671976"/>
                <a:gd name="connsiteY64" fmla="*/ 99222 h 153415"/>
                <a:gd name="connsiteX65" fmla="*/ 394506 w 671976"/>
                <a:gd name="connsiteY65" fmla="*/ 45028 h 153415"/>
                <a:gd name="connsiteX66" fmla="*/ 437350 w 671976"/>
                <a:gd name="connsiteY66" fmla="*/ 65152 h 153415"/>
                <a:gd name="connsiteX67" fmla="*/ 412642 w 671976"/>
                <a:gd name="connsiteY67" fmla="*/ 83881 h 153415"/>
                <a:gd name="connsiteX68" fmla="*/ 394113 w 671976"/>
                <a:gd name="connsiteY68" fmla="*/ 74715 h 153415"/>
                <a:gd name="connsiteX69" fmla="*/ 371593 w 671976"/>
                <a:gd name="connsiteY69" fmla="*/ 99222 h 153415"/>
                <a:gd name="connsiteX70" fmla="*/ 394706 w 671976"/>
                <a:gd name="connsiteY70" fmla="*/ 123729 h 153415"/>
                <a:gd name="connsiteX71" fmla="*/ 453816 w 671976"/>
                <a:gd name="connsiteY71" fmla="*/ 149431 h 153415"/>
                <a:gd name="connsiteX72" fmla="*/ 453816 w 671976"/>
                <a:gd name="connsiteY72" fmla="*/ 0 h 153415"/>
                <a:gd name="connsiteX73" fmla="*/ 485496 w 671976"/>
                <a:gd name="connsiteY73" fmla="*/ 0 h 153415"/>
                <a:gd name="connsiteX74" fmla="*/ 485496 w 671976"/>
                <a:gd name="connsiteY74" fmla="*/ 54592 h 153415"/>
                <a:gd name="connsiteX75" fmla="*/ 512191 w 671976"/>
                <a:gd name="connsiteY75" fmla="*/ 45028 h 153415"/>
                <a:gd name="connsiteX76" fmla="*/ 551044 w 671976"/>
                <a:gd name="connsiteY76" fmla="*/ 90456 h 153415"/>
                <a:gd name="connsiteX77" fmla="*/ 551044 w 671976"/>
                <a:gd name="connsiteY77" fmla="*/ 149431 h 153415"/>
                <a:gd name="connsiteX78" fmla="*/ 519163 w 671976"/>
                <a:gd name="connsiteY78" fmla="*/ 149431 h 153415"/>
                <a:gd name="connsiteX79" fmla="*/ 519163 w 671976"/>
                <a:gd name="connsiteY79" fmla="*/ 91850 h 153415"/>
                <a:gd name="connsiteX80" fmla="*/ 503624 w 671976"/>
                <a:gd name="connsiteY80" fmla="*/ 74715 h 153415"/>
                <a:gd name="connsiteX81" fmla="*/ 485496 w 671976"/>
                <a:gd name="connsiteY81" fmla="*/ 86869 h 153415"/>
                <a:gd name="connsiteX82" fmla="*/ 485496 w 671976"/>
                <a:gd name="connsiteY82" fmla="*/ 149431 h 153415"/>
                <a:gd name="connsiteX83" fmla="*/ 453816 w 671976"/>
                <a:gd name="connsiteY83" fmla="*/ 149431 h 153415"/>
                <a:gd name="connsiteX84" fmla="*/ 671977 w 671976"/>
                <a:gd name="connsiteY84" fmla="*/ 133292 h 153415"/>
                <a:gd name="connsiteX85" fmla="*/ 627346 w 671976"/>
                <a:gd name="connsiteY85" fmla="*/ 153416 h 153415"/>
                <a:gd name="connsiteX86" fmla="*/ 570958 w 671976"/>
                <a:gd name="connsiteY86" fmla="*/ 99222 h 153415"/>
                <a:gd name="connsiteX87" fmla="*/ 623163 w 671976"/>
                <a:gd name="connsiteY87" fmla="*/ 45028 h 153415"/>
                <a:gd name="connsiteX88" fmla="*/ 670382 w 671976"/>
                <a:gd name="connsiteY88" fmla="*/ 91252 h 153415"/>
                <a:gd name="connsiteX89" fmla="*/ 668386 w 671976"/>
                <a:gd name="connsiteY89" fmla="*/ 107989 h 153415"/>
                <a:gd name="connsiteX90" fmla="*/ 603432 w 671976"/>
                <a:gd name="connsiteY90" fmla="*/ 107989 h 153415"/>
                <a:gd name="connsiteX91" fmla="*/ 627146 w 671976"/>
                <a:gd name="connsiteY91" fmla="*/ 125123 h 153415"/>
                <a:gd name="connsiteX92" fmla="*/ 649657 w 671976"/>
                <a:gd name="connsiteY92" fmla="*/ 115560 h 153415"/>
                <a:gd name="connsiteX93" fmla="*/ 671977 w 671976"/>
                <a:gd name="connsiteY93" fmla="*/ 133292 h 153415"/>
                <a:gd name="connsiteX94" fmla="*/ 622361 w 671976"/>
                <a:gd name="connsiteY94" fmla="*/ 70532 h 153415"/>
                <a:gd name="connsiteX95" fmla="*/ 603632 w 671976"/>
                <a:gd name="connsiteY95" fmla="*/ 85674 h 153415"/>
                <a:gd name="connsiteX96" fmla="*/ 639696 w 671976"/>
                <a:gd name="connsiteY96" fmla="*/ 85674 h 153415"/>
                <a:gd name="connsiteX97" fmla="*/ 622361 w 671976"/>
                <a:gd name="connsiteY97" fmla="*/ 70532 h 153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671976" h="153415">
                  <a:moveTo>
                    <a:pt x="0" y="49014"/>
                  </a:moveTo>
                  <a:lnTo>
                    <a:pt x="18728" y="49014"/>
                  </a:lnTo>
                  <a:lnTo>
                    <a:pt x="18728" y="39848"/>
                  </a:lnTo>
                  <a:cubicBezTo>
                    <a:pt x="18728" y="18530"/>
                    <a:pt x="33074" y="0"/>
                    <a:pt x="60569" y="0"/>
                  </a:cubicBezTo>
                  <a:cubicBezTo>
                    <a:pt x="69734" y="0"/>
                    <a:pt x="77704" y="1992"/>
                    <a:pt x="84877" y="5380"/>
                  </a:cubicBezTo>
                  <a:lnTo>
                    <a:pt x="71528" y="31879"/>
                  </a:lnTo>
                  <a:cubicBezTo>
                    <a:pt x="69336" y="30085"/>
                    <a:pt x="65750" y="28292"/>
                    <a:pt x="61167" y="28292"/>
                  </a:cubicBezTo>
                  <a:cubicBezTo>
                    <a:pt x="54592" y="28292"/>
                    <a:pt x="50607" y="32675"/>
                    <a:pt x="50607" y="38852"/>
                  </a:cubicBezTo>
                  <a:lnTo>
                    <a:pt x="50607" y="49014"/>
                  </a:lnTo>
                  <a:lnTo>
                    <a:pt x="78103" y="49014"/>
                  </a:lnTo>
                  <a:lnTo>
                    <a:pt x="78103" y="77305"/>
                  </a:lnTo>
                  <a:lnTo>
                    <a:pt x="50607" y="77305"/>
                  </a:lnTo>
                  <a:lnTo>
                    <a:pt x="50607" y="149431"/>
                  </a:lnTo>
                  <a:lnTo>
                    <a:pt x="18728" y="149431"/>
                  </a:lnTo>
                  <a:lnTo>
                    <a:pt x="18728" y="77305"/>
                  </a:lnTo>
                  <a:lnTo>
                    <a:pt x="0" y="77305"/>
                  </a:lnTo>
                  <a:lnTo>
                    <a:pt x="0" y="49014"/>
                  </a:lnTo>
                  <a:close/>
                  <a:moveTo>
                    <a:pt x="94212" y="149431"/>
                  </a:moveTo>
                  <a:lnTo>
                    <a:pt x="94212" y="49014"/>
                  </a:lnTo>
                  <a:lnTo>
                    <a:pt x="125892" y="49014"/>
                  </a:lnTo>
                  <a:lnTo>
                    <a:pt x="125892" y="57183"/>
                  </a:lnTo>
                  <a:cubicBezTo>
                    <a:pt x="132069" y="51404"/>
                    <a:pt x="139839" y="47021"/>
                    <a:pt x="150199" y="47021"/>
                  </a:cubicBezTo>
                  <a:cubicBezTo>
                    <a:pt x="153786" y="47021"/>
                    <a:pt x="156974" y="47618"/>
                    <a:pt x="159364" y="48416"/>
                  </a:cubicBezTo>
                  <a:lnTo>
                    <a:pt x="159364" y="79697"/>
                  </a:lnTo>
                  <a:cubicBezTo>
                    <a:pt x="155978" y="78899"/>
                    <a:pt x="152192" y="78301"/>
                    <a:pt x="147012" y="78301"/>
                  </a:cubicBezTo>
                  <a:cubicBezTo>
                    <a:pt x="135456" y="78301"/>
                    <a:pt x="127885" y="85076"/>
                    <a:pt x="125892" y="88463"/>
                  </a:cubicBezTo>
                  <a:lnTo>
                    <a:pt x="125892" y="149431"/>
                  </a:lnTo>
                  <a:lnTo>
                    <a:pt x="94212" y="149431"/>
                  </a:lnTo>
                  <a:close/>
                  <a:moveTo>
                    <a:pt x="201286" y="152420"/>
                  </a:moveTo>
                  <a:cubicBezTo>
                    <a:pt x="180962" y="152420"/>
                    <a:pt x="166816" y="140664"/>
                    <a:pt x="166816" y="121139"/>
                  </a:cubicBezTo>
                  <a:cubicBezTo>
                    <a:pt x="166816" y="105797"/>
                    <a:pt x="178571" y="94042"/>
                    <a:pt x="200485" y="90456"/>
                  </a:cubicBezTo>
                  <a:lnTo>
                    <a:pt x="228783" y="85674"/>
                  </a:lnTo>
                  <a:cubicBezTo>
                    <a:pt x="228583" y="78103"/>
                    <a:pt x="222003" y="72324"/>
                    <a:pt x="212642" y="72324"/>
                  </a:cubicBezTo>
                  <a:cubicBezTo>
                    <a:pt x="204276" y="72324"/>
                    <a:pt x="198097" y="76309"/>
                    <a:pt x="193513" y="82885"/>
                  </a:cubicBezTo>
                  <a:lnTo>
                    <a:pt x="170402" y="65351"/>
                  </a:lnTo>
                  <a:cubicBezTo>
                    <a:pt x="179567" y="52600"/>
                    <a:pt x="194907" y="45028"/>
                    <a:pt x="213636" y="45028"/>
                  </a:cubicBezTo>
                  <a:cubicBezTo>
                    <a:pt x="245516" y="45028"/>
                    <a:pt x="260263" y="64156"/>
                    <a:pt x="260263" y="86072"/>
                  </a:cubicBezTo>
                  <a:lnTo>
                    <a:pt x="260263" y="149431"/>
                  </a:lnTo>
                  <a:lnTo>
                    <a:pt x="228783" y="149431"/>
                  </a:lnTo>
                  <a:lnTo>
                    <a:pt x="228783" y="141860"/>
                  </a:lnTo>
                  <a:cubicBezTo>
                    <a:pt x="223205" y="148037"/>
                    <a:pt x="211841" y="152420"/>
                    <a:pt x="201286" y="152420"/>
                  </a:cubicBezTo>
                  <a:close/>
                  <a:moveTo>
                    <a:pt x="198097" y="119545"/>
                  </a:moveTo>
                  <a:cubicBezTo>
                    <a:pt x="198097" y="124725"/>
                    <a:pt x="202080" y="127913"/>
                    <a:pt x="208259" y="127913"/>
                  </a:cubicBezTo>
                  <a:cubicBezTo>
                    <a:pt x="218421" y="127913"/>
                    <a:pt x="224792" y="123131"/>
                    <a:pt x="228783" y="117154"/>
                  </a:cubicBezTo>
                  <a:lnTo>
                    <a:pt x="228783" y="107192"/>
                  </a:lnTo>
                  <a:lnTo>
                    <a:pt x="209052" y="110579"/>
                  </a:lnTo>
                  <a:cubicBezTo>
                    <a:pt x="200886" y="111974"/>
                    <a:pt x="198097" y="114962"/>
                    <a:pt x="198097" y="119545"/>
                  </a:cubicBezTo>
                  <a:close/>
                  <a:moveTo>
                    <a:pt x="289362" y="33074"/>
                  </a:moveTo>
                  <a:lnTo>
                    <a:pt x="262066" y="33074"/>
                  </a:lnTo>
                  <a:lnTo>
                    <a:pt x="282390" y="0"/>
                  </a:lnTo>
                  <a:lnTo>
                    <a:pt x="321836" y="0"/>
                  </a:lnTo>
                  <a:lnTo>
                    <a:pt x="342160" y="33074"/>
                  </a:lnTo>
                  <a:lnTo>
                    <a:pt x="314863" y="33074"/>
                  </a:lnTo>
                  <a:lnTo>
                    <a:pt x="302113" y="13747"/>
                  </a:lnTo>
                  <a:lnTo>
                    <a:pt x="289362" y="33074"/>
                  </a:lnTo>
                  <a:close/>
                  <a:moveTo>
                    <a:pt x="286173" y="149431"/>
                  </a:moveTo>
                  <a:lnTo>
                    <a:pt x="286173" y="49014"/>
                  </a:lnTo>
                  <a:lnTo>
                    <a:pt x="317853" y="49014"/>
                  </a:lnTo>
                  <a:lnTo>
                    <a:pt x="317853" y="149431"/>
                  </a:lnTo>
                  <a:lnTo>
                    <a:pt x="286173" y="149431"/>
                  </a:lnTo>
                  <a:close/>
                  <a:moveTo>
                    <a:pt x="394706" y="123729"/>
                  </a:moveTo>
                  <a:cubicBezTo>
                    <a:pt x="402680" y="123729"/>
                    <a:pt x="409052" y="119744"/>
                    <a:pt x="412642" y="114564"/>
                  </a:cubicBezTo>
                  <a:lnTo>
                    <a:pt x="437350" y="133292"/>
                  </a:lnTo>
                  <a:cubicBezTo>
                    <a:pt x="427981" y="145645"/>
                    <a:pt x="413035" y="153416"/>
                    <a:pt x="394506" y="153416"/>
                  </a:cubicBezTo>
                  <a:cubicBezTo>
                    <a:pt x="359043" y="153416"/>
                    <a:pt x="338719" y="128511"/>
                    <a:pt x="338719" y="99222"/>
                  </a:cubicBezTo>
                  <a:cubicBezTo>
                    <a:pt x="338719" y="69934"/>
                    <a:pt x="359043" y="45028"/>
                    <a:pt x="394506" y="45028"/>
                  </a:cubicBezTo>
                  <a:cubicBezTo>
                    <a:pt x="413035" y="45028"/>
                    <a:pt x="427981" y="52799"/>
                    <a:pt x="437350" y="65152"/>
                  </a:cubicBezTo>
                  <a:lnTo>
                    <a:pt x="412642" y="83881"/>
                  </a:lnTo>
                  <a:cubicBezTo>
                    <a:pt x="409052" y="78701"/>
                    <a:pt x="402881" y="74715"/>
                    <a:pt x="394113" y="74715"/>
                  </a:cubicBezTo>
                  <a:cubicBezTo>
                    <a:pt x="381163" y="74715"/>
                    <a:pt x="371593" y="84478"/>
                    <a:pt x="371593" y="99222"/>
                  </a:cubicBezTo>
                  <a:cubicBezTo>
                    <a:pt x="371593" y="114166"/>
                    <a:pt x="381163" y="123729"/>
                    <a:pt x="394706" y="123729"/>
                  </a:cubicBezTo>
                  <a:close/>
                  <a:moveTo>
                    <a:pt x="453816" y="149431"/>
                  </a:moveTo>
                  <a:lnTo>
                    <a:pt x="453816" y="0"/>
                  </a:lnTo>
                  <a:lnTo>
                    <a:pt x="485496" y="0"/>
                  </a:lnTo>
                  <a:lnTo>
                    <a:pt x="485496" y="54592"/>
                  </a:lnTo>
                  <a:cubicBezTo>
                    <a:pt x="492067" y="49014"/>
                    <a:pt x="500434" y="45028"/>
                    <a:pt x="512191" y="45028"/>
                  </a:cubicBezTo>
                  <a:cubicBezTo>
                    <a:pt x="533509" y="45028"/>
                    <a:pt x="551044" y="59971"/>
                    <a:pt x="551044" y="90456"/>
                  </a:cubicBezTo>
                  <a:lnTo>
                    <a:pt x="551044" y="149431"/>
                  </a:lnTo>
                  <a:lnTo>
                    <a:pt x="519163" y="149431"/>
                  </a:lnTo>
                  <a:lnTo>
                    <a:pt x="519163" y="91850"/>
                  </a:lnTo>
                  <a:cubicBezTo>
                    <a:pt x="519163" y="81689"/>
                    <a:pt x="513786" y="74715"/>
                    <a:pt x="503624" y="74715"/>
                  </a:cubicBezTo>
                  <a:cubicBezTo>
                    <a:pt x="492468" y="74715"/>
                    <a:pt x="487483" y="83482"/>
                    <a:pt x="485496" y="86869"/>
                  </a:cubicBezTo>
                  <a:lnTo>
                    <a:pt x="485496" y="149431"/>
                  </a:lnTo>
                  <a:lnTo>
                    <a:pt x="453816" y="149431"/>
                  </a:lnTo>
                  <a:close/>
                  <a:moveTo>
                    <a:pt x="671977" y="133292"/>
                  </a:moveTo>
                  <a:cubicBezTo>
                    <a:pt x="662408" y="145845"/>
                    <a:pt x="646668" y="153416"/>
                    <a:pt x="627346" y="153416"/>
                  </a:cubicBezTo>
                  <a:cubicBezTo>
                    <a:pt x="590481" y="153416"/>
                    <a:pt x="570958" y="128511"/>
                    <a:pt x="570958" y="99222"/>
                  </a:cubicBezTo>
                  <a:cubicBezTo>
                    <a:pt x="570958" y="70133"/>
                    <a:pt x="589086" y="45028"/>
                    <a:pt x="623163" y="45028"/>
                  </a:cubicBezTo>
                  <a:cubicBezTo>
                    <a:pt x="651653" y="45028"/>
                    <a:pt x="670382" y="63956"/>
                    <a:pt x="670382" y="91252"/>
                  </a:cubicBezTo>
                  <a:cubicBezTo>
                    <a:pt x="670382" y="98027"/>
                    <a:pt x="669380" y="104403"/>
                    <a:pt x="668386" y="107989"/>
                  </a:cubicBezTo>
                  <a:lnTo>
                    <a:pt x="603432" y="107989"/>
                  </a:lnTo>
                  <a:cubicBezTo>
                    <a:pt x="606421" y="121537"/>
                    <a:pt x="615188" y="125123"/>
                    <a:pt x="627146" y="125123"/>
                  </a:cubicBezTo>
                  <a:cubicBezTo>
                    <a:pt x="636707" y="125123"/>
                    <a:pt x="645073" y="121338"/>
                    <a:pt x="649657" y="115560"/>
                  </a:cubicBezTo>
                  <a:lnTo>
                    <a:pt x="671977" y="133292"/>
                  </a:lnTo>
                  <a:close/>
                  <a:moveTo>
                    <a:pt x="622361" y="70532"/>
                  </a:moveTo>
                  <a:cubicBezTo>
                    <a:pt x="612199" y="70532"/>
                    <a:pt x="606028" y="75513"/>
                    <a:pt x="603632" y="85674"/>
                  </a:cubicBezTo>
                  <a:lnTo>
                    <a:pt x="639696" y="85674"/>
                  </a:lnTo>
                  <a:cubicBezTo>
                    <a:pt x="639295" y="78899"/>
                    <a:pt x="634118" y="70532"/>
                    <a:pt x="622361" y="70532"/>
                  </a:cubicBezTo>
                  <a:close/>
                </a:path>
              </a:pathLst>
            </a:custGeom>
            <a:solidFill>
              <a:srgbClr val="417DC4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079700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CEECE-80BD-24F5-29ED-51D02A8DC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3AA7DA23-AC46-53C2-5481-F11CF1FF75EA}"/>
              </a:ext>
            </a:extLst>
          </p:cNvPr>
          <p:cNvSpPr/>
          <p:nvPr/>
        </p:nvSpPr>
        <p:spPr>
          <a:xfrm>
            <a:off x="609600" y="220222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1A1A1A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Estimation </a:t>
            </a:r>
            <a:r>
              <a:rPr lang="en-US" sz="3733" b="1" dirty="0" err="1">
                <a:solidFill>
                  <a:srgbClr val="1A1A1A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budgétaire</a:t>
            </a:r>
            <a:endParaRPr lang="en-US" sz="3733" dirty="0"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02F78CA-65FF-9043-6070-1584BC6D4D54}"/>
              </a:ext>
            </a:extLst>
          </p:cNvPr>
          <p:cNvSpPr/>
          <p:nvPr/>
        </p:nvSpPr>
        <p:spPr>
          <a:xfrm>
            <a:off x="609600" y="3080044"/>
            <a:ext cx="731520" cy="4876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 sz="2400"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328B9A3-CC8F-11E9-FAB1-0824EF7E88D7}"/>
              </a:ext>
            </a:extLst>
          </p:cNvPr>
          <p:cNvSpPr/>
          <p:nvPr/>
        </p:nvSpPr>
        <p:spPr>
          <a:xfrm>
            <a:off x="609600" y="3398401"/>
            <a:ext cx="10972800" cy="2879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 err="1">
                <a:solidFill>
                  <a:srgbClr val="5C5C5C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Investissement</a:t>
            </a:r>
            <a:r>
              <a:rPr lang="en-US" sz="1600" dirty="0">
                <a:solidFill>
                  <a:srgbClr val="5C5C5C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 et </a:t>
            </a:r>
            <a:r>
              <a:rPr lang="en-US" sz="1600" dirty="0" err="1">
                <a:solidFill>
                  <a:srgbClr val="5C5C5C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coûts</a:t>
            </a:r>
            <a:r>
              <a:rPr lang="en-US" sz="1600" dirty="0">
                <a:solidFill>
                  <a:srgbClr val="5C5C5C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5C5C5C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d'entretien</a:t>
            </a:r>
            <a:r>
              <a:rPr lang="en-US" sz="1600" dirty="0">
                <a:solidFill>
                  <a:srgbClr val="5C5C5C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5C5C5C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annuels</a:t>
            </a:r>
            <a:endParaRPr lang="en-US" sz="1600" dirty="0">
              <a:latin typeface="Marianne" panose="02000000000000000000" pitchFamily="50" charset="0"/>
            </a:endParaRPr>
          </a:p>
        </p:txBody>
      </p:sp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A3CAC41A-66B0-361D-B372-62D87EE7A9F8}"/>
              </a:ext>
            </a:extLst>
          </p:cNvPr>
          <p:cNvCxnSpPr>
            <a:cxnSpLocks/>
          </p:cNvCxnSpPr>
          <p:nvPr/>
        </p:nvCxnSpPr>
        <p:spPr>
          <a:xfrm>
            <a:off x="576263" y="6512991"/>
            <a:ext cx="1161573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3">
            <a:extLst>
              <a:ext uri="{FF2B5EF4-FFF2-40B4-BE49-F238E27FC236}">
                <a16:creationId xmlns:a16="http://schemas.microsoft.com/office/drawing/2014/main" id="{515558A7-65FA-3B23-4336-CA7CF66783E3}"/>
              </a:ext>
            </a:extLst>
          </p:cNvPr>
          <p:cNvSpPr/>
          <p:nvPr/>
        </p:nvSpPr>
        <p:spPr>
          <a:xfrm>
            <a:off x="576263" y="6598217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A0A0A0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Données issues de Plus fraîche ma ville (ADEME)</a:t>
            </a:r>
            <a:endParaRPr lang="en-US" sz="1000"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" name="Graphique 7">
            <a:extLst>
              <a:ext uri="{FF2B5EF4-FFF2-40B4-BE49-F238E27FC236}">
                <a16:creationId xmlns:a16="http://schemas.microsoft.com/office/drawing/2014/main" id="{91A10D5C-F5D0-16EE-10CA-2D4D6F8A8A2A}"/>
              </a:ext>
            </a:extLst>
          </p:cNvPr>
          <p:cNvGrpSpPr/>
          <p:nvPr/>
        </p:nvGrpSpPr>
        <p:grpSpPr>
          <a:xfrm>
            <a:off x="10659199" y="183863"/>
            <a:ext cx="1333272" cy="561489"/>
            <a:chOff x="10659199" y="183863"/>
            <a:chExt cx="1333272" cy="561489"/>
          </a:xfrm>
        </p:grpSpPr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A43662B3-16FB-1F08-C295-0445044D085A}"/>
                </a:ext>
              </a:extLst>
            </p:cNvPr>
            <p:cNvSpPr/>
            <p:nvPr/>
          </p:nvSpPr>
          <p:spPr>
            <a:xfrm>
              <a:off x="10877319" y="183863"/>
              <a:ext cx="342519" cy="338206"/>
            </a:xfrm>
            <a:custGeom>
              <a:avLst/>
              <a:gdLst>
                <a:gd name="connsiteX0" fmla="*/ 287037 w 342519"/>
                <a:gd name="connsiteY0" fmla="*/ 228581 h 338206"/>
                <a:gd name="connsiteX1" fmla="*/ 287037 w 342519"/>
                <a:gd name="connsiteY1" fmla="*/ 228470 h 338206"/>
                <a:gd name="connsiteX2" fmla="*/ 166428 w 342519"/>
                <a:gd name="connsiteY2" fmla="*/ 228470 h 338206"/>
                <a:gd name="connsiteX3" fmla="*/ 110952 w 342519"/>
                <a:gd name="connsiteY3" fmla="*/ 173654 h 338206"/>
                <a:gd name="connsiteX4" fmla="*/ 110952 w 342519"/>
                <a:gd name="connsiteY4" fmla="*/ 54816 h 338206"/>
                <a:gd name="connsiteX5" fmla="*/ 55476 w 342519"/>
                <a:gd name="connsiteY5" fmla="*/ 0 h 338206"/>
                <a:gd name="connsiteX6" fmla="*/ 0 w 342519"/>
                <a:gd name="connsiteY6" fmla="*/ 54816 h 338206"/>
                <a:gd name="connsiteX7" fmla="*/ 109 w 342519"/>
                <a:gd name="connsiteY7" fmla="*/ 222447 h 338206"/>
                <a:gd name="connsiteX8" fmla="*/ 109 w 342519"/>
                <a:gd name="connsiteY8" fmla="*/ 251819 h 338206"/>
                <a:gd name="connsiteX9" fmla="*/ 87542 w 342519"/>
                <a:gd name="connsiteY9" fmla="*/ 338206 h 338206"/>
                <a:gd name="connsiteX10" fmla="*/ 287044 w 342519"/>
                <a:gd name="connsiteY10" fmla="*/ 338206 h 338206"/>
                <a:gd name="connsiteX11" fmla="*/ 342519 w 342519"/>
                <a:gd name="connsiteY11" fmla="*/ 283390 h 338206"/>
                <a:gd name="connsiteX12" fmla="*/ 287044 w 342519"/>
                <a:gd name="connsiteY12" fmla="*/ 228574 h 338206"/>
                <a:gd name="connsiteX13" fmla="*/ 287037 w 342519"/>
                <a:gd name="connsiteY13" fmla="*/ 228581 h 338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519" h="338206">
                  <a:moveTo>
                    <a:pt x="287037" y="228581"/>
                  </a:moveTo>
                  <a:lnTo>
                    <a:pt x="287037" y="228470"/>
                  </a:lnTo>
                  <a:lnTo>
                    <a:pt x="166428" y="228470"/>
                  </a:lnTo>
                  <a:cubicBezTo>
                    <a:pt x="135803" y="228470"/>
                    <a:pt x="110952" y="203912"/>
                    <a:pt x="110952" y="173654"/>
                  </a:cubicBezTo>
                  <a:lnTo>
                    <a:pt x="110952" y="54816"/>
                  </a:lnTo>
                  <a:cubicBezTo>
                    <a:pt x="110952" y="24558"/>
                    <a:pt x="86100" y="0"/>
                    <a:pt x="55476" y="0"/>
                  </a:cubicBezTo>
                  <a:cubicBezTo>
                    <a:pt x="24851" y="0"/>
                    <a:pt x="0" y="24558"/>
                    <a:pt x="0" y="54816"/>
                  </a:cubicBezTo>
                  <a:lnTo>
                    <a:pt x="109" y="222447"/>
                  </a:lnTo>
                  <a:lnTo>
                    <a:pt x="109" y="251819"/>
                  </a:lnTo>
                  <a:cubicBezTo>
                    <a:pt x="109" y="299512"/>
                    <a:pt x="39274" y="338206"/>
                    <a:pt x="87542" y="338206"/>
                  </a:cubicBezTo>
                  <a:lnTo>
                    <a:pt x="287044" y="338206"/>
                  </a:lnTo>
                  <a:cubicBezTo>
                    <a:pt x="317668" y="338206"/>
                    <a:pt x="342519" y="313648"/>
                    <a:pt x="342519" y="283390"/>
                  </a:cubicBezTo>
                  <a:cubicBezTo>
                    <a:pt x="342519" y="253132"/>
                    <a:pt x="317668" y="228574"/>
                    <a:pt x="287044" y="228574"/>
                  </a:cubicBezTo>
                  <a:lnTo>
                    <a:pt x="287037" y="228581"/>
                  </a:lnTo>
                  <a:close/>
                </a:path>
              </a:pathLst>
            </a:custGeom>
            <a:solidFill>
              <a:srgbClr val="417DC4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19B4AF45-5065-64FA-28D6-1CF78F4D1941}"/>
                </a:ext>
              </a:extLst>
            </p:cNvPr>
            <p:cNvSpPr/>
            <p:nvPr/>
          </p:nvSpPr>
          <p:spPr>
            <a:xfrm>
              <a:off x="10892183" y="523615"/>
              <a:ext cx="108630" cy="221737"/>
            </a:xfrm>
            <a:custGeom>
              <a:avLst/>
              <a:gdLst>
                <a:gd name="connsiteX0" fmla="*/ 81928 w 108630"/>
                <a:gd name="connsiteY0" fmla="*/ 21632 h 221737"/>
                <a:gd name="connsiteX1" fmla="*/ 0 w 108630"/>
                <a:gd name="connsiteY1" fmla="*/ 0 h 221737"/>
                <a:gd name="connsiteX2" fmla="*/ 0 w 108630"/>
                <a:gd name="connsiteY2" fmla="*/ 167424 h 221737"/>
                <a:gd name="connsiteX3" fmla="*/ 54315 w 108630"/>
                <a:gd name="connsiteY3" fmla="*/ 221738 h 221737"/>
                <a:gd name="connsiteX4" fmla="*/ 108630 w 108630"/>
                <a:gd name="connsiteY4" fmla="*/ 167424 h 221737"/>
                <a:gd name="connsiteX5" fmla="*/ 108630 w 108630"/>
                <a:gd name="connsiteY5" fmla="*/ 21626 h 221737"/>
                <a:gd name="connsiteX6" fmla="*/ 81928 w 108630"/>
                <a:gd name="connsiteY6" fmla="*/ 21626 h 221737"/>
                <a:gd name="connsiteX7" fmla="*/ 81928 w 108630"/>
                <a:gd name="connsiteY7" fmla="*/ 21632 h 221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8630" h="221737">
                  <a:moveTo>
                    <a:pt x="81928" y="21632"/>
                  </a:moveTo>
                  <a:cubicBezTo>
                    <a:pt x="45763" y="21632"/>
                    <a:pt x="18939" y="14362"/>
                    <a:pt x="0" y="0"/>
                  </a:cubicBezTo>
                  <a:lnTo>
                    <a:pt x="0" y="167424"/>
                  </a:lnTo>
                  <a:cubicBezTo>
                    <a:pt x="0" y="197419"/>
                    <a:pt x="24320" y="221738"/>
                    <a:pt x="54315" y="221738"/>
                  </a:cubicBezTo>
                  <a:cubicBezTo>
                    <a:pt x="84311" y="221738"/>
                    <a:pt x="108630" y="197419"/>
                    <a:pt x="108630" y="167424"/>
                  </a:cubicBezTo>
                  <a:lnTo>
                    <a:pt x="108630" y="21626"/>
                  </a:lnTo>
                  <a:lnTo>
                    <a:pt x="81928" y="21626"/>
                  </a:lnTo>
                  <a:lnTo>
                    <a:pt x="81928" y="21632"/>
                  </a:lnTo>
                  <a:close/>
                </a:path>
              </a:pathLst>
            </a:custGeom>
            <a:solidFill>
              <a:srgbClr val="FCC63A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DE812C47-B443-1FF3-5112-22B9B9F5F50C}"/>
                </a:ext>
              </a:extLst>
            </p:cNvPr>
            <p:cNvSpPr/>
            <p:nvPr/>
          </p:nvSpPr>
          <p:spPr>
            <a:xfrm>
              <a:off x="10659199" y="406603"/>
              <a:ext cx="223576" cy="108630"/>
            </a:xfrm>
            <a:custGeom>
              <a:avLst/>
              <a:gdLst>
                <a:gd name="connsiteX0" fmla="*/ 195824 w 223576"/>
                <a:gd name="connsiteY0" fmla="*/ 18120 h 108630"/>
                <a:gd name="connsiteX1" fmla="*/ 195824 w 223576"/>
                <a:gd name="connsiteY1" fmla="*/ 0 h 108630"/>
                <a:gd name="connsiteX2" fmla="*/ 54315 w 223576"/>
                <a:gd name="connsiteY2" fmla="*/ 0 h 108630"/>
                <a:gd name="connsiteX3" fmla="*/ 0 w 223576"/>
                <a:gd name="connsiteY3" fmla="*/ 54315 h 108630"/>
                <a:gd name="connsiteX4" fmla="*/ 54315 w 223576"/>
                <a:gd name="connsiteY4" fmla="*/ 108630 h 108630"/>
                <a:gd name="connsiteX5" fmla="*/ 223577 w 223576"/>
                <a:gd name="connsiteY5" fmla="*/ 108630 h 108630"/>
                <a:gd name="connsiteX6" fmla="*/ 195824 w 223576"/>
                <a:gd name="connsiteY6" fmla="*/ 18120 h 108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3576" h="108630">
                  <a:moveTo>
                    <a:pt x="195824" y="18120"/>
                  </a:moveTo>
                  <a:lnTo>
                    <a:pt x="195824" y="0"/>
                  </a:lnTo>
                  <a:lnTo>
                    <a:pt x="54315" y="0"/>
                  </a:lnTo>
                  <a:cubicBezTo>
                    <a:pt x="24320" y="0"/>
                    <a:pt x="0" y="24319"/>
                    <a:pt x="0" y="54315"/>
                  </a:cubicBezTo>
                  <a:cubicBezTo>
                    <a:pt x="0" y="84310"/>
                    <a:pt x="24320" y="108630"/>
                    <a:pt x="54315" y="108630"/>
                  </a:cubicBezTo>
                  <a:lnTo>
                    <a:pt x="223577" y="108630"/>
                  </a:lnTo>
                  <a:cubicBezTo>
                    <a:pt x="204248" y="88440"/>
                    <a:pt x="195824" y="58170"/>
                    <a:pt x="195824" y="18120"/>
                  </a:cubicBezTo>
                  <a:close/>
                </a:path>
              </a:pathLst>
            </a:custGeom>
            <a:solidFill>
              <a:srgbClr val="F25255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EB666565-5A9C-BD91-9E69-8FFAE60C29AB}"/>
                </a:ext>
              </a:extLst>
            </p:cNvPr>
            <p:cNvSpPr/>
            <p:nvPr/>
          </p:nvSpPr>
          <p:spPr>
            <a:xfrm>
              <a:off x="11319644" y="190969"/>
              <a:ext cx="672826" cy="552695"/>
            </a:xfrm>
            <a:custGeom>
              <a:avLst/>
              <a:gdLst>
                <a:gd name="connsiteX0" fmla="*/ 4474 w 672826"/>
                <a:gd name="connsiteY0" fmla="*/ 139817 h 552695"/>
                <a:gd name="connsiteX1" fmla="*/ 4474 w 672826"/>
                <a:gd name="connsiteY1" fmla="*/ 9321 h 552695"/>
                <a:gd name="connsiteX2" fmla="*/ 44555 w 672826"/>
                <a:gd name="connsiteY2" fmla="*/ 9321 h 552695"/>
                <a:gd name="connsiteX3" fmla="*/ 88737 w 672826"/>
                <a:gd name="connsiteY3" fmla="*/ 46978 h 552695"/>
                <a:gd name="connsiteX4" fmla="*/ 44555 w 672826"/>
                <a:gd name="connsiteY4" fmla="*/ 84636 h 552695"/>
                <a:gd name="connsiteX5" fmla="*/ 25726 w 672826"/>
                <a:gd name="connsiteY5" fmla="*/ 84636 h 552695"/>
                <a:gd name="connsiteX6" fmla="*/ 25726 w 672826"/>
                <a:gd name="connsiteY6" fmla="*/ 139817 h 552695"/>
                <a:gd name="connsiteX7" fmla="*/ 4474 w 672826"/>
                <a:gd name="connsiteY7" fmla="*/ 139817 h 552695"/>
                <a:gd name="connsiteX8" fmla="*/ 45488 w 672826"/>
                <a:gd name="connsiteY8" fmla="*/ 27404 h 552695"/>
                <a:gd name="connsiteX9" fmla="*/ 25726 w 672826"/>
                <a:gd name="connsiteY9" fmla="*/ 27404 h 552695"/>
                <a:gd name="connsiteX10" fmla="*/ 25726 w 672826"/>
                <a:gd name="connsiteY10" fmla="*/ 66553 h 552695"/>
                <a:gd name="connsiteX11" fmla="*/ 45488 w 672826"/>
                <a:gd name="connsiteY11" fmla="*/ 66553 h 552695"/>
                <a:gd name="connsiteX12" fmla="*/ 66553 w 672826"/>
                <a:gd name="connsiteY12" fmla="*/ 46606 h 552695"/>
                <a:gd name="connsiteX13" fmla="*/ 45488 w 672826"/>
                <a:gd name="connsiteY13" fmla="*/ 27404 h 552695"/>
                <a:gd name="connsiteX14" fmla="*/ 110528 w 672826"/>
                <a:gd name="connsiteY14" fmla="*/ 139817 h 552695"/>
                <a:gd name="connsiteX15" fmla="*/ 110528 w 672826"/>
                <a:gd name="connsiteY15" fmla="*/ 0 h 552695"/>
                <a:gd name="connsiteX16" fmla="*/ 129730 w 672826"/>
                <a:gd name="connsiteY16" fmla="*/ 0 h 552695"/>
                <a:gd name="connsiteX17" fmla="*/ 129730 w 672826"/>
                <a:gd name="connsiteY17" fmla="*/ 139817 h 552695"/>
                <a:gd name="connsiteX18" fmla="*/ 110528 w 672826"/>
                <a:gd name="connsiteY18" fmla="*/ 139817 h 552695"/>
                <a:gd name="connsiteX19" fmla="*/ 225825 w 672826"/>
                <a:gd name="connsiteY19" fmla="*/ 99550 h 552695"/>
                <a:gd name="connsiteX20" fmla="*/ 225825 w 672826"/>
                <a:gd name="connsiteY20" fmla="*/ 45860 h 552695"/>
                <a:gd name="connsiteX21" fmla="*/ 245214 w 672826"/>
                <a:gd name="connsiteY21" fmla="*/ 45860 h 552695"/>
                <a:gd name="connsiteX22" fmla="*/ 245214 w 672826"/>
                <a:gd name="connsiteY22" fmla="*/ 98617 h 552695"/>
                <a:gd name="connsiteX23" fmla="*/ 202713 w 672826"/>
                <a:gd name="connsiteY23" fmla="*/ 143545 h 552695"/>
                <a:gd name="connsiteX24" fmla="*/ 160021 w 672826"/>
                <a:gd name="connsiteY24" fmla="*/ 98617 h 552695"/>
                <a:gd name="connsiteX25" fmla="*/ 160021 w 672826"/>
                <a:gd name="connsiteY25" fmla="*/ 45860 h 552695"/>
                <a:gd name="connsiteX26" fmla="*/ 179408 w 672826"/>
                <a:gd name="connsiteY26" fmla="*/ 45860 h 552695"/>
                <a:gd name="connsiteX27" fmla="*/ 179408 w 672826"/>
                <a:gd name="connsiteY27" fmla="*/ 99550 h 552695"/>
                <a:gd name="connsiteX28" fmla="*/ 202713 w 672826"/>
                <a:gd name="connsiteY28" fmla="*/ 125462 h 552695"/>
                <a:gd name="connsiteX29" fmla="*/ 225825 w 672826"/>
                <a:gd name="connsiteY29" fmla="*/ 99550 h 552695"/>
                <a:gd name="connsiteX30" fmla="*/ 265463 w 672826"/>
                <a:gd name="connsiteY30" fmla="*/ 126580 h 552695"/>
                <a:gd name="connsiteX31" fmla="*/ 278698 w 672826"/>
                <a:gd name="connsiteY31" fmla="*/ 115022 h 552695"/>
                <a:gd name="connsiteX32" fmla="*/ 301627 w 672826"/>
                <a:gd name="connsiteY32" fmla="*/ 127886 h 552695"/>
                <a:gd name="connsiteX33" fmla="*/ 315797 w 672826"/>
                <a:gd name="connsiteY33" fmla="*/ 115209 h 552695"/>
                <a:gd name="connsiteX34" fmla="*/ 269747 w 672826"/>
                <a:gd name="connsiteY34" fmla="*/ 69908 h 552695"/>
                <a:gd name="connsiteX35" fmla="*/ 301627 w 672826"/>
                <a:gd name="connsiteY35" fmla="*/ 42132 h 552695"/>
                <a:gd name="connsiteX36" fmla="*/ 334250 w 672826"/>
                <a:gd name="connsiteY36" fmla="*/ 57791 h 552695"/>
                <a:gd name="connsiteX37" fmla="*/ 321199 w 672826"/>
                <a:gd name="connsiteY37" fmla="*/ 69163 h 552695"/>
                <a:gd name="connsiteX38" fmla="*/ 301819 w 672826"/>
                <a:gd name="connsiteY38" fmla="*/ 57791 h 552695"/>
                <a:gd name="connsiteX39" fmla="*/ 288392 w 672826"/>
                <a:gd name="connsiteY39" fmla="*/ 69349 h 552695"/>
                <a:gd name="connsiteX40" fmla="*/ 334442 w 672826"/>
                <a:gd name="connsiteY40" fmla="*/ 114091 h 552695"/>
                <a:gd name="connsiteX41" fmla="*/ 301819 w 672826"/>
                <a:gd name="connsiteY41" fmla="*/ 143545 h 552695"/>
                <a:gd name="connsiteX42" fmla="*/ 265463 w 672826"/>
                <a:gd name="connsiteY42" fmla="*/ 126580 h 552695"/>
                <a:gd name="connsiteX43" fmla="*/ 0 w 672826"/>
                <a:gd name="connsiteY43" fmla="*/ 548968 h 552695"/>
                <a:gd name="connsiteX44" fmla="*/ 0 w 672826"/>
                <a:gd name="connsiteY44" fmla="*/ 455011 h 552695"/>
                <a:gd name="connsiteX45" fmla="*/ 19202 w 672826"/>
                <a:gd name="connsiteY45" fmla="*/ 455011 h 552695"/>
                <a:gd name="connsiteX46" fmla="*/ 19202 w 672826"/>
                <a:gd name="connsiteY46" fmla="*/ 463772 h 552695"/>
                <a:gd name="connsiteX47" fmla="*/ 47165 w 672826"/>
                <a:gd name="connsiteY47" fmla="*/ 451282 h 552695"/>
                <a:gd name="connsiteX48" fmla="*/ 76806 w 672826"/>
                <a:gd name="connsiteY48" fmla="*/ 468246 h 552695"/>
                <a:gd name="connsiteX49" fmla="*/ 109617 w 672826"/>
                <a:gd name="connsiteY49" fmla="*/ 451282 h 552695"/>
                <a:gd name="connsiteX50" fmla="*/ 144291 w 672826"/>
                <a:gd name="connsiteY50" fmla="*/ 490618 h 552695"/>
                <a:gd name="connsiteX51" fmla="*/ 144291 w 672826"/>
                <a:gd name="connsiteY51" fmla="*/ 548968 h 552695"/>
                <a:gd name="connsiteX52" fmla="*/ 124903 w 672826"/>
                <a:gd name="connsiteY52" fmla="*/ 548968 h 552695"/>
                <a:gd name="connsiteX53" fmla="*/ 124903 w 672826"/>
                <a:gd name="connsiteY53" fmla="*/ 491363 h 552695"/>
                <a:gd name="connsiteX54" fmla="*/ 105143 w 672826"/>
                <a:gd name="connsiteY54" fmla="*/ 469365 h 552695"/>
                <a:gd name="connsiteX55" fmla="*/ 81653 w 672826"/>
                <a:gd name="connsiteY55" fmla="*/ 485397 h 552695"/>
                <a:gd name="connsiteX56" fmla="*/ 81839 w 672826"/>
                <a:gd name="connsiteY56" fmla="*/ 490618 h 552695"/>
                <a:gd name="connsiteX57" fmla="*/ 81839 w 672826"/>
                <a:gd name="connsiteY57" fmla="*/ 548968 h 552695"/>
                <a:gd name="connsiteX58" fmla="*/ 62451 w 672826"/>
                <a:gd name="connsiteY58" fmla="*/ 548968 h 552695"/>
                <a:gd name="connsiteX59" fmla="*/ 62451 w 672826"/>
                <a:gd name="connsiteY59" fmla="*/ 491363 h 552695"/>
                <a:gd name="connsiteX60" fmla="*/ 42691 w 672826"/>
                <a:gd name="connsiteY60" fmla="*/ 469365 h 552695"/>
                <a:gd name="connsiteX61" fmla="*/ 19202 w 672826"/>
                <a:gd name="connsiteY61" fmla="*/ 485584 h 552695"/>
                <a:gd name="connsiteX62" fmla="*/ 19202 w 672826"/>
                <a:gd name="connsiteY62" fmla="*/ 548968 h 552695"/>
                <a:gd name="connsiteX63" fmla="*/ 0 w 672826"/>
                <a:gd name="connsiteY63" fmla="*/ 548968 h 552695"/>
                <a:gd name="connsiteX64" fmla="*/ 200884 w 672826"/>
                <a:gd name="connsiteY64" fmla="*/ 551764 h 552695"/>
                <a:gd name="connsiteX65" fmla="*/ 169569 w 672826"/>
                <a:gd name="connsiteY65" fmla="*/ 524546 h 552695"/>
                <a:gd name="connsiteX66" fmla="*/ 200517 w 672826"/>
                <a:gd name="connsiteY66" fmla="*/ 496769 h 552695"/>
                <a:gd name="connsiteX67" fmla="*/ 230902 w 672826"/>
                <a:gd name="connsiteY67" fmla="*/ 491736 h 552695"/>
                <a:gd name="connsiteX68" fmla="*/ 230902 w 672826"/>
                <a:gd name="connsiteY68" fmla="*/ 486889 h 552695"/>
                <a:gd name="connsiteX69" fmla="*/ 210211 w 672826"/>
                <a:gd name="connsiteY69" fmla="*/ 468246 h 552695"/>
                <a:gd name="connsiteX70" fmla="*/ 186530 w 672826"/>
                <a:gd name="connsiteY70" fmla="*/ 480550 h 552695"/>
                <a:gd name="connsiteX71" fmla="*/ 172179 w 672826"/>
                <a:gd name="connsiteY71" fmla="*/ 469551 h 552695"/>
                <a:gd name="connsiteX72" fmla="*/ 210770 w 672826"/>
                <a:gd name="connsiteY72" fmla="*/ 451282 h 552695"/>
                <a:gd name="connsiteX73" fmla="*/ 250107 w 672826"/>
                <a:gd name="connsiteY73" fmla="*/ 486889 h 552695"/>
                <a:gd name="connsiteX74" fmla="*/ 250107 w 672826"/>
                <a:gd name="connsiteY74" fmla="*/ 548968 h 552695"/>
                <a:gd name="connsiteX75" fmla="*/ 230902 w 672826"/>
                <a:gd name="connsiteY75" fmla="*/ 548968 h 552695"/>
                <a:gd name="connsiteX76" fmla="*/ 230902 w 672826"/>
                <a:gd name="connsiteY76" fmla="*/ 538341 h 552695"/>
                <a:gd name="connsiteX77" fmla="*/ 200884 w 672826"/>
                <a:gd name="connsiteY77" fmla="*/ 551764 h 552695"/>
                <a:gd name="connsiteX78" fmla="*/ 188960 w 672826"/>
                <a:gd name="connsiteY78" fmla="*/ 523801 h 552695"/>
                <a:gd name="connsiteX79" fmla="*/ 204433 w 672826"/>
                <a:gd name="connsiteY79" fmla="*/ 536104 h 552695"/>
                <a:gd name="connsiteX80" fmla="*/ 230902 w 672826"/>
                <a:gd name="connsiteY80" fmla="*/ 521564 h 552695"/>
                <a:gd name="connsiteX81" fmla="*/ 230902 w 672826"/>
                <a:gd name="connsiteY81" fmla="*/ 505345 h 552695"/>
                <a:gd name="connsiteX82" fmla="*/ 205552 w 672826"/>
                <a:gd name="connsiteY82" fmla="*/ 509632 h 552695"/>
                <a:gd name="connsiteX83" fmla="*/ 188960 w 672826"/>
                <a:gd name="connsiteY83" fmla="*/ 523801 h 552695"/>
                <a:gd name="connsiteX84" fmla="*/ 318519 w 672826"/>
                <a:gd name="connsiteY84" fmla="*/ 455011 h 552695"/>
                <a:gd name="connsiteX85" fmla="*/ 339210 w 672826"/>
                <a:gd name="connsiteY85" fmla="*/ 455011 h 552695"/>
                <a:gd name="connsiteX86" fmla="*/ 366799 w 672826"/>
                <a:gd name="connsiteY86" fmla="*/ 528088 h 552695"/>
                <a:gd name="connsiteX87" fmla="*/ 394204 w 672826"/>
                <a:gd name="connsiteY87" fmla="*/ 455011 h 552695"/>
                <a:gd name="connsiteX88" fmla="*/ 415087 w 672826"/>
                <a:gd name="connsiteY88" fmla="*/ 455011 h 552695"/>
                <a:gd name="connsiteX89" fmla="*/ 379474 w 672826"/>
                <a:gd name="connsiteY89" fmla="*/ 548968 h 552695"/>
                <a:gd name="connsiteX90" fmla="*/ 353940 w 672826"/>
                <a:gd name="connsiteY90" fmla="*/ 548968 h 552695"/>
                <a:gd name="connsiteX91" fmla="*/ 318519 w 672826"/>
                <a:gd name="connsiteY91" fmla="*/ 455011 h 552695"/>
                <a:gd name="connsiteX92" fmla="*/ 443068 w 672826"/>
                <a:gd name="connsiteY92" fmla="*/ 434132 h 552695"/>
                <a:gd name="connsiteX93" fmla="*/ 430017 w 672826"/>
                <a:gd name="connsiteY93" fmla="*/ 421082 h 552695"/>
                <a:gd name="connsiteX94" fmla="*/ 443068 w 672826"/>
                <a:gd name="connsiteY94" fmla="*/ 408032 h 552695"/>
                <a:gd name="connsiteX95" fmla="*/ 456119 w 672826"/>
                <a:gd name="connsiteY95" fmla="*/ 421082 h 552695"/>
                <a:gd name="connsiteX96" fmla="*/ 443068 w 672826"/>
                <a:gd name="connsiteY96" fmla="*/ 434132 h 552695"/>
                <a:gd name="connsiteX97" fmla="*/ 433374 w 672826"/>
                <a:gd name="connsiteY97" fmla="*/ 548968 h 552695"/>
                <a:gd name="connsiteX98" fmla="*/ 433374 w 672826"/>
                <a:gd name="connsiteY98" fmla="*/ 455011 h 552695"/>
                <a:gd name="connsiteX99" fmla="*/ 452579 w 672826"/>
                <a:gd name="connsiteY99" fmla="*/ 455011 h 552695"/>
                <a:gd name="connsiteX100" fmla="*/ 452579 w 672826"/>
                <a:gd name="connsiteY100" fmla="*/ 548968 h 552695"/>
                <a:gd name="connsiteX101" fmla="*/ 433374 w 672826"/>
                <a:gd name="connsiteY101" fmla="*/ 548968 h 552695"/>
                <a:gd name="connsiteX102" fmla="*/ 484918 w 672826"/>
                <a:gd name="connsiteY102" fmla="*/ 548968 h 552695"/>
                <a:gd name="connsiteX103" fmla="*/ 484918 w 672826"/>
                <a:gd name="connsiteY103" fmla="*/ 409151 h 552695"/>
                <a:gd name="connsiteX104" fmla="*/ 504115 w 672826"/>
                <a:gd name="connsiteY104" fmla="*/ 409151 h 552695"/>
                <a:gd name="connsiteX105" fmla="*/ 504115 w 672826"/>
                <a:gd name="connsiteY105" fmla="*/ 548968 h 552695"/>
                <a:gd name="connsiteX106" fmla="*/ 484918 w 672826"/>
                <a:gd name="connsiteY106" fmla="*/ 548968 h 552695"/>
                <a:gd name="connsiteX107" fmla="*/ 536463 w 672826"/>
                <a:gd name="connsiteY107" fmla="*/ 548968 h 552695"/>
                <a:gd name="connsiteX108" fmla="*/ 536463 w 672826"/>
                <a:gd name="connsiteY108" fmla="*/ 409151 h 552695"/>
                <a:gd name="connsiteX109" fmla="*/ 555660 w 672826"/>
                <a:gd name="connsiteY109" fmla="*/ 409151 h 552695"/>
                <a:gd name="connsiteX110" fmla="*/ 555660 w 672826"/>
                <a:gd name="connsiteY110" fmla="*/ 548968 h 552695"/>
                <a:gd name="connsiteX111" fmla="*/ 536463 w 672826"/>
                <a:gd name="connsiteY111" fmla="*/ 548968 h 552695"/>
                <a:gd name="connsiteX112" fmla="*/ 672827 w 672826"/>
                <a:gd name="connsiteY112" fmla="*/ 533681 h 552695"/>
                <a:gd name="connsiteX113" fmla="*/ 632187 w 672826"/>
                <a:gd name="connsiteY113" fmla="*/ 552696 h 552695"/>
                <a:gd name="connsiteX114" fmla="*/ 580543 w 672826"/>
                <a:gd name="connsiteY114" fmla="*/ 501989 h 552695"/>
                <a:gd name="connsiteX115" fmla="*/ 628271 w 672826"/>
                <a:gd name="connsiteY115" fmla="*/ 451282 h 552695"/>
                <a:gd name="connsiteX116" fmla="*/ 670965 w 672826"/>
                <a:gd name="connsiteY116" fmla="*/ 492855 h 552695"/>
                <a:gd name="connsiteX117" fmla="*/ 669654 w 672826"/>
                <a:gd name="connsiteY117" fmla="*/ 504226 h 552695"/>
                <a:gd name="connsiteX118" fmla="*/ 600307 w 672826"/>
                <a:gd name="connsiteY118" fmla="*/ 504226 h 552695"/>
                <a:gd name="connsiteX119" fmla="*/ 632187 w 672826"/>
                <a:gd name="connsiteY119" fmla="*/ 535359 h 552695"/>
                <a:gd name="connsiteX120" fmla="*/ 658841 w 672826"/>
                <a:gd name="connsiteY120" fmla="*/ 522496 h 552695"/>
                <a:gd name="connsiteX121" fmla="*/ 672827 w 672826"/>
                <a:gd name="connsiteY121" fmla="*/ 533681 h 552695"/>
                <a:gd name="connsiteX122" fmla="*/ 627896 w 672826"/>
                <a:gd name="connsiteY122" fmla="*/ 467315 h 552695"/>
                <a:gd name="connsiteX123" fmla="*/ 601242 w 672826"/>
                <a:gd name="connsiteY123" fmla="*/ 489871 h 552695"/>
                <a:gd name="connsiteX124" fmla="*/ 651760 w 672826"/>
                <a:gd name="connsiteY124" fmla="*/ 489871 h 552695"/>
                <a:gd name="connsiteX125" fmla="*/ 627896 w 672826"/>
                <a:gd name="connsiteY125" fmla="*/ 467315 h 552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2826" h="552695">
                  <a:moveTo>
                    <a:pt x="4474" y="139817"/>
                  </a:moveTo>
                  <a:lnTo>
                    <a:pt x="4474" y="9321"/>
                  </a:lnTo>
                  <a:lnTo>
                    <a:pt x="44555" y="9321"/>
                  </a:lnTo>
                  <a:cubicBezTo>
                    <a:pt x="71959" y="9321"/>
                    <a:pt x="88737" y="23862"/>
                    <a:pt x="88737" y="46978"/>
                  </a:cubicBezTo>
                  <a:cubicBezTo>
                    <a:pt x="88737" y="70095"/>
                    <a:pt x="71959" y="84636"/>
                    <a:pt x="44555" y="84636"/>
                  </a:cubicBezTo>
                  <a:lnTo>
                    <a:pt x="25726" y="84636"/>
                  </a:lnTo>
                  <a:lnTo>
                    <a:pt x="25726" y="139817"/>
                  </a:lnTo>
                  <a:lnTo>
                    <a:pt x="4474" y="139817"/>
                  </a:lnTo>
                  <a:close/>
                  <a:moveTo>
                    <a:pt x="45488" y="27404"/>
                  </a:moveTo>
                  <a:lnTo>
                    <a:pt x="25726" y="27404"/>
                  </a:lnTo>
                  <a:lnTo>
                    <a:pt x="25726" y="66553"/>
                  </a:lnTo>
                  <a:lnTo>
                    <a:pt x="45488" y="66553"/>
                  </a:lnTo>
                  <a:cubicBezTo>
                    <a:pt x="58723" y="66553"/>
                    <a:pt x="66553" y="59096"/>
                    <a:pt x="66553" y="46606"/>
                  </a:cubicBezTo>
                  <a:cubicBezTo>
                    <a:pt x="66553" y="34861"/>
                    <a:pt x="58723" y="27404"/>
                    <a:pt x="45488" y="27404"/>
                  </a:cubicBezTo>
                  <a:close/>
                  <a:moveTo>
                    <a:pt x="110528" y="139817"/>
                  </a:moveTo>
                  <a:lnTo>
                    <a:pt x="110528" y="0"/>
                  </a:lnTo>
                  <a:lnTo>
                    <a:pt x="129730" y="0"/>
                  </a:lnTo>
                  <a:lnTo>
                    <a:pt x="129730" y="139817"/>
                  </a:lnTo>
                  <a:lnTo>
                    <a:pt x="110528" y="139817"/>
                  </a:lnTo>
                  <a:close/>
                  <a:moveTo>
                    <a:pt x="225825" y="99550"/>
                  </a:moveTo>
                  <a:lnTo>
                    <a:pt x="225825" y="45860"/>
                  </a:lnTo>
                  <a:lnTo>
                    <a:pt x="245214" y="45860"/>
                  </a:lnTo>
                  <a:lnTo>
                    <a:pt x="245214" y="98617"/>
                  </a:lnTo>
                  <a:cubicBezTo>
                    <a:pt x="245214" y="126768"/>
                    <a:pt x="228998" y="143545"/>
                    <a:pt x="202713" y="143545"/>
                  </a:cubicBezTo>
                  <a:cubicBezTo>
                    <a:pt x="176243" y="143545"/>
                    <a:pt x="160021" y="126768"/>
                    <a:pt x="160021" y="98617"/>
                  </a:cubicBezTo>
                  <a:lnTo>
                    <a:pt x="160021" y="45860"/>
                  </a:lnTo>
                  <a:lnTo>
                    <a:pt x="179408" y="45860"/>
                  </a:lnTo>
                  <a:lnTo>
                    <a:pt x="179408" y="99550"/>
                  </a:lnTo>
                  <a:cubicBezTo>
                    <a:pt x="179408" y="115768"/>
                    <a:pt x="187983" y="125462"/>
                    <a:pt x="202713" y="125462"/>
                  </a:cubicBezTo>
                  <a:cubicBezTo>
                    <a:pt x="217066" y="125462"/>
                    <a:pt x="225825" y="115768"/>
                    <a:pt x="225825" y="99550"/>
                  </a:cubicBezTo>
                  <a:close/>
                  <a:moveTo>
                    <a:pt x="265463" y="126580"/>
                  </a:moveTo>
                  <a:lnTo>
                    <a:pt x="278698" y="115022"/>
                  </a:lnTo>
                  <a:cubicBezTo>
                    <a:pt x="284852" y="122852"/>
                    <a:pt x="292308" y="127886"/>
                    <a:pt x="301627" y="127886"/>
                  </a:cubicBezTo>
                  <a:cubicBezTo>
                    <a:pt x="310762" y="127886"/>
                    <a:pt x="315797" y="122293"/>
                    <a:pt x="315797" y="115209"/>
                  </a:cubicBezTo>
                  <a:cubicBezTo>
                    <a:pt x="315797" y="96194"/>
                    <a:pt x="269747" y="103092"/>
                    <a:pt x="269747" y="69908"/>
                  </a:cubicBezTo>
                  <a:cubicBezTo>
                    <a:pt x="269747" y="54435"/>
                    <a:pt x="282798" y="42132"/>
                    <a:pt x="301627" y="42132"/>
                  </a:cubicBezTo>
                  <a:cubicBezTo>
                    <a:pt x="315421" y="42132"/>
                    <a:pt x="327545" y="48843"/>
                    <a:pt x="334250" y="57791"/>
                  </a:cubicBezTo>
                  <a:lnTo>
                    <a:pt x="321199" y="69163"/>
                  </a:lnTo>
                  <a:cubicBezTo>
                    <a:pt x="316173" y="62452"/>
                    <a:pt x="309643" y="57791"/>
                    <a:pt x="301819" y="57791"/>
                  </a:cubicBezTo>
                  <a:cubicBezTo>
                    <a:pt x="292868" y="57791"/>
                    <a:pt x="288392" y="63011"/>
                    <a:pt x="288392" y="69349"/>
                  </a:cubicBezTo>
                  <a:cubicBezTo>
                    <a:pt x="288392" y="88178"/>
                    <a:pt x="334442" y="81839"/>
                    <a:pt x="334442" y="114091"/>
                  </a:cubicBezTo>
                  <a:cubicBezTo>
                    <a:pt x="334250" y="132547"/>
                    <a:pt x="319337" y="143545"/>
                    <a:pt x="301819" y="143545"/>
                  </a:cubicBezTo>
                  <a:cubicBezTo>
                    <a:pt x="285971" y="143545"/>
                    <a:pt x="274222" y="137207"/>
                    <a:pt x="265463" y="126580"/>
                  </a:cubicBezTo>
                  <a:close/>
                  <a:moveTo>
                    <a:pt x="0" y="548968"/>
                  </a:moveTo>
                  <a:lnTo>
                    <a:pt x="0" y="455011"/>
                  </a:lnTo>
                  <a:lnTo>
                    <a:pt x="19202" y="455011"/>
                  </a:lnTo>
                  <a:lnTo>
                    <a:pt x="19202" y="463772"/>
                  </a:lnTo>
                  <a:cubicBezTo>
                    <a:pt x="25913" y="456502"/>
                    <a:pt x="34674" y="451282"/>
                    <a:pt x="47165" y="451282"/>
                  </a:cubicBezTo>
                  <a:cubicBezTo>
                    <a:pt x="60028" y="451282"/>
                    <a:pt x="70841" y="457062"/>
                    <a:pt x="76806" y="468246"/>
                  </a:cubicBezTo>
                  <a:cubicBezTo>
                    <a:pt x="84076" y="458925"/>
                    <a:pt x="93397" y="451282"/>
                    <a:pt x="109617" y="451282"/>
                  </a:cubicBezTo>
                  <a:cubicBezTo>
                    <a:pt x="129191" y="451282"/>
                    <a:pt x="144291" y="464704"/>
                    <a:pt x="144291" y="490618"/>
                  </a:cubicBezTo>
                  <a:lnTo>
                    <a:pt x="144291" y="548968"/>
                  </a:lnTo>
                  <a:lnTo>
                    <a:pt x="124903" y="548968"/>
                  </a:lnTo>
                  <a:lnTo>
                    <a:pt x="124903" y="491363"/>
                  </a:lnTo>
                  <a:cubicBezTo>
                    <a:pt x="124903" y="477567"/>
                    <a:pt x="117260" y="469365"/>
                    <a:pt x="105143" y="469365"/>
                  </a:cubicBezTo>
                  <a:cubicBezTo>
                    <a:pt x="93957" y="469365"/>
                    <a:pt x="86687" y="476449"/>
                    <a:pt x="81653" y="485397"/>
                  </a:cubicBezTo>
                  <a:cubicBezTo>
                    <a:pt x="81839" y="487076"/>
                    <a:pt x="81839" y="488753"/>
                    <a:pt x="81839" y="490618"/>
                  </a:cubicBezTo>
                  <a:lnTo>
                    <a:pt x="81839" y="548968"/>
                  </a:lnTo>
                  <a:lnTo>
                    <a:pt x="62451" y="548968"/>
                  </a:lnTo>
                  <a:lnTo>
                    <a:pt x="62451" y="491363"/>
                  </a:lnTo>
                  <a:cubicBezTo>
                    <a:pt x="62451" y="477567"/>
                    <a:pt x="54995" y="469365"/>
                    <a:pt x="42691" y="469365"/>
                  </a:cubicBezTo>
                  <a:cubicBezTo>
                    <a:pt x="30760" y="469365"/>
                    <a:pt x="23676" y="477567"/>
                    <a:pt x="19202" y="485584"/>
                  </a:cubicBezTo>
                  <a:lnTo>
                    <a:pt x="19202" y="548968"/>
                  </a:lnTo>
                  <a:lnTo>
                    <a:pt x="0" y="548968"/>
                  </a:lnTo>
                  <a:close/>
                  <a:moveTo>
                    <a:pt x="200884" y="551764"/>
                  </a:moveTo>
                  <a:cubicBezTo>
                    <a:pt x="182247" y="551764"/>
                    <a:pt x="169569" y="541138"/>
                    <a:pt x="169569" y="524546"/>
                  </a:cubicBezTo>
                  <a:cubicBezTo>
                    <a:pt x="169569" y="510378"/>
                    <a:pt x="180568" y="500125"/>
                    <a:pt x="200517" y="496769"/>
                  </a:cubicBezTo>
                  <a:lnTo>
                    <a:pt x="230902" y="491736"/>
                  </a:lnTo>
                  <a:lnTo>
                    <a:pt x="230902" y="486889"/>
                  </a:lnTo>
                  <a:cubicBezTo>
                    <a:pt x="230902" y="475331"/>
                    <a:pt x="222327" y="468246"/>
                    <a:pt x="210211" y="468246"/>
                  </a:cubicBezTo>
                  <a:cubicBezTo>
                    <a:pt x="199957" y="468246"/>
                    <a:pt x="191941" y="472907"/>
                    <a:pt x="186530" y="480550"/>
                  </a:cubicBezTo>
                  <a:lnTo>
                    <a:pt x="172179" y="469551"/>
                  </a:lnTo>
                  <a:cubicBezTo>
                    <a:pt x="180568" y="458367"/>
                    <a:pt x="193987" y="451282"/>
                    <a:pt x="210770" y="451282"/>
                  </a:cubicBezTo>
                  <a:cubicBezTo>
                    <a:pt x="236121" y="451282"/>
                    <a:pt x="250107" y="466196"/>
                    <a:pt x="250107" y="486889"/>
                  </a:cubicBezTo>
                  <a:lnTo>
                    <a:pt x="250107" y="548968"/>
                  </a:lnTo>
                  <a:lnTo>
                    <a:pt x="230902" y="548968"/>
                  </a:lnTo>
                  <a:lnTo>
                    <a:pt x="230902" y="538341"/>
                  </a:lnTo>
                  <a:cubicBezTo>
                    <a:pt x="224189" y="546544"/>
                    <a:pt x="212449" y="551764"/>
                    <a:pt x="200884" y="551764"/>
                  </a:cubicBezTo>
                  <a:close/>
                  <a:moveTo>
                    <a:pt x="188960" y="523801"/>
                  </a:moveTo>
                  <a:cubicBezTo>
                    <a:pt x="188960" y="531071"/>
                    <a:pt x="194738" y="536104"/>
                    <a:pt x="204433" y="536104"/>
                  </a:cubicBezTo>
                  <a:cubicBezTo>
                    <a:pt x="216173" y="536104"/>
                    <a:pt x="225308" y="530512"/>
                    <a:pt x="230902" y="521564"/>
                  </a:cubicBezTo>
                  <a:lnTo>
                    <a:pt x="230902" y="505345"/>
                  </a:lnTo>
                  <a:lnTo>
                    <a:pt x="205552" y="509632"/>
                  </a:lnTo>
                  <a:cubicBezTo>
                    <a:pt x="193803" y="511683"/>
                    <a:pt x="188960" y="516717"/>
                    <a:pt x="188960" y="523801"/>
                  </a:cubicBezTo>
                  <a:close/>
                  <a:moveTo>
                    <a:pt x="318519" y="455011"/>
                  </a:moveTo>
                  <a:lnTo>
                    <a:pt x="339210" y="455011"/>
                  </a:lnTo>
                  <a:lnTo>
                    <a:pt x="366799" y="528088"/>
                  </a:lnTo>
                  <a:lnTo>
                    <a:pt x="394204" y="455011"/>
                  </a:lnTo>
                  <a:lnTo>
                    <a:pt x="415087" y="455011"/>
                  </a:lnTo>
                  <a:lnTo>
                    <a:pt x="379474" y="548968"/>
                  </a:lnTo>
                  <a:lnTo>
                    <a:pt x="353940" y="548968"/>
                  </a:lnTo>
                  <a:lnTo>
                    <a:pt x="318519" y="455011"/>
                  </a:lnTo>
                  <a:close/>
                  <a:moveTo>
                    <a:pt x="443068" y="434132"/>
                  </a:moveTo>
                  <a:cubicBezTo>
                    <a:pt x="435987" y="434132"/>
                    <a:pt x="430017" y="428165"/>
                    <a:pt x="430017" y="421082"/>
                  </a:cubicBezTo>
                  <a:cubicBezTo>
                    <a:pt x="430017" y="413998"/>
                    <a:pt x="435987" y="408032"/>
                    <a:pt x="443068" y="408032"/>
                  </a:cubicBezTo>
                  <a:cubicBezTo>
                    <a:pt x="450149" y="408032"/>
                    <a:pt x="456119" y="413998"/>
                    <a:pt x="456119" y="421082"/>
                  </a:cubicBezTo>
                  <a:cubicBezTo>
                    <a:pt x="456119" y="428165"/>
                    <a:pt x="450149" y="434132"/>
                    <a:pt x="443068" y="434132"/>
                  </a:cubicBezTo>
                  <a:close/>
                  <a:moveTo>
                    <a:pt x="433374" y="548968"/>
                  </a:moveTo>
                  <a:lnTo>
                    <a:pt x="433374" y="455011"/>
                  </a:lnTo>
                  <a:lnTo>
                    <a:pt x="452579" y="455011"/>
                  </a:lnTo>
                  <a:lnTo>
                    <a:pt x="452579" y="548968"/>
                  </a:lnTo>
                  <a:lnTo>
                    <a:pt x="433374" y="548968"/>
                  </a:lnTo>
                  <a:close/>
                  <a:moveTo>
                    <a:pt x="484918" y="548968"/>
                  </a:moveTo>
                  <a:lnTo>
                    <a:pt x="484918" y="409151"/>
                  </a:lnTo>
                  <a:lnTo>
                    <a:pt x="504115" y="409151"/>
                  </a:lnTo>
                  <a:lnTo>
                    <a:pt x="504115" y="548968"/>
                  </a:lnTo>
                  <a:lnTo>
                    <a:pt x="484918" y="548968"/>
                  </a:lnTo>
                  <a:close/>
                  <a:moveTo>
                    <a:pt x="536463" y="548968"/>
                  </a:moveTo>
                  <a:lnTo>
                    <a:pt x="536463" y="409151"/>
                  </a:lnTo>
                  <a:lnTo>
                    <a:pt x="555660" y="409151"/>
                  </a:lnTo>
                  <a:lnTo>
                    <a:pt x="555660" y="548968"/>
                  </a:lnTo>
                  <a:lnTo>
                    <a:pt x="536463" y="548968"/>
                  </a:lnTo>
                  <a:close/>
                  <a:moveTo>
                    <a:pt x="672827" y="533681"/>
                  </a:moveTo>
                  <a:cubicBezTo>
                    <a:pt x="664059" y="545426"/>
                    <a:pt x="649706" y="552696"/>
                    <a:pt x="632187" y="552696"/>
                  </a:cubicBezTo>
                  <a:cubicBezTo>
                    <a:pt x="599748" y="552696"/>
                    <a:pt x="580543" y="529394"/>
                    <a:pt x="580543" y="501989"/>
                  </a:cubicBezTo>
                  <a:cubicBezTo>
                    <a:pt x="580543" y="473839"/>
                    <a:pt x="598445" y="451282"/>
                    <a:pt x="628271" y="451282"/>
                  </a:cubicBezTo>
                  <a:cubicBezTo>
                    <a:pt x="654181" y="451282"/>
                    <a:pt x="670965" y="468992"/>
                    <a:pt x="670965" y="492855"/>
                  </a:cubicBezTo>
                  <a:cubicBezTo>
                    <a:pt x="670965" y="497142"/>
                    <a:pt x="670405" y="501430"/>
                    <a:pt x="669654" y="504226"/>
                  </a:cubicBezTo>
                  <a:lnTo>
                    <a:pt x="600307" y="504226"/>
                  </a:lnTo>
                  <a:cubicBezTo>
                    <a:pt x="601610" y="524733"/>
                    <a:pt x="614101" y="535359"/>
                    <a:pt x="632187" y="535359"/>
                  </a:cubicBezTo>
                  <a:cubicBezTo>
                    <a:pt x="643560" y="535359"/>
                    <a:pt x="653062" y="530325"/>
                    <a:pt x="658841" y="522496"/>
                  </a:cubicBezTo>
                  <a:lnTo>
                    <a:pt x="672827" y="533681"/>
                  </a:lnTo>
                  <a:close/>
                  <a:moveTo>
                    <a:pt x="627896" y="467315"/>
                  </a:moveTo>
                  <a:cubicBezTo>
                    <a:pt x="613918" y="467315"/>
                    <a:pt x="604223" y="475331"/>
                    <a:pt x="601242" y="489871"/>
                  </a:cubicBezTo>
                  <a:lnTo>
                    <a:pt x="651760" y="489871"/>
                  </a:lnTo>
                  <a:cubicBezTo>
                    <a:pt x="651384" y="478127"/>
                    <a:pt x="643001" y="467315"/>
                    <a:pt x="627896" y="467315"/>
                  </a:cubicBezTo>
                  <a:close/>
                </a:path>
              </a:pathLst>
            </a:custGeom>
            <a:solidFill>
              <a:srgbClr val="000091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57288410-51B0-518C-5EA1-DBA55337A8A4}"/>
                </a:ext>
              </a:extLst>
            </p:cNvPr>
            <p:cNvSpPr/>
            <p:nvPr/>
          </p:nvSpPr>
          <p:spPr>
            <a:xfrm>
              <a:off x="11305180" y="390105"/>
              <a:ext cx="671976" cy="153415"/>
            </a:xfrm>
            <a:custGeom>
              <a:avLst/>
              <a:gdLst>
                <a:gd name="connsiteX0" fmla="*/ 0 w 671976"/>
                <a:gd name="connsiteY0" fmla="*/ 49014 h 153415"/>
                <a:gd name="connsiteX1" fmla="*/ 18728 w 671976"/>
                <a:gd name="connsiteY1" fmla="*/ 49014 h 153415"/>
                <a:gd name="connsiteX2" fmla="*/ 18728 w 671976"/>
                <a:gd name="connsiteY2" fmla="*/ 39848 h 153415"/>
                <a:gd name="connsiteX3" fmla="*/ 60569 w 671976"/>
                <a:gd name="connsiteY3" fmla="*/ 0 h 153415"/>
                <a:gd name="connsiteX4" fmla="*/ 84877 w 671976"/>
                <a:gd name="connsiteY4" fmla="*/ 5380 h 153415"/>
                <a:gd name="connsiteX5" fmla="*/ 71528 w 671976"/>
                <a:gd name="connsiteY5" fmla="*/ 31879 h 153415"/>
                <a:gd name="connsiteX6" fmla="*/ 61167 w 671976"/>
                <a:gd name="connsiteY6" fmla="*/ 28292 h 153415"/>
                <a:gd name="connsiteX7" fmla="*/ 50607 w 671976"/>
                <a:gd name="connsiteY7" fmla="*/ 38852 h 153415"/>
                <a:gd name="connsiteX8" fmla="*/ 50607 w 671976"/>
                <a:gd name="connsiteY8" fmla="*/ 49014 h 153415"/>
                <a:gd name="connsiteX9" fmla="*/ 78103 w 671976"/>
                <a:gd name="connsiteY9" fmla="*/ 49014 h 153415"/>
                <a:gd name="connsiteX10" fmla="*/ 78103 w 671976"/>
                <a:gd name="connsiteY10" fmla="*/ 77305 h 153415"/>
                <a:gd name="connsiteX11" fmla="*/ 50607 w 671976"/>
                <a:gd name="connsiteY11" fmla="*/ 77305 h 153415"/>
                <a:gd name="connsiteX12" fmla="*/ 50607 w 671976"/>
                <a:gd name="connsiteY12" fmla="*/ 149431 h 153415"/>
                <a:gd name="connsiteX13" fmla="*/ 18728 w 671976"/>
                <a:gd name="connsiteY13" fmla="*/ 149431 h 153415"/>
                <a:gd name="connsiteX14" fmla="*/ 18728 w 671976"/>
                <a:gd name="connsiteY14" fmla="*/ 77305 h 153415"/>
                <a:gd name="connsiteX15" fmla="*/ 0 w 671976"/>
                <a:gd name="connsiteY15" fmla="*/ 77305 h 153415"/>
                <a:gd name="connsiteX16" fmla="*/ 0 w 671976"/>
                <a:gd name="connsiteY16" fmla="*/ 49014 h 153415"/>
                <a:gd name="connsiteX17" fmla="*/ 94212 w 671976"/>
                <a:gd name="connsiteY17" fmla="*/ 149431 h 153415"/>
                <a:gd name="connsiteX18" fmla="*/ 94212 w 671976"/>
                <a:gd name="connsiteY18" fmla="*/ 49014 h 153415"/>
                <a:gd name="connsiteX19" fmla="*/ 125892 w 671976"/>
                <a:gd name="connsiteY19" fmla="*/ 49014 h 153415"/>
                <a:gd name="connsiteX20" fmla="*/ 125892 w 671976"/>
                <a:gd name="connsiteY20" fmla="*/ 57183 h 153415"/>
                <a:gd name="connsiteX21" fmla="*/ 150199 w 671976"/>
                <a:gd name="connsiteY21" fmla="*/ 47021 h 153415"/>
                <a:gd name="connsiteX22" fmla="*/ 159364 w 671976"/>
                <a:gd name="connsiteY22" fmla="*/ 48416 h 153415"/>
                <a:gd name="connsiteX23" fmla="*/ 159364 w 671976"/>
                <a:gd name="connsiteY23" fmla="*/ 79697 h 153415"/>
                <a:gd name="connsiteX24" fmla="*/ 147012 w 671976"/>
                <a:gd name="connsiteY24" fmla="*/ 78301 h 153415"/>
                <a:gd name="connsiteX25" fmla="*/ 125892 w 671976"/>
                <a:gd name="connsiteY25" fmla="*/ 88463 h 153415"/>
                <a:gd name="connsiteX26" fmla="*/ 125892 w 671976"/>
                <a:gd name="connsiteY26" fmla="*/ 149431 h 153415"/>
                <a:gd name="connsiteX27" fmla="*/ 94212 w 671976"/>
                <a:gd name="connsiteY27" fmla="*/ 149431 h 153415"/>
                <a:gd name="connsiteX28" fmla="*/ 201286 w 671976"/>
                <a:gd name="connsiteY28" fmla="*/ 152420 h 153415"/>
                <a:gd name="connsiteX29" fmla="*/ 166816 w 671976"/>
                <a:gd name="connsiteY29" fmla="*/ 121139 h 153415"/>
                <a:gd name="connsiteX30" fmla="*/ 200485 w 671976"/>
                <a:gd name="connsiteY30" fmla="*/ 90456 h 153415"/>
                <a:gd name="connsiteX31" fmla="*/ 228783 w 671976"/>
                <a:gd name="connsiteY31" fmla="*/ 85674 h 153415"/>
                <a:gd name="connsiteX32" fmla="*/ 212642 w 671976"/>
                <a:gd name="connsiteY32" fmla="*/ 72324 h 153415"/>
                <a:gd name="connsiteX33" fmla="*/ 193513 w 671976"/>
                <a:gd name="connsiteY33" fmla="*/ 82885 h 153415"/>
                <a:gd name="connsiteX34" fmla="*/ 170402 w 671976"/>
                <a:gd name="connsiteY34" fmla="*/ 65351 h 153415"/>
                <a:gd name="connsiteX35" fmla="*/ 213636 w 671976"/>
                <a:gd name="connsiteY35" fmla="*/ 45028 h 153415"/>
                <a:gd name="connsiteX36" fmla="*/ 260263 w 671976"/>
                <a:gd name="connsiteY36" fmla="*/ 86072 h 153415"/>
                <a:gd name="connsiteX37" fmla="*/ 260263 w 671976"/>
                <a:gd name="connsiteY37" fmla="*/ 149431 h 153415"/>
                <a:gd name="connsiteX38" fmla="*/ 228783 w 671976"/>
                <a:gd name="connsiteY38" fmla="*/ 149431 h 153415"/>
                <a:gd name="connsiteX39" fmla="*/ 228783 w 671976"/>
                <a:gd name="connsiteY39" fmla="*/ 141860 h 153415"/>
                <a:gd name="connsiteX40" fmla="*/ 201286 w 671976"/>
                <a:gd name="connsiteY40" fmla="*/ 152420 h 153415"/>
                <a:gd name="connsiteX41" fmla="*/ 198097 w 671976"/>
                <a:gd name="connsiteY41" fmla="*/ 119545 h 153415"/>
                <a:gd name="connsiteX42" fmla="*/ 208259 w 671976"/>
                <a:gd name="connsiteY42" fmla="*/ 127913 h 153415"/>
                <a:gd name="connsiteX43" fmla="*/ 228783 w 671976"/>
                <a:gd name="connsiteY43" fmla="*/ 117154 h 153415"/>
                <a:gd name="connsiteX44" fmla="*/ 228783 w 671976"/>
                <a:gd name="connsiteY44" fmla="*/ 107192 h 153415"/>
                <a:gd name="connsiteX45" fmla="*/ 209052 w 671976"/>
                <a:gd name="connsiteY45" fmla="*/ 110579 h 153415"/>
                <a:gd name="connsiteX46" fmla="*/ 198097 w 671976"/>
                <a:gd name="connsiteY46" fmla="*/ 119545 h 153415"/>
                <a:gd name="connsiteX47" fmla="*/ 289362 w 671976"/>
                <a:gd name="connsiteY47" fmla="*/ 33074 h 153415"/>
                <a:gd name="connsiteX48" fmla="*/ 262066 w 671976"/>
                <a:gd name="connsiteY48" fmla="*/ 33074 h 153415"/>
                <a:gd name="connsiteX49" fmla="*/ 282390 w 671976"/>
                <a:gd name="connsiteY49" fmla="*/ 0 h 153415"/>
                <a:gd name="connsiteX50" fmla="*/ 321836 w 671976"/>
                <a:gd name="connsiteY50" fmla="*/ 0 h 153415"/>
                <a:gd name="connsiteX51" fmla="*/ 342160 w 671976"/>
                <a:gd name="connsiteY51" fmla="*/ 33074 h 153415"/>
                <a:gd name="connsiteX52" fmla="*/ 314863 w 671976"/>
                <a:gd name="connsiteY52" fmla="*/ 33074 h 153415"/>
                <a:gd name="connsiteX53" fmla="*/ 302113 w 671976"/>
                <a:gd name="connsiteY53" fmla="*/ 13747 h 153415"/>
                <a:gd name="connsiteX54" fmla="*/ 289362 w 671976"/>
                <a:gd name="connsiteY54" fmla="*/ 33074 h 153415"/>
                <a:gd name="connsiteX55" fmla="*/ 286173 w 671976"/>
                <a:gd name="connsiteY55" fmla="*/ 149431 h 153415"/>
                <a:gd name="connsiteX56" fmla="*/ 286173 w 671976"/>
                <a:gd name="connsiteY56" fmla="*/ 49014 h 153415"/>
                <a:gd name="connsiteX57" fmla="*/ 317853 w 671976"/>
                <a:gd name="connsiteY57" fmla="*/ 49014 h 153415"/>
                <a:gd name="connsiteX58" fmla="*/ 317853 w 671976"/>
                <a:gd name="connsiteY58" fmla="*/ 149431 h 153415"/>
                <a:gd name="connsiteX59" fmla="*/ 286173 w 671976"/>
                <a:gd name="connsiteY59" fmla="*/ 149431 h 153415"/>
                <a:gd name="connsiteX60" fmla="*/ 394706 w 671976"/>
                <a:gd name="connsiteY60" fmla="*/ 123729 h 153415"/>
                <a:gd name="connsiteX61" fmla="*/ 412642 w 671976"/>
                <a:gd name="connsiteY61" fmla="*/ 114564 h 153415"/>
                <a:gd name="connsiteX62" fmla="*/ 437350 w 671976"/>
                <a:gd name="connsiteY62" fmla="*/ 133292 h 153415"/>
                <a:gd name="connsiteX63" fmla="*/ 394506 w 671976"/>
                <a:gd name="connsiteY63" fmla="*/ 153416 h 153415"/>
                <a:gd name="connsiteX64" fmla="*/ 338719 w 671976"/>
                <a:gd name="connsiteY64" fmla="*/ 99222 h 153415"/>
                <a:gd name="connsiteX65" fmla="*/ 394506 w 671976"/>
                <a:gd name="connsiteY65" fmla="*/ 45028 h 153415"/>
                <a:gd name="connsiteX66" fmla="*/ 437350 w 671976"/>
                <a:gd name="connsiteY66" fmla="*/ 65152 h 153415"/>
                <a:gd name="connsiteX67" fmla="*/ 412642 w 671976"/>
                <a:gd name="connsiteY67" fmla="*/ 83881 h 153415"/>
                <a:gd name="connsiteX68" fmla="*/ 394113 w 671976"/>
                <a:gd name="connsiteY68" fmla="*/ 74715 h 153415"/>
                <a:gd name="connsiteX69" fmla="*/ 371593 w 671976"/>
                <a:gd name="connsiteY69" fmla="*/ 99222 h 153415"/>
                <a:gd name="connsiteX70" fmla="*/ 394706 w 671976"/>
                <a:gd name="connsiteY70" fmla="*/ 123729 h 153415"/>
                <a:gd name="connsiteX71" fmla="*/ 453816 w 671976"/>
                <a:gd name="connsiteY71" fmla="*/ 149431 h 153415"/>
                <a:gd name="connsiteX72" fmla="*/ 453816 w 671976"/>
                <a:gd name="connsiteY72" fmla="*/ 0 h 153415"/>
                <a:gd name="connsiteX73" fmla="*/ 485496 w 671976"/>
                <a:gd name="connsiteY73" fmla="*/ 0 h 153415"/>
                <a:gd name="connsiteX74" fmla="*/ 485496 w 671976"/>
                <a:gd name="connsiteY74" fmla="*/ 54592 h 153415"/>
                <a:gd name="connsiteX75" fmla="*/ 512191 w 671976"/>
                <a:gd name="connsiteY75" fmla="*/ 45028 h 153415"/>
                <a:gd name="connsiteX76" fmla="*/ 551044 w 671976"/>
                <a:gd name="connsiteY76" fmla="*/ 90456 h 153415"/>
                <a:gd name="connsiteX77" fmla="*/ 551044 w 671976"/>
                <a:gd name="connsiteY77" fmla="*/ 149431 h 153415"/>
                <a:gd name="connsiteX78" fmla="*/ 519163 w 671976"/>
                <a:gd name="connsiteY78" fmla="*/ 149431 h 153415"/>
                <a:gd name="connsiteX79" fmla="*/ 519163 w 671976"/>
                <a:gd name="connsiteY79" fmla="*/ 91850 h 153415"/>
                <a:gd name="connsiteX80" fmla="*/ 503624 w 671976"/>
                <a:gd name="connsiteY80" fmla="*/ 74715 h 153415"/>
                <a:gd name="connsiteX81" fmla="*/ 485496 w 671976"/>
                <a:gd name="connsiteY81" fmla="*/ 86869 h 153415"/>
                <a:gd name="connsiteX82" fmla="*/ 485496 w 671976"/>
                <a:gd name="connsiteY82" fmla="*/ 149431 h 153415"/>
                <a:gd name="connsiteX83" fmla="*/ 453816 w 671976"/>
                <a:gd name="connsiteY83" fmla="*/ 149431 h 153415"/>
                <a:gd name="connsiteX84" fmla="*/ 671977 w 671976"/>
                <a:gd name="connsiteY84" fmla="*/ 133292 h 153415"/>
                <a:gd name="connsiteX85" fmla="*/ 627346 w 671976"/>
                <a:gd name="connsiteY85" fmla="*/ 153416 h 153415"/>
                <a:gd name="connsiteX86" fmla="*/ 570958 w 671976"/>
                <a:gd name="connsiteY86" fmla="*/ 99222 h 153415"/>
                <a:gd name="connsiteX87" fmla="*/ 623163 w 671976"/>
                <a:gd name="connsiteY87" fmla="*/ 45028 h 153415"/>
                <a:gd name="connsiteX88" fmla="*/ 670382 w 671976"/>
                <a:gd name="connsiteY88" fmla="*/ 91252 h 153415"/>
                <a:gd name="connsiteX89" fmla="*/ 668386 w 671976"/>
                <a:gd name="connsiteY89" fmla="*/ 107989 h 153415"/>
                <a:gd name="connsiteX90" fmla="*/ 603432 w 671976"/>
                <a:gd name="connsiteY90" fmla="*/ 107989 h 153415"/>
                <a:gd name="connsiteX91" fmla="*/ 627146 w 671976"/>
                <a:gd name="connsiteY91" fmla="*/ 125123 h 153415"/>
                <a:gd name="connsiteX92" fmla="*/ 649657 w 671976"/>
                <a:gd name="connsiteY92" fmla="*/ 115560 h 153415"/>
                <a:gd name="connsiteX93" fmla="*/ 671977 w 671976"/>
                <a:gd name="connsiteY93" fmla="*/ 133292 h 153415"/>
                <a:gd name="connsiteX94" fmla="*/ 622361 w 671976"/>
                <a:gd name="connsiteY94" fmla="*/ 70532 h 153415"/>
                <a:gd name="connsiteX95" fmla="*/ 603632 w 671976"/>
                <a:gd name="connsiteY95" fmla="*/ 85674 h 153415"/>
                <a:gd name="connsiteX96" fmla="*/ 639696 w 671976"/>
                <a:gd name="connsiteY96" fmla="*/ 85674 h 153415"/>
                <a:gd name="connsiteX97" fmla="*/ 622361 w 671976"/>
                <a:gd name="connsiteY97" fmla="*/ 70532 h 153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671976" h="153415">
                  <a:moveTo>
                    <a:pt x="0" y="49014"/>
                  </a:moveTo>
                  <a:lnTo>
                    <a:pt x="18728" y="49014"/>
                  </a:lnTo>
                  <a:lnTo>
                    <a:pt x="18728" y="39848"/>
                  </a:lnTo>
                  <a:cubicBezTo>
                    <a:pt x="18728" y="18530"/>
                    <a:pt x="33074" y="0"/>
                    <a:pt x="60569" y="0"/>
                  </a:cubicBezTo>
                  <a:cubicBezTo>
                    <a:pt x="69734" y="0"/>
                    <a:pt x="77704" y="1992"/>
                    <a:pt x="84877" y="5380"/>
                  </a:cubicBezTo>
                  <a:lnTo>
                    <a:pt x="71528" y="31879"/>
                  </a:lnTo>
                  <a:cubicBezTo>
                    <a:pt x="69336" y="30085"/>
                    <a:pt x="65750" y="28292"/>
                    <a:pt x="61167" y="28292"/>
                  </a:cubicBezTo>
                  <a:cubicBezTo>
                    <a:pt x="54592" y="28292"/>
                    <a:pt x="50607" y="32675"/>
                    <a:pt x="50607" y="38852"/>
                  </a:cubicBezTo>
                  <a:lnTo>
                    <a:pt x="50607" y="49014"/>
                  </a:lnTo>
                  <a:lnTo>
                    <a:pt x="78103" y="49014"/>
                  </a:lnTo>
                  <a:lnTo>
                    <a:pt x="78103" y="77305"/>
                  </a:lnTo>
                  <a:lnTo>
                    <a:pt x="50607" y="77305"/>
                  </a:lnTo>
                  <a:lnTo>
                    <a:pt x="50607" y="149431"/>
                  </a:lnTo>
                  <a:lnTo>
                    <a:pt x="18728" y="149431"/>
                  </a:lnTo>
                  <a:lnTo>
                    <a:pt x="18728" y="77305"/>
                  </a:lnTo>
                  <a:lnTo>
                    <a:pt x="0" y="77305"/>
                  </a:lnTo>
                  <a:lnTo>
                    <a:pt x="0" y="49014"/>
                  </a:lnTo>
                  <a:close/>
                  <a:moveTo>
                    <a:pt x="94212" y="149431"/>
                  </a:moveTo>
                  <a:lnTo>
                    <a:pt x="94212" y="49014"/>
                  </a:lnTo>
                  <a:lnTo>
                    <a:pt x="125892" y="49014"/>
                  </a:lnTo>
                  <a:lnTo>
                    <a:pt x="125892" y="57183"/>
                  </a:lnTo>
                  <a:cubicBezTo>
                    <a:pt x="132069" y="51404"/>
                    <a:pt x="139839" y="47021"/>
                    <a:pt x="150199" y="47021"/>
                  </a:cubicBezTo>
                  <a:cubicBezTo>
                    <a:pt x="153786" y="47021"/>
                    <a:pt x="156974" y="47618"/>
                    <a:pt x="159364" y="48416"/>
                  </a:cubicBezTo>
                  <a:lnTo>
                    <a:pt x="159364" y="79697"/>
                  </a:lnTo>
                  <a:cubicBezTo>
                    <a:pt x="155978" y="78899"/>
                    <a:pt x="152192" y="78301"/>
                    <a:pt x="147012" y="78301"/>
                  </a:cubicBezTo>
                  <a:cubicBezTo>
                    <a:pt x="135456" y="78301"/>
                    <a:pt x="127885" y="85076"/>
                    <a:pt x="125892" y="88463"/>
                  </a:cubicBezTo>
                  <a:lnTo>
                    <a:pt x="125892" y="149431"/>
                  </a:lnTo>
                  <a:lnTo>
                    <a:pt x="94212" y="149431"/>
                  </a:lnTo>
                  <a:close/>
                  <a:moveTo>
                    <a:pt x="201286" y="152420"/>
                  </a:moveTo>
                  <a:cubicBezTo>
                    <a:pt x="180962" y="152420"/>
                    <a:pt x="166816" y="140664"/>
                    <a:pt x="166816" y="121139"/>
                  </a:cubicBezTo>
                  <a:cubicBezTo>
                    <a:pt x="166816" y="105797"/>
                    <a:pt x="178571" y="94042"/>
                    <a:pt x="200485" y="90456"/>
                  </a:cubicBezTo>
                  <a:lnTo>
                    <a:pt x="228783" y="85674"/>
                  </a:lnTo>
                  <a:cubicBezTo>
                    <a:pt x="228583" y="78103"/>
                    <a:pt x="222003" y="72324"/>
                    <a:pt x="212642" y="72324"/>
                  </a:cubicBezTo>
                  <a:cubicBezTo>
                    <a:pt x="204276" y="72324"/>
                    <a:pt x="198097" y="76309"/>
                    <a:pt x="193513" y="82885"/>
                  </a:cubicBezTo>
                  <a:lnTo>
                    <a:pt x="170402" y="65351"/>
                  </a:lnTo>
                  <a:cubicBezTo>
                    <a:pt x="179567" y="52600"/>
                    <a:pt x="194907" y="45028"/>
                    <a:pt x="213636" y="45028"/>
                  </a:cubicBezTo>
                  <a:cubicBezTo>
                    <a:pt x="245516" y="45028"/>
                    <a:pt x="260263" y="64156"/>
                    <a:pt x="260263" y="86072"/>
                  </a:cubicBezTo>
                  <a:lnTo>
                    <a:pt x="260263" y="149431"/>
                  </a:lnTo>
                  <a:lnTo>
                    <a:pt x="228783" y="149431"/>
                  </a:lnTo>
                  <a:lnTo>
                    <a:pt x="228783" y="141860"/>
                  </a:lnTo>
                  <a:cubicBezTo>
                    <a:pt x="223205" y="148037"/>
                    <a:pt x="211841" y="152420"/>
                    <a:pt x="201286" y="152420"/>
                  </a:cubicBezTo>
                  <a:close/>
                  <a:moveTo>
                    <a:pt x="198097" y="119545"/>
                  </a:moveTo>
                  <a:cubicBezTo>
                    <a:pt x="198097" y="124725"/>
                    <a:pt x="202080" y="127913"/>
                    <a:pt x="208259" y="127913"/>
                  </a:cubicBezTo>
                  <a:cubicBezTo>
                    <a:pt x="218421" y="127913"/>
                    <a:pt x="224792" y="123131"/>
                    <a:pt x="228783" y="117154"/>
                  </a:cubicBezTo>
                  <a:lnTo>
                    <a:pt x="228783" y="107192"/>
                  </a:lnTo>
                  <a:lnTo>
                    <a:pt x="209052" y="110579"/>
                  </a:lnTo>
                  <a:cubicBezTo>
                    <a:pt x="200886" y="111974"/>
                    <a:pt x="198097" y="114962"/>
                    <a:pt x="198097" y="119545"/>
                  </a:cubicBezTo>
                  <a:close/>
                  <a:moveTo>
                    <a:pt x="289362" y="33074"/>
                  </a:moveTo>
                  <a:lnTo>
                    <a:pt x="262066" y="33074"/>
                  </a:lnTo>
                  <a:lnTo>
                    <a:pt x="282390" y="0"/>
                  </a:lnTo>
                  <a:lnTo>
                    <a:pt x="321836" y="0"/>
                  </a:lnTo>
                  <a:lnTo>
                    <a:pt x="342160" y="33074"/>
                  </a:lnTo>
                  <a:lnTo>
                    <a:pt x="314863" y="33074"/>
                  </a:lnTo>
                  <a:lnTo>
                    <a:pt x="302113" y="13747"/>
                  </a:lnTo>
                  <a:lnTo>
                    <a:pt x="289362" y="33074"/>
                  </a:lnTo>
                  <a:close/>
                  <a:moveTo>
                    <a:pt x="286173" y="149431"/>
                  </a:moveTo>
                  <a:lnTo>
                    <a:pt x="286173" y="49014"/>
                  </a:lnTo>
                  <a:lnTo>
                    <a:pt x="317853" y="49014"/>
                  </a:lnTo>
                  <a:lnTo>
                    <a:pt x="317853" y="149431"/>
                  </a:lnTo>
                  <a:lnTo>
                    <a:pt x="286173" y="149431"/>
                  </a:lnTo>
                  <a:close/>
                  <a:moveTo>
                    <a:pt x="394706" y="123729"/>
                  </a:moveTo>
                  <a:cubicBezTo>
                    <a:pt x="402680" y="123729"/>
                    <a:pt x="409052" y="119744"/>
                    <a:pt x="412642" y="114564"/>
                  </a:cubicBezTo>
                  <a:lnTo>
                    <a:pt x="437350" y="133292"/>
                  </a:lnTo>
                  <a:cubicBezTo>
                    <a:pt x="427981" y="145645"/>
                    <a:pt x="413035" y="153416"/>
                    <a:pt x="394506" y="153416"/>
                  </a:cubicBezTo>
                  <a:cubicBezTo>
                    <a:pt x="359043" y="153416"/>
                    <a:pt x="338719" y="128511"/>
                    <a:pt x="338719" y="99222"/>
                  </a:cubicBezTo>
                  <a:cubicBezTo>
                    <a:pt x="338719" y="69934"/>
                    <a:pt x="359043" y="45028"/>
                    <a:pt x="394506" y="45028"/>
                  </a:cubicBezTo>
                  <a:cubicBezTo>
                    <a:pt x="413035" y="45028"/>
                    <a:pt x="427981" y="52799"/>
                    <a:pt x="437350" y="65152"/>
                  </a:cubicBezTo>
                  <a:lnTo>
                    <a:pt x="412642" y="83881"/>
                  </a:lnTo>
                  <a:cubicBezTo>
                    <a:pt x="409052" y="78701"/>
                    <a:pt x="402881" y="74715"/>
                    <a:pt x="394113" y="74715"/>
                  </a:cubicBezTo>
                  <a:cubicBezTo>
                    <a:pt x="381163" y="74715"/>
                    <a:pt x="371593" y="84478"/>
                    <a:pt x="371593" y="99222"/>
                  </a:cubicBezTo>
                  <a:cubicBezTo>
                    <a:pt x="371593" y="114166"/>
                    <a:pt x="381163" y="123729"/>
                    <a:pt x="394706" y="123729"/>
                  </a:cubicBezTo>
                  <a:close/>
                  <a:moveTo>
                    <a:pt x="453816" y="149431"/>
                  </a:moveTo>
                  <a:lnTo>
                    <a:pt x="453816" y="0"/>
                  </a:lnTo>
                  <a:lnTo>
                    <a:pt x="485496" y="0"/>
                  </a:lnTo>
                  <a:lnTo>
                    <a:pt x="485496" y="54592"/>
                  </a:lnTo>
                  <a:cubicBezTo>
                    <a:pt x="492067" y="49014"/>
                    <a:pt x="500434" y="45028"/>
                    <a:pt x="512191" y="45028"/>
                  </a:cubicBezTo>
                  <a:cubicBezTo>
                    <a:pt x="533509" y="45028"/>
                    <a:pt x="551044" y="59971"/>
                    <a:pt x="551044" y="90456"/>
                  </a:cubicBezTo>
                  <a:lnTo>
                    <a:pt x="551044" y="149431"/>
                  </a:lnTo>
                  <a:lnTo>
                    <a:pt x="519163" y="149431"/>
                  </a:lnTo>
                  <a:lnTo>
                    <a:pt x="519163" y="91850"/>
                  </a:lnTo>
                  <a:cubicBezTo>
                    <a:pt x="519163" y="81689"/>
                    <a:pt x="513786" y="74715"/>
                    <a:pt x="503624" y="74715"/>
                  </a:cubicBezTo>
                  <a:cubicBezTo>
                    <a:pt x="492468" y="74715"/>
                    <a:pt x="487483" y="83482"/>
                    <a:pt x="485496" y="86869"/>
                  </a:cubicBezTo>
                  <a:lnTo>
                    <a:pt x="485496" y="149431"/>
                  </a:lnTo>
                  <a:lnTo>
                    <a:pt x="453816" y="149431"/>
                  </a:lnTo>
                  <a:close/>
                  <a:moveTo>
                    <a:pt x="671977" y="133292"/>
                  </a:moveTo>
                  <a:cubicBezTo>
                    <a:pt x="662408" y="145845"/>
                    <a:pt x="646668" y="153416"/>
                    <a:pt x="627346" y="153416"/>
                  </a:cubicBezTo>
                  <a:cubicBezTo>
                    <a:pt x="590481" y="153416"/>
                    <a:pt x="570958" y="128511"/>
                    <a:pt x="570958" y="99222"/>
                  </a:cubicBezTo>
                  <a:cubicBezTo>
                    <a:pt x="570958" y="70133"/>
                    <a:pt x="589086" y="45028"/>
                    <a:pt x="623163" y="45028"/>
                  </a:cubicBezTo>
                  <a:cubicBezTo>
                    <a:pt x="651653" y="45028"/>
                    <a:pt x="670382" y="63956"/>
                    <a:pt x="670382" y="91252"/>
                  </a:cubicBezTo>
                  <a:cubicBezTo>
                    <a:pt x="670382" y="98027"/>
                    <a:pt x="669380" y="104403"/>
                    <a:pt x="668386" y="107989"/>
                  </a:cubicBezTo>
                  <a:lnTo>
                    <a:pt x="603432" y="107989"/>
                  </a:lnTo>
                  <a:cubicBezTo>
                    <a:pt x="606421" y="121537"/>
                    <a:pt x="615188" y="125123"/>
                    <a:pt x="627146" y="125123"/>
                  </a:cubicBezTo>
                  <a:cubicBezTo>
                    <a:pt x="636707" y="125123"/>
                    <a:pt x="645073" y="121338"/>
                    <a:pt x="649657" y="115560"/>
                  </a:cubicBezTo>
                  <a:lnTo>
                    <a:pt x="671977" y="133292"/>
                  </a:lnTo>
                  <a:close/>
                  <a:moveTo>
                    <a:pt x="622361" y="70532"/>
                  </a:moveTo>
                  <a:cubicBezTo>
                    <a:pt x="612199" y="70532"/>
                    <a:pt x="606028" y="75513"/>
                    <a:pt x="603632" y="85674"/>
                  </a:cubicBezTo>
                  <a:lnTo>
                    <a:pt x="639696" y="85674"/>
                  </a:lnTo>
                  <a:cubicBezTo>
                    <a:pt x="639295" y="78899"/>
                    <a:pt x="634118" y="70532"/>
                    <a:pt x="622361" y="70532"/>
                  </a:cubicBezTo>
                  <a:close/>
                </a:path>
              </a:pathLst>
            </a:custGeom>
            <a:solidFill>
              <a:srgbClr val="417DC4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600001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D765A-1FEE-159F-96BA-777FDEE39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g_recap_estimation_fs">
            <a:extLst>
              <a:ext uri="{FF2B5EF4-FFF2-40B4-BE49-F238E27FC236}">
                <a16:creationId xmlns:a16="http://schemas.microsoft.com/office/drawing/2014/main" id="{6BA12113-ED47-B687-ED73-BF7EB1432512}"/>
              </a:ext>
            </a:extLst>
          </p:cNvPr>
          <p:cNvSpPr/>
          <p:nvPr/>
        </p:nvSpPr>
        <p:spPr>
          <a:xfrm>
            <a:off x="1255554" y="2602517"/>
            <a:ext cx="9765604" cy="6638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Marianne" panose="02000000000000000000" pitchFamily="50" charset="0"/>
            </a:endParaRPr>
          </a:p>
        </p:txBody>
      </p:sp>
      <p:sp>
        <p:nvSpPr>
          <p:cNvPr id="9" name="zone_titre_materiau">
            <a:extLst>
              <a:ext uri="{FF2B5EF4-FFF2-40B4-BE49-F238E27FC236}">
                <a16:creationId xmlns:a16="http://schemas.microsoft.com/office/drawing/2014/main" id="{A88800C3-C9AC-CC70-2E75-A1BBA164B372}"/>
              </a:ext>
            </a:extLst>
          </p:cNvPr>
          <p:cNvSpPr txBox="1"/>
          <p:nvPr/>
        </p:nvSpPr>
        <p:spPr>
          <a:xfrm>
            <a:off x="1865713" y="1529871"/>
            <a:ext cx="55971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 i="0" dirty="0">
                <a:effectLst/>
                <a:latin typeface="Marianne" panose="02000000000000000000" pitchFamily="50" charset="0"/>
              </a:rPr>
              <a:t>{{</a:t>
            </a:r>
            <a:r>
              <a:rPr lang="fr-FR" sz="1200" b="1" i="0" dirty="0" err="1">
                <a:effectLst/>
                <a:latin typeface="Marianne" panose="02000000000000000000" pitchFamily="50" charset="0"/>
              </a:rPr>
              <a:t>titre_materiau</a:t>
            </a:r>
            <a:r>
              <a:rPr lang="fr-FR" sz="1200" b="1" i="0" dirty="0">
                <a:effectLst/>
                <a:latin typeface="Marianne" panose="02000000000000000000" pitchFamily="50" charset="0"/>
              </a:rPr>
              <a:t>}}</a:t>
            </a:r>
            <a:endParaRPr lang="fr-FR" sz="1200" b="1" dirty="0">
              <a:latin typeface="Marianne" panose="02000000000000000000" pitchFamily="50" charset="0"/>
            </a:endParaRPr>
          </a:p>
        </p:txBody>
      </p:sp>
      <p:pic>
        <p:nvPicPr>
          <p:cNvPr id="15" name="image_materiau" descr="Une image contenant sol, plein air, bâtiment, propriété&#10;&#10;Description générée automatiquement">
            <a:extLst>
              <a:ext uri="{FF2B5EF4-FFF2-40B4-BE49-F238E27FC236}">
                <a16:creationId xmlns:a16="http://schemas.microsoft.com/office/drawing/2014/main" id="{6FE81792-B99E-A1A7-6F71-0CC62F608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168" y="1575983"/>
            <a:ext cx="462545" cy="476562"/>
          </a:xfrm>
          <a:prstGeom prst="rect">
            <a:avLst/>
          </a:prstGeom>
        </p:spPr>
      </p:pic>
      <p:sp>
        <p:nvSpPr>
          <p:cNvPr id="19" name="zone_cout_materiau">
            <a:extLst>
              <a:ext uri="{FF2B5EF4-FFF2-40B4-BE49-F238E27FC236}">
                <a16:creationId xmlns:a16="http://schemas.microsoft.com/office/drawing/2014/main" id="{79E9B9CA-0F08-3137-64D1-50FFF50EA47E}"/>
              </a:ext>
            </a:extLst>
          </p:cNvPr>
          <p:cNvSpPr txBox="1"/>
          <p:nvPr/>
        </p:nvSpPr>
        <p:spPr>
          <a:xfrm>
            <a:off x="7417711" y="1632102"/>
            <a:ext cx="36034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None/>
            </a:pPr>
            <a:r>
              <a:rPr lang="en-US" sz="1200" i="1" dirty="0" err="1">
                <a:solidFill>
                  <a:srgbClr val="2C2C2C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Investissement</a:t>
            </a:r>
            <a:r>
              <a:rPr lang="en-US" sz="1200" i="1" dirty="0">
                <a:solidFill>
                  <a:srgbClr val="2C2C2C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 : {{</a:t>
            </a:r>
            <a:r>
              <a:rPr lang="en-US" sz="1200" i="1" dirty="0" err="1">
                <a:solidFill>
                  <a:srgbClr val="2C2C2C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cout_investissement_materiau</a:t>
            </a:r>
            <a:r>
              <a:rPr lang="en-US" sz="1200" i="1" dirty="0">
                <a:solidFill>
                  <a:srgbClr val="2C2C2C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}}</a:t>
            </a:r>
          </a:p>
          <a:p>
            <a:pPr marL="0" indent="0" algn="r">
              <a:buNone/>
            </a:pPr>
            <a:r>
              <a:rPr lang="en-US" sz="1200" i="1" dirty="0">
                <a:solidFill>
                  <a:srgbClr val="2C2C2C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Entretien : {{</a:t>
            </a:r>
            <a:r>
              <a:rPr lang="en-US" sz="1200" i="1" dirty="0" err="1">
                <a:solidFill>
                  <a:srgbClr val="2C2C2C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cout_entretien_materiau</a:t>
            </a:r>
            <a:r>
              <a:rPr lang="en-US" sz="1200" i="1" dirty="0">
                <a:solidFill>
                  <a:srgbClr val="2C2C2C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}}</a:t>
            </a:r>
            <a:endParaRPr lang="en-US" sz="1200" dirty="0">
              <a:latin typeface="Marianne" panose="02000000000000000000" pitchFamily="50" charset="0"/>
            </a:endParaRPr>
          </a:p>
        </p:txBody>
      </p:sp>
      <p:sp>
        <p:nvSpPr>
          <p:cNvPr id="3" name="titre_recap_estimation">
            <a:extLst>
              <a:ext uri="{FF2B5EF4-FFF2-40B4-BE49-F238E27FC236}">
                <a16:creationId xmlns:a16="http://schemas.microsoft.com/office/drawing/2014/main" id="{F82418D9-B39F-2905-A2C1-E7CF651F5D36}"/>
              </a:ext>
            </a:extLst>
          </p:cNvPr>
          <p:cNvSpPr txBox="1">
            <a:spLocks/>
          </p:cNvSpPr>
          <p:nvPr/>
        </p:nvSpPr>
        <p:spPr>
          <a:xfrm>
            <a:off x="576263" y="345395"/>
            <a:ext cx="10130008" cy="6152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Récapitulatif</a:t>
            </a:r>
            <a:r>
              <a:rPr lang="en-US" sz="2800" dirty="0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budgétaire</a:t>
            </a:r>
            <a:r>
              <a:rPr lang="en-US" sz="2800" dirty="0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 {{</a:t>
            </a:r>
            <a:r>
              <a:rPr lang="en-US" sz="2800" dirty="0" err="1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pagination_recap_estimation</a:t>
            </a:r>
            <a:r>
              <a:rPr lang="en-US" sz="2800" dirty="0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}}</a:t>
            </a:r>
            <a:endParaRPr lang="fr-FR" sz="2800" dirty="0">
              <a:latin typeface="Marianne" panose="02000000000000000000" pitchFamily="50" charset="0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6F030A1-1132-C9A1-903C-C717603846E0}"/>
              </a:ext>
            </a:extLst>
          </p:cNvPr>
          <p:cNvCxnSpPr>
            <a:cxnSpLocks/>
          </p:cNvCxnSpPr>
          <p:nvPr/>
        </p:nvCxnSpPr>
        <p:spPr>
          <a:xfrm>
            <a:off x="576263" y="960689"/>
            <a:ext cx="1161573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zone_titre_fs_recap_estimation">
            <a:extLst>
              <a:ext uri="{FF2B5EF4-FFF2-40B4-BE49-F238E27FC236}">
                <a16:creationId xmlns:a16="http://schemas.microsoft.com/office/drawing/2014/main" id="{B161BF39-D0D2-C1A3-6A29-174F5C4B931B}"/>
              </a:ext>
            </a:extLst>
          </p:cNvPr>
          <p:cNvSpPr txBox="1"/>
          <p:nvPr/>
        </p:nvSpPr>
        <p:spPr>
          <a:xfrm>
            <a:off x="1097293" y="1153414"/>
            <a:ext cx="60593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i="0" dirty="0">
                <a:effectLst/>
                <a:latin typeface="Marianne" panose="02000000000000000000" pitchFamily="50" charset="0"/>
              </a:rPr>
              <a:t>{{</a:t>
            </a:r>
            <a:r>
              <a:rPr lang="fr-FR" sz="1400" b="1" i="0" dirty="0" err="1">
                <a:effectLst/>
                <a:latin typeface="Marianne" panose="02000000000000000000" pitchFamily="50" charset="0"/>
              </a:rPr>
              <a:t>titre_fiche_solution</a:t>
            </a:r>
            <a:r>
              <a:rPr lang="fr-FR" sz="1400" b="1" i="0" dirty="0">
                <a:effectLst/>
                <a:latin typeface="Marianne" panose="02000000000000000000" pitchFamily="50" charset="0"/>
              </a:rPr>
              <a:t>}}</a:t>
            </a:r>
            <a:endParaRPr lang="fr-FR" sz="1400" b="1" dirty="0">
              <a:latin typeface="Marianne" panose="02000000000000000000" pitchFamily="50" charset="0"/>
            </a:endParaRPr>
          </a:p>
        </p:txBody>
      </p:sp>
      <p:sp>
        <p:nvSpPr>
          <p:cNvPr id="6" name="recap_total_libelles">
            <a:extLst>
              <a:ext uri="{FF2B5EF4-FFF2-40B4-BE49-F238E27FC236}">
                <a16:creationId xmlns:a16="http://schemas.microsoft.com/office/drawing/2014/main" id="{8CF6B5B8-BAD7-E10A-E363-18498172553F}"/>
              </a:ext>
            </a:extLst>
          </p:cNvPr>
          <p:cNvSpPr txBox="1"/>
          <p:nvPr/>
        </p:nvSpPr>
        <p:spPr>
          <a:xfrm>
            <a:off x="6711181" y="4547787"/>
            <a:ext cx="157996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2C2C2C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Investissement</a:t>
            </a:r>
            <a:r>
              <a:rPr lang="en-US" sz="1200" b="1" dirty="0">
                <a:solidFill>
                  <a:srgbClr val="2C2C2C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 :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Entretien :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Marianne" panose="02000000000000000000" pitchFamily="50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CB1432B-AE88-BC89-B5DC-87807C1FB1A9}"/>
              </a:ext>
            </a:extLst>
          </p:cNvPr>
          <p:cNvSpPr txBox="1"/>
          <p:nvPr/>
        </p:nvSpPr>
        <p:spPr>
          <a:xfrm>
            <a:off x="6918732" y="2680597"/>
            <a:ext cx="395083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None/>
            </a:pPr>
            <a:r>
              <a:rPr lang="en-US" sz="1200" b="1" i="1" dirty="0">
                <a:solidFill>
                  <a:srgbClr val="2C2C2C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{{</a:t>
            </a:r>
            <a:r>
              <a:rPr lang="en-US" sz="1200" b="1" i="1" dirty="0" err="1">
                <a:solidFill>
                  <a:srgbClr val="2C2C2C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cout_investissement_fiche_solution</a:t>
            </a:r>
            <a:r>
              <a:rPr lang="en-US" sz="1200" b="1" i="1" dirty="0">
                <a:solidFill>
                  <a:srgbClr val="2C2C2C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}}</a:t>
            </a:r>
          </a:p>
          <a:p>
            <a:pPr marL="0" indent="0" algn="r">
              <a:buNone/>
            </a:pPr>
            <a:r>
              <a:rPr lang="en-US" sz="1000" i="1" dirty="0">
                <a:solidFill>
                  <a:srgbClr val="2C2C2C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{{</a:t>
            </a:r>
            <a:r>
              <a:rPr lang="en-US" sz="1000" i="1" dirty="0" err="1">
                <a:solidFill>
                  <a:srgbClr val="2C2C2C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cout_entretien_fiche_solution</a:t>
            </a:r>
            <a:r>
              <a:rPr lang="en-US" sz="1000" i="1" dirty="0">
                <a:solidFill>
                  <a:srgbClr val="2C2C2C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}}</a:t>
            </a:r>
            <a:endParaRPr lang="en-US" sz="1000" dirty="0">
              <a:latin typeface="Marianne" panose="02000000000000000000" pitchFamily="50" charset="0"/>
            </a:endParaRPr>
          </a:p>
        </p:txBody>
      </p:sp>
      <p:sp>
        <p:nvSpPr>
          <p:cNvPr id="13" name="recap_titre">
            <a:extLst>
              <a:ext uri="{FF2B5EF4-FFF2-40B4-BE49-F238E27FC236}">
                <a16:creationId xmlns:a16="http://schemas.microsoft.com/office/drawing/2014/main" id="{821261B6-DEDA-B63E-00A5-C946FA7EEF26}"/>
              </a:ext>
            </a:extLst>
          </p:cNvPr>
          <p:cNvSpPr txBox="1"/>
          <p:nvPr/>
        </p:nvSpPr>
        <p:spPr>
          <a:xfrm>
            <a:off x="1097292" y="3955732"/>
            <a:ext cx="62507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i="0" dirty="0">
                <a:effectLst/>
                <a:latin typeface="Marianne" panose="02000000000000000000" pitchFamily="50" charset="0"/>
              </a:rPr>
              <a:t>Estimation totale des solutions envisagées</a:t>
            </a:r>
          </a:p>
          <a:p>
            <a:pPr algn="l"/>
            <a:r>
              <a:rPr lang="fr-FR" sz="1100" b="0" i="0" dirty="0">
                <a:solidFill>
                  <a:srgbClr val="666666"/>
                </a:solidFill>
                <a:effectLst/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 Inclut : fourniture et pose (hors travaux complémentaires de voirie, consolidation, etc.)</a:t>
            </a:r>
            <a:r>
              <a:rPr lang="fr-FR" sz="1400" b="1" dirty="0">
                <a:latin typeface="Marianne" panose="02000000000000000000" pitchFamily="50" charset="0"/>
              </a:rPr>
              <a:t> </a:t>
            </a:r>
          </a:p>
        </p:txBody>
      </p:sp>
      <p:sp>
        <p:nvSpPr>
          <p:cNvPr id="16" name="zone_recap_fiche_solution">
            <a:extLst>
              <a:ext uri="{FF2B5EF4-FFF2-40B4-BE49-F238E27FC236}">
                <a16:creationId xmlns:a16="http://schemas.microsoft.com/office/drawing/2014/main" id="{2511F9AC-9A80-85A8-5987-7E6F88547863}"/>
              </a:ext>
            </a:extLst>
          </p:cNvPr>
          <p:cNvSpPr txBox="1"/>
          <p:nvPr/>
        </p:nvSpPr>
        <p:spPr>
          <a:xfrm>
            <a:off x="1377181" y="2718981"/>
            <a:ext cx="328567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C2C2C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Total </a:t>
            </a:r>
            <a:r>
              <a:rPr lang="en-US" sz="1200" b="1" dirty="0" err="1">
                <a:solidFill>
                  <a:srgbClr val="2C2C2C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Investissement</a:t>
            </a:r>
            <a:endParaRPr lang="en-US" sz="1200" b="1" dirty="0">
              <a:solidFill>
                <a:srgbClr val="2C2C2C"/>
              </a:solidFill>
              <a:latin typeface="Marianne" panose="02000000000000000000" pitchFamily="50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Total Entretien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Marianne" panose="02000000000000000000" pitchFamily="50" charset="0"/>
            </a:endParaRPr>
          </a:p>
        </p:txBody>
      </p:sp>
      <p:sp>
        <p:nvSpPr>
          <p:cNvPr id="18" name="recap_total_libelles_valeurs">
            <a:extLst>
              <a:ext uri="{FF2B5EF4-FFF2-40B4-BE49-F238E27FC236}">
                <a16:creationId xmlns:a16="http://schemas.microsoft.com/office/drawing/2014/main" id="{09E2F9B4-E5A1-7459-5392-6A6FC53C59B6}"/>
              </a:ext>
            </a:extLst>
          </p:cNvPr>
          <p:cNvSpPr txBox="1"/>
          <p:nvPr/>
        </p:nvSpPr>
        <p:spPr>
          <a:xfrm>
            <a:off x="8093319" y="4547787"/>
            <a:ext cx="283112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1" dirty="0">
                <a:solidFill>
                  <a:srgbClr val="2C2C2C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{{</a:t>
            </a:r>
            <a:r>
              <a:rPr lang="en-US" sz="1200" b="1" i="1" dirty="0" err="1">
                <a:solidFill>
                  <a:srgbClr val="2C2C2C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cout_investissement_estimation</a:t>
            </a:r>
            <a:r>
              <a:rPr lang="en-US" sz="1200" b="1" i="1" dirty="0">
                <a:solidFill>
                  <a:srgbClr val="2C2C2C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}}</a:t>
            </a:r>
            <a:endParaRPr lang="en-US" sz="1200" b="1" dirty="0">
              <a:solidFill>
                <a:srgbClr val="2C2C2C"/>
              </a:solidFill>
              <a:latin typeface="Marianne" panose="02000000000000000000" pitchFamily="50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{{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cout_enretien_estimation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}}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Marianne" panose="02000000000000000000" pitchFamily="50" charset="0"/>
            </a:endParaRPr>
          </a:p>
        </p:txBody>
      </p:sp>
      <p:sp>
        <p:nvSpPr>
          <p:cNvPr id="8" name="zone_quantite_materiau">
            <a:extLst>
              <a:ext uri="{FF2B5EF4-FFF2-40B4-BE49-F238E27FC236}">
                <a16:creationId xmlns:a16="http://schemas.microsoft.com/office/drawing/2014/main" id="{2E3BE4A1-A1C8-70C6-319A-D994B244BC29}"/>
              </a:ext>
            </a:extLst>
          </p:cNvPr>
          <p:cNvSpPr txBox="1"/>
          <p:nvPr/>
        </p:nvSpPr>
        <p:spPr>
          <a:xfrm>
            <a:off x="1865713" y="1824986"/>
            <a:ext cx="55971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000" i="0" dirty="0">
                <a:effectLst/>
                <a:latin typeface="Marianne" panose="02000000000000000000" pitchFamily="50" charset="0"/>
              </a:rPr>
              <a:t>{{</a:t>
            </a:r>
            <a:r>
              <a:rPr lang="fr-FR" sz="1000" i="0" dirty="0" err="1">
                <a:effectLst/>
                <a:latin typeface="Marianne" panose="02000000000000000000" pitchFamily="50" charset="0"/>
              </a:rPr>
              <a:t>quantite_materiau</a:t>
            </a:r>
            <a:r>
              <a:rPr lang="fr-FR" sz="1000" i="0" dirty="0">
                <a:effectLst/>
                <a:latin typeface="Marianne" panose="02000000000000000000" pitchFamily="50" charset="0"/>
              </a:rPr>
              <a:t>}}</a:t>
            </a:r>
            <a:endParaRPr lang="fr-FR" sz="1000" dirty="0">
              <a:latin typeface="Marianne" panose="02000000000000000000" pitchFamily="50" charset="0"/>
            </a:endParaRP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AC020DFA-7CBC-D296-9C51-4CDB5F6EEA67}"/>
              </a:ext>
            </a:extLst>
          </p:cNvPr>
          <p:cNvCxnSpPr>
            <a:cxnSpLocks/>
          </p:cNvCxnSpPr>
          <p:nvPr/>
        </p:nvCxnSpPr>
        <p:spPr>
          <a:xfrm>
            <a:off x="576263" y="6512991"/>
            <a:ext cx="1161573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 3">
            <a:extLst>
              <a:ext uri="{FF2B5EF4-FFF2-40B4-BE49-F238E27FC236}">
                <a16:creationId xmlns:a16="http://schemas.microsoft.com/office/drawing/2014/main" id="{513ED38C-6EE1-7913-25F4-4C8F7039ADA0}"/>
              </a:ext>
            </a:extLst>
          </p:cNvPr>
          <p:cNvSpPr/>
          <p:nvPr/>
        </p:nvSpPr>
        <p:spPr>
          <a:xfrm>
            <a:off x="576263" y="6598217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A0A0A0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Données issues de Plus fraîche ma ville (ADEME)</a:t>
            </a:r>
            <a:endParaRPr lang="en-US" sz="1000"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" name="Graphique 7">
            <a:extLst>
              <a:ext uri="{FF2B5EF4-FFF2-40B4-BE49-F238E27FC236}">
                <a16:creationId xmlns:a16="http://schemas.microsoft.com/office/drawing/2014/main" id="{61B80244-1788-104B-2816-5C3FE5445A76}"/>
              </a:ext>
            </a:extLst>
          </p:cNvPr>
          <p:cNvGrpSpPr/>
          <p:nvPr/>
        </p:nvGrpSpPr>
        <p:grpSpPr>
          <a:xfrm>
            <a:off x="10659199" y="183863"/>
            <a:ext cx="1333272" cy="561489"/>
            <a:chOff x="10659199" y="183863"/>
            <a:chExt cx="1333272" cy="561489"/>
          </a:xfrm>
        </p:grpSpPr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0CAEFD9E-57F2-7777-C6C1-B64E68166364}"/>
                </a:ext>
              </a:extLst>
            </p:cNvPr>
            <p:cNvSpPr/>
            <p:nvPr/>
          </p:nvSpPr>
          <p:spPr>
            <a:xfrm>
              <a:off x="10877319" y="183863"/>
              <a:ext cx="342519" cy="338206"/>
            </a:xfrm>
            <a:custGeom>
              <a:avLst/>
              <a:gdLst>
                <a:gd name="connsiteX0" fmla="*/ 287037 w 342519"/>
                <a:gd name="connsiteY0" fmla="*/ 228581 h 338206"/>
                <a:gd name="connsiteX1" fmla="*/ 287037 w 342519"/>
                <a:gd name="connsiteY1" fmla="*/ 228470 h 338206"/>
                <a:gd name="connsiteX2" fmla="*/ 166428 w 342519"/>
                <a:gd name="connsiteY2" fmla="*/ 228470 h 338206"/>
                <a:gd name="connsiteX3" fmla="*/ 110952 w 342519"/>
                <a:gd name="connsiteY3" fmla="*/ 173654 h 338206"/>
                <a:gd name="connsiteX4" fmla="*/ 110952 w 342519"/>
                <a:gd name="connsiteY4" fmla="*/ 54816 h 338206"/>
                <a:gd name="connsiteX5" fmla="*/ 55476 w 342519"/>
                <a:gd name="connsiteY5" fmla="*/ 0 h 338206"/>
                <a:gd name="connsiteX6" fmla="*/ 0 w 342519"/>
                <a:gd name="connsiteY6" fmla="*/ 54816 h 338206"/>
                <a:gd name="connsiteX7" fmla="*/ 109 w 342519"/>
                <a:gd name="connsiteY7" fmla="*/ 222447 h 338206"/>
                <a:gd name="connsiteX8" fmla="*/ 109 w 342519"/>
                <a:gd name="connsiteY8" fmla="*/ 251819 h 338206"/>
                <a:gd name="connsiteX9" fmla="*/ 87542 w 342519"/>
                <a:gd name="connsiteY9" fmla="*/ 338206 h 338206"/>
                <a:gd name="connsiteX10" fmla="*/ 287044 w 342519"/>
                <a:gd name="connsiteY10" fmla="*/ 338206 h 338206"/>
                <a:gd name="connsiteX11" fmla="*/ 342519 w 342519"/>
                <a:gd name="connsiteY11" fmla="*/ 283390 h 338206"/>
                <a:gd name="connsiteX12" fmla="*/ 287044 w 342519"/>
                <a:gd name="connsiteY12" fmla="*/ 228574 h 338206"/>
                <a:gd name="connsiteX13" fmla="*/ 287037 w 342519"/>
                <a:gd name="connsiteY13" fmla="*/ 228581 h 338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519" h="338206">
                  <a:moveTo>
                    <a:pt x="287037" y="228581"/>
                  </a:moveTo>
                  <a:lnTo>
                    <a:pt x="287037" y="228470"/>
                  </a:lnTo>
                  <a:lnTo>
                    <a:pt x="166428" y="228470"/>
                  </a:lnTo>
                  <a:cubicBezTo>
                    <a:pt x="135803" y="228470"/>
                    <a:pt x="110952" y="203912"/>
                    <a:pt x="110952" y="173654"/>
                  </a:cubicBezTo>
                  <a:lnTo>
                    <a:pt x="110952" y="54816"/>
                  </a:lnTo>
                  <a:cubicBezTo>
                    <a:pt x="110952" y="24558"/>
                    <a:pt x="86100" y="0"/>
                    <a:pt x="55476" y="0"/>
                  </a:cubicBezTo>
                  <a:cubicBezTo>
                    <a:pt x="24851" y="0"/>
                    <a:pt x="0" y="24558"/>
                    <a:pt x="0" y="54816"/>
                  </a:cubicBezTo>
                  <a:lnTo>
                    <a:pt x="109" y="222447"/>
                  </a:lnTo>
                  <a:lnTo>
                    <a:pt x="109" y="251819"/>
                  </a:lnTo>
                  <a:cubicBezTo>
                    <a:pt x="109" y="299512"/>
                    <a:pt x="39274" y="338206"/>
                    <a:pt x="87542" y="338206"/>
                  </a:cubicBezTo>
                  <a:lnTo>
                    <a:pt x="287044" y="338206"/>
                  </a:lnTo>
                  <a:cubicBezTo>
                    <a:pt x="317668" y="338206"/>
                    <a:pt x="342519" y="313648"/>
                    <a:pt x="342519" y="283390"/>
                  </a:cubicBezTo>
                  <a:cubicBezTo>
                    <a:pt x="342519" y="253132"/>
                    <a:pt x="317668" y="228574"/>
                    <a:pt x="287044" y="228574"/>
                  </a:cubicBezTo>
                  <a:lnTo>
                    <a:pt x="287037" y="228581"/>
                  </a:lnTo>
                  <a:close/>
                </a:path>
              </a:pathLst>
            </a:custGeom>
            <a:solidFill>
              <a:srgbClr val="417DC4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" name="Forme libre : forme 19">
              <a:extLst>
                <a:ext uri="{FF2B5EF4-FFF2-40B4-BE49-F238E27FC236}">
                  <a16:creationId xmlns:a16="http://schemas.microsoft.com/office/drawing/2014/main" id="{72B10703-E361-6228-363E-1671CDA4AB36}"/>
                </a:ext>
              </a:extLst>
            </p:cNvPr>
            <p:cNvSpPr/>
            <p:nvPr/>
          </p:nvSpPr>
          <p:spPr>
            <a:xfrm>
              <a:off x="10892183" y="523615"/>
              <a:ext cx="108630" cy="221737"/>
            </a:xfrm>
            <a:custGeom>
              <a:avLst/>
              <a:gdLst>
                <a:gd name="connsiteX0" fmla="*/ 81928 w 108630"/>
                <a:gd name="connsiteY0" fmla="*/ 21632 h 221737"/>
                <a:gd name="connsiteX1" fmla="*/ 0 w 108630"/>
                <a:gd name="connsiteY1" fmla="*/ 0 h 221737"/>
                <a:gd name="connsiteX2" fmla="*/ 0 w 108630"/>
                <a:gd name="connsiteY2" fmla="*/ 167424 h 221737"/>
                <a:gd name="connsiteX3" fmla="*/ 54315 w 108630"/>
                <a:gd name="connsiteY3" fmla="*/ 221738 h 221737"/>
                <a:gd name="connsiteX4" fmla="*/ 108630 w 108630"/>
                <a:gd name="connsiteY4" fmla="*/ 167424 h 221737"/>
                <a:gd name="connsiteX5" fmla="*/ 108630 w 108630"/>
                <a:gd name="connsiteY5" fmla="*/ 21626 h 221737"/>
                <a:gd name="connsiteX6" fmla="*/ 81928 w 108630"/>
                <a:gd name="connsiteY6" fmla="*/ 21626 h 221737"/>
                <a:gd name="connsiteX7" fmla="*/ 81928 w 108630"/>
                <a:gd name="connsiteY7" fmla="*/ 21632 h 221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8630" h="221737">
                  <a:moveTo>
                    <a:pt x="81928" y="21632"/>
                  </a:moveTo>
                  <a:cubicBezTo>
                    <a:pt x="45763" y="21632"/>
                    <a:pt x="18939" y="14362"/>
                    <a:pt x="0" y="0"/>
                  </a:cubicBezTo>
                  <a:lnTo>
                    <a:pt x="0" y="167424"/>
                  </a:lnTo>
                  <a:cubicBezTo>
                    <a:pt x="0" y="197419"/>
                    <a:pt x="24320" y="221738"/>
                    <a:pt x="54315" y="221738"/>
                  </a:cubicBezTo>
                  <a:cubicBezTo>
                    <a:pt x="84311" y="221738"/>
                    <a:pt x="108630" y="197419"/>
                    <a:pt x="108630" y="167424"/>
                  </a:cubicBezTo>
                  <a:lnTo>
                    <a:pt x="108630" y="21626"/>
                  </a:lnTo>
                  <a:lnTo>
                    <a:pt x="81928" y="21626"/>
                  </a:lnTo>
                  <a:lnTo>
                    <a:pt x="81928" y="21632"/>
                  </a:lnTo>
                  <a:close/>
                </a:path>
              </a:pathLst>
            </a:custGeom>
            <a:solidFill>
              <a:srgbClr val="FCC63A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50644113-1706-BEFB-3BFF-855831AFE6AE}"/>
                </a:ext>
              </a:extLst>
            </p:cNvPr>
            <p:cNvSpPr/>
            <p:nvPr/>
          </p:nvSpPr>
          <p:spPr>
            <a:xfrm>
              <a:off x="10659199" y="406603"/>
              <a:ext cx="223576" cy="108630"/>
            </a:xfrm>
            <a:custGeom>
              <a:avLst/>
              <a:gdLst>
                <a:gd name="connsiteX0" fmla="*/ 195824 w 223576"/>
                <a:gd name="connsiteY0" fmla="*/ 18120 h 108630"/>
                <a:gd name="connsiteX1" fmla="*/ 195824 w 223576"/>
                <a:gd name="connsiteY1" fmla="*/ 0 h 108630"/>
                <a:gd name="connsiteX2" fmla="*/ 54315 w 223576"/>
                <a:gd name="connsiteY2" fmla="*/ 0 h 108630"/>
                <a:gd name="connsiteX3" fmla="*/ 0 w 223576"/>
                <a:gd name="connsiteY3" fmla="*/ 54315 h 108630"/>
                <a:gd name="connsiteX4" fmla="*/ 54315 w 223576"/>
                <a:gd name="connsiteY4" fmla="*/ 108630 h 108630"/>
                <a:gd name="connsiteX5" fmla="*/ 223577 w 223576"/>
                <a:gd name="connsiteY5" fmla="*/ 108630 h 108630"/>
                <a:gd name="connsiteX6" fmla="*/ 195824 w 223576"/>
                <a:gd name="connsiteY6" fmla="*/ 18120 h 108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3576" h="108630">
                  <a:moveTo>
                    <a:pt x="195824" y="18120"/>
                  </a:moveTo>
                  <a:lnTo>
                    <a:pt x="195824" y="0"/>
                  </a:lnTo>
                  <a:lnTo>
                    <a:pt x="54315" y="0"/>
                  </a:lnTo>
                  <a:cubicBezTo>
                    <a:pt x="24320" y="0"/>
                    <a:pt x="0" y="24319"/>
                    <a:pt x="0" y="54315"/>
                  </a:cubicBezTo>
                  <a:cubicBezTo>
                    <a:pt x="0" y="84310"/>
                    <a:pt x="24320" y="108630"/>
                    <a:pt x="54315" y="108630"/>
                  </a:cubicBezTo>
                  <a:lnTo>
                    <a:pt x="223577" y="108630"/>
                  </a:lnTo>
                  <a:cubicBezTo>
                    <a:pt x="204248" y="88440"/>
                    <a:pt x="195824" y="58170"/>
                    <a:pt x="195824" y="18120"/>
                  </a:cubicBezTo>
                  <a:close/>
                </a:path>
              </a:pathLst>
            </a:custGeom>
            <a:solidFill>
              <a:srgbClr val="F25255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" name="Forme libre : forme 21">
              <a:extLst>
                <a:ext uri="{FF2B5EF4-FFF2-40B4-BE49-F238E27FC236}">
                  <a16:creationId xmlns:a16="http://schemas.microsoft.com/office/drawing/2014/main" id="{883D233F-31DF-443B-9749-337998E5B07B}"/>
                </a:ext>
              </a:extLst>
            </p:cNvPr>
            <p:cNvSpPr/>
            <p:nvPr/>
          </p:nvSpPr>
          <p:spPr>
            <a:xfrm>
              <a:off x="11319644" y="190969"/>
              <a:ext cx="672826" cy="552695"/>
            </a:xfrm>
            <a:custGeom>
              <a:avLst/>
              <a:gdLst>
                <a:gd name="connsiteX0" fmla="*/ 4474 w 672826"/>
                <a:gd name="connsiteY0" fmla="*/ 139817 h 552695"/>
                <a:gd name="connsiteX1" fmla="*/ 4474 w 672826"/>
                <a:gd name="connsiteY1" fmla="*/ 9321 h 552695"/>
                <a:gd name="connsiteX2" fmla="*/ 44555 w 672826"/>
                <a:gd name="connsiteY2" fmla="*/ 9321 h 552695"/>
                <a:gd name="connsiteX3" fmla="*/ 88737 w 672826"/>
                <a:gd name="connsiteY3" fmla="*/ 46978 h 552695"/>
                <a:gd name="connsiteX4" fmla="*/ 44555 w 672826"/>
                <a:gd name="connsiteY4" fmla="*/ 84636 h 552695"/>
                <a:gd name="connsiteX5" fmla="*/ 25726 w 672826"/>
                <a:gd name="connsiteY5" fmla="*/ 84636 h 552695"/>
                <a:gd name="connsiteX6" fmla="*/ 25726 w 672826"/>
                <a:gd name="connsiteY6" fmla="*/ 139817 h 552695"/>
                <a:gd name="connsiteX7" fmla="*/ 4474 w 672826"/>
                <a:gd name="connsiteY7" fmla="*/ 139817 h 552695"/>
                <a:gd name="connsiteX8" fmla="*/ 45488 w 672826"/>
                <a:gd name="connsiteY8" fmla="*/ 27404 h 552695"/>
                <a:gd name="connsiteX9" fmla="*/ 25726 w 672826"/>
                <a:gd name="connsiteY9" fmla="*/ 27404 h 552695"/>
                <a:gd name="connsiteX10" fmla="*/ 25726 w 672826"/>
                <a:gd name="connsiteY10" fmla="*/ 66553 h 552695"/>
                <a:gd name="connsiteX11" fmla="*/ 45488 w 672826"/>
                <a:gd name="connsiteY11" fmla="*/ 66553 h 552695"/>
                <a:gd name="connsiteX12" fmla="*/ 66553 w 672826"/>
                <a:gd name="connsiteY12" fmla="*/ 46606 h 552695"/>
                <a:gd name="connsiteX13" fmla="*/ 45488 w 672826"/>
                <a:gd name="connsiteY13" fmla="*/ 27404 h 552695"/>
                <a:gd name="connsiteX14" fmla="*/ 110528 w 672826"/>
                <a:gd name="connsiteY14" fmla="*/ 139817 h 552695"/>
                <a:gd name="connsiteX15" fmla="*/ 110528 w 672826"/>
                <a:gd name="connsiteY15" fmla="*/ 0 h 552695"/>
                <a:gd name="connsiteX16" fmla="*/ 129730 w 672826"/>
                <a:gd name="connsiteY16" fmla="*/ 0 h 552695"/>
                <a:gd name="connsiteX17" fmla="*/ 129730 w 672826"/>
                <a:gd name="connsiteY17" fmla="*/ 139817 h 552695"/>
                <a:gd name="connsiteX18" fmla="*/ 110528 w 672826"/>
                <a:gd name="connsiteY18" fmla="*/ 139817 h 552695"/>
                <a:gd name="connsiteX19" fmla="*/ 225825 w 672826"/>
                <a:gd name="connsiteY19" fmla="*/ 99550 h 552695"/>
                <a:gd name="connsiteX20" fmla="*/ 225825 w 672826"/>
                <a:gd name="connsiteY20" fmla="*/ 45860 h 552695"/>
                <a:gd name="connsiteX21" fmla="*/ 245214 w 672826"/>
                <a:gd name="connsiteY21" fmla="*/ 45860 h 552695"/>
                <a:gd name="connsiteX22" fmla="*/ 245214 w 672826"/>
                <a:gd name="connsiteY22" fmla="*/ 98617 h 552695"/>
                <a:gd name="connsiteX23" fmla="*/ 202713 w 672826"/>
                <a:gd name="connsiteY23" fmla="*/ 143545 h 552695"/>
                <a:gd name="connsiteX24" fmla="*/ 160021 w 672826"/>
                <a:gd name="connsiteY24" fmla="*/ 98617 h 552695"/>
                <a:gd name="connsiteX25" fmla="*/ 160021 w 672826"/>
                <a:gd name="connsiteY25" fmla="*/ 45860 h 552695"/>
                <a:gd name="connsiteX26" fmla="*/ 179408 w 672826"/>
                <a:gd name="connsiteY26" fmla="*/ 45860 h 552695"/>
                <a:gd name="connsiteX27" fmla="*/ 179408 w 672826"/>
                <a:gd name="connsiteY27" fmla="*/ 99550 h 552695"/>
                <a:gd name="connsiteX28" fmla="*/ 202713 w 672826"/>
                <a:gd name="connsiteY28" fmla="*/ 125462 h 552695"/>
                <a:gd name="connsiteX29" fmla="*/ 225825 w 672826"/>
                <a:gd name="connsiteY29" fmla="*/ 99550 h 552695"/>
                <a:gd name="connsiteX30" fmla="*/ 265463 w 672826"/>
                <a:gd name="connsiteY30" fmla="*/ 126580 h 552695"/>
                <a:gd name="connsiteX31" fmla="*/ 278698 w 672826"/>
                <a:gd name="connsiteY31" fmla="*/ 115022 h 552695"/>
                <a:gd name="connsiteX32" fmla="*/ 301627 w 672826"/>
                <a:gd name="connsiteY32" fmla="*/ 127886 h 552695"/>
                <a:gd name="connsiteX33" fmla="*/ 315797 w 672826"/>
                <a:gd name="connsiteY33" fmla="*/ 115209 h 552695"/>
                <a:gd name="connsiteX34" fmla="*/ 269747 w 672826"/>
                <a:gd name="connsiteY34" fmla="*/ 69908 h 552695"/>
                <a:gd name="connsiteX35" fmla="*/ 301627 w 672826"/>
                <a:gd name="connsiteY35" fmla="*/ 42132 h 552695"/>
                <a:gd name="connsiteX36" fmla="*/ 334250 w 672826"/>
                <a:gd name="connsiteY36" fmla="*/ 57791 h 552695"/>
                <a:gd name="connsiteX37" fmla="*/ 321199 w 672826"/>
                <a:gd name="connsiteY37" fmla="*/ 69163 h 552695"/>
                <a:gd name="connsiteX38" fmla="*/ 301819 w 672826"/>
                <a:gd name="connsiteY38" fmla="*/ 57791 h 552695"/>
                <a:gd name="connsiteX39" fmla="*/ 288392 w 672826"/>
                <a:gd name="connsiteY39" fmla="*/ 69349 h 552695"/>
                <a:gd name="connsiteX40" fmla="*/ 334442 w 672826"/>
                <a:gd name="connsiteY40" fmla="*/ 114091 h 552695"/>
                <a:gd name="connsiteX41" fmla="*/ 301819 w 672826"/>
                <a:gd name="connsiteY41" fmla="*/ 143545 h 552695"/>
                <a:gd name="connsiteX42" fmla="*/ 265463 w 672826"/>
                <a:gd name="connsiteY42" fmla="*/ 126580 h 552695"/>
                <a:gd name="connsiteX43" fmla="*/ 0 w 672826"/>
                <a:gd name="connsiteY43" fmla="*/ 548968 h 552695"/>
                <a:gd name="connsiteX44" fmla="*/ 0 w 672826"/>
                <a:gd name="connsiteY44" fmla="*/ 455011 h 552695"/>
                <a:gd name="connsiteX45" fmla="*/ 19202 w 672826"/>
                <a:gd name="connsiteY45" fmla="*/ 455011 h 552695"/>
                <a:gd name="connsiteX46" fmla="*/ 19202 w 672826"/>
                <a:gd name="connsiteY46" fmla="*/ 463772 h 552695"/>
                <a:gd name="connsiteX47" fmla="*/ 47165 w 672826"/>
                <a:gd name="connsiteY47" fmla="*/ 451282 h 552695"/>
                <a:gd name="connsiteX48" fmla="*/ 76806 w 672826"/>
                <a:gd name="connsiteY48" fmla="*/ 468246 h 552695"/>
                <a:gd name="connsiteX49" fmla="*/ 109617 w 672826"/>
                <a:gd name="connsiteY49" fmla="*/ 451282 h 552695"/>
                <a:gd name="connsiteX50" fmla="*/ 144291 w 672826"/>
                <a:gd name="connsiteY50" fmla="*/ 490618 h 552695"/>
                <a:gd name="connsiteX51" fmla="*/ 144291 w 672826"/>
                <a:gd name="connsiteY51" fmla="*/ 548968 h 552695"/>
                <a:gd name="connsiteX52" fmla="*/ 124903 w 672826"/>
                <a:gd name="connsiteY52" fmla="*/ 548968 h 552695"/>
                <a:gd name="connsiteX53" fmla="*/ 124903 w 672826"/>
                <a:gd name="connsiteY53" fmla="*/ 491363 h 552695"/>
                <a:gd name="connsiteX54" fmla="*/ 105143 w 672826"/>
                <a:gd name="connsiteY54" fmla="*/ 469365 h 552695"/>
                <a:gd name="connsiteX55" fmla="*/ 81653 w 672826"/>
                <a:gd name="connsiteY55" fmla="*/ 485397 h 552695"/>
                <a:gd name="connsiteX56" fmla="*/ 81839 w 672826"/>
                <a:gd name="connsiteY56" fmla="*/ 490618 h 552695"/>
                <a:gd name="connsiteX57" fmla="*/ 81839 w 672826"/>
                <a:gd name="connsiteY57" fmla="*/ 548968 h 552695"/>
                <a:gd name="connsiteX58" fmla="*/ 62451 w 672826"/>
                <a:gd name="connsiteY58" fmla="*/ 548968 h 552695"/>
                <a:gd name="connsiteX59" fmla="*/ 62451 w 672826"/>
                <a:gd name="connsiteY59" fmla="*/ 491363 h 552695"/>
                <a:gd name="connsiteX60" fmla="*/ 42691 w 672826"/>
                <a:gd name="connsiteY60" fmla="*/ 469365 h 552695"/>
                <a:gd name="connsiteX61" fmla="*/ 19202 w 672826"/>
                <a:gd name="connsiteY61" fmla="*/ 485584 h 552695"/>
                <a:gd name="connsiteX62" fmla="*/ 19202 w 672826"/>
                <a:gd name="connsiteY62" fmla="*/ 548968 h 552695"/>
                <a:gd name="connsiteX63" fmla="*/ 0 w 672826"/>
                <a:gd name="connsiteY63" fmla="*/ 548968 h 552695"/>
                <a:gd name="connsiteX64" fmla="*/ 200884 w 672826"/>
                <a:gd name="connsiteY64" fmla="*/ 551764 h 552695"/>
                <a:gd name="connsiteX65" fmla="*/ 169569 w 672826"/>
                <a:gd name="connsiteY65" fmla="*/ 524546 h 552695"/>
                <a:gd name="connsiteX66" fmla="*/ 200517 w 672826"/>
                <a:gd name="connsiteY66" fmla="*/ 496769 h 552695"/>
                <a:gd name="connsiteX67" fmla="*/ 230902 w 672826"/>
                <a:gd name="connsiteY67" fmla="*/ 491736 h 552695"/>
                <a:gd name="connsiteX68" fmla="*/ 230902 w 672826"/>
                <a:gd name="connsiteY68" fmla="*/ 486889 h 552695"/>
                <a:gd name="connsiteX69" fmla="*/ 210211 w 672826"/>
                <a:gd name="connsiteY69" fmla="*/ 468246 h 552695"/>
                <a:gd name="connsiteX70" fmla="*/ 186530 w 672826"/>
                <a:gd name="connsiteY70" fmla="*/ 480550 h 552695"/>
                <a:gd name="connsiteX71" fmla="*/ 172179 w 672826"/>
                <a:gd name="connsiteY71" fmla="*/ 469551 h 552695"/>
                <a:gd name="connsiteX72" fmla="*/ 210770 w 672826"/>
                <a:gd name="connsiteY72" fmla="*/ 451282 h 552695"/>
                <a:gd name="connsiteX73" fmla="*/ 250107 w 672826"/>
                <a:gd name="connsiteY73" fmla="*/ 486889 h 552695"/>
                <a:gd name="connsiteX74" fmla="*/ 250107 w 672826"/>
                <a:gd name="connsiteY74" fmla="*/ 548968 h 552695"/>
                <a:gd name="connsiteX75" fmla="*/ 230902 w 672826"/>
                <a:gd name="connsiteY75" fmla="*/ 548968 h 552695"/>
                <a:gd name="connsiteX76" fmla="*/ 230902 w 672826"/>
                <a:gd name="connsiteY76" fmla="*/ 538341 h 552695"/>
                <a:gd name="connsiteX77" fmla="*/ 200884 w 672826"/>
                <a:gd name="connsiteY77" fmla="*/ 551764 h 552695"/>
                <a:gd name="connsiteX78" fmla="*/ 188960 w 672826"/>
                <a:gd name="connsiteY78" fmla="*/ 523801 h 552695"/>
                <a:gd name="connsiteX79" fmla="*/ 204433 w 672826"/>
                <a:gd name="connsiteY79" fmla="*/ 536104 h 552695"/>
                <a:gd name="connsiteX80" fmla="*/ 230902 w 672826"/>
                <a:gd name="connsiteY80" fmla="*/ 521564 h 552695"/>
                <a:gd name="connsiteX81" fmla="*/ 230902 w 672826"/>
                <a:gd name="connsiteY81" fmla="*/ 505345 h 552695"/>
                <a:gd name="connsiteX82" fmla="*/ 205552 w 672826"/>
                <a:gd name="connsiteY82" fmla="*/ 509632 h 552695"/>
                <a:gd name="connsiteX83" fmla="*/ 188960 w 672826"/>
                <a:gd name="connsiteY83" fmla="*/ 523801 h 552695"/>
                <a:gd name="connsiteX84" fmla="*/ 318519 w 672826"/>
                <a:gd name="connsiteY84" fmla="*/ 455011 h 552695"/>
                <a:gd name="connsiteX85" fmla="*/ 339210 w 672826"/>
                <a:gd name="connsiteY85" fmla="*/ 455011 h 552695"/>
                <a:gd name="connsiteX86" fmla="*/ 366799 w 672826"/>
                <a:gd name="connsiteY86" fmla="*/ 528088 h 552695"/>
                <a:gd name="connsiteX87" fmla="*/ 394204 w 672826"/>
                <a:gd name="connsiteY87" fmla="*/ 455011 h 552695"/>
                <a:gd name="connsiteX88" fmla="*/ 415087 w 672826"/>
                <a:gd name="connsiteY88" fmla="*/ 455011 h 552695"/>
                <a:gd name="connsiteX89" fmla="*/ 379474 w 672826"/>
                <a:gd name="connsiteY89" fmla="*/ 548968 h 552695"/>
                <a:gd name="connsiteX90" fmla="*/ 353940 w 672826"/>
                <a:gd name="connsiteY90" fmla="*/ 548968 h 552695"/>
                <a:gd name="connsiteX91" fmla="*/ 318519 w 672826"/>
                <a:gd name="connsiteY91" fmla="*/ 455011 h 552695"/>
                <a:gd name="connsiteX92" fmla="*/ 443068 w 672826"/>
                <a:gd name="connsiteY92" fmla="*/ 434132 h 552695"/>
                <a:gd name="connsiteX93" fmla="*/ 430017 w 672826"/>
                <a:gd name="connsiteY93" fmla="*/ 421082 h 552695"/>
                <a:gd name="connsiteX94" fmla="*/ 443068 w 672826"/>
                <a:gd name="connsiteY94" fmla="*/ 408032 h 552695"/>
                <a:gd name="connsiteX95" fmla="*/ 456119 w 672826"/>
                <a:gd name="connsiteY95" fmla="*/ 421082 h 552695"/>
                <a:gd name="connsiteX96" fmla="*/ 443068 w 672826"/>
                <a:gd name="connsiteY96" fmla="*/ 434132 h 552695"/>
                <a:gd name="connsiteX97" fmla="*/ 433374 w 672826"/>
                <a:gd name="connsiteY97" fmla="*/ 548968 h 552695"/>
                <a:gd name="connsiteX98" fmla="*/ 433374 w 672826"/>
                <a:gd name="connsiteY98" fmla="*/ 455011 h 552695"/>
                <a:gd name="connsiteX99" fmla="*/ 452579 w 672826"/>
                <a:gd name="connsiteY99" fmla="*/ 455011 h 552695"/>
                <a:gd name="connsiteX100" fmla="*/ 452579 w 672826"/>
                <a:gd name="connsiteY100" fmla="*/ 548968 h 552695"/>
                <a:gd name="connsiteX101" fmla="*/ 433374 w 672826"/>
                <a:gd name="connsiteY101" fmla="*/ 548968 h 552695"/>
                <a:gd name="connsiteX102" fmla="*/ 484918 w 672826"/>
                <a:gd name="connsiteY102" fmla="*/ 548968 h 552695"/>
                <a:gd name="connsiteX103" fmla="*/ 484918 w 672826"/>
                <a:gd name="connsiteY103" fmla="*/ 409151 h 552695"/>
                <a:gd name="connsiteX104" fmla="*/ 504115 w 672826"/>
                <a:gd name="connsiteY104" fmla="*/ 409151 h 552695"/>
                <a:gd name="connsiteX105" fmla="*/ 504115 w 672826"/>
                <a:gd name="connsiteY105" fmla="*/ 548968 h 552695"/>
                <a:gd name="connsiteX106" fmla="*/ 484918 w 672826"/>
                <a:gd name="connsiteY106" fmla="*/ 548968 h 552695"/>
                <a:gd name="connsiteX107" fmla="*/ 536463 w 672826"/>
                <a:gd name="connsiteY107" fmla="*/ 548968 h 552695"/>
                <a:gd name="connsiteX108" fmla="*/ 536463 w 672826"/>
                <a:gd name="connsiteY108" fmla="*/ 409151 h 552695"/>
                <a:gd name="connsiteX109" fmla="*/ 555660 w 672826"/>
                <a:gd name="connsiteY109" fmla="*/ 409151 h 552695"/>
                <a:gd name="connsiteX110" fmla="*/ 555660 w 672826"/>
                <a:gd name="connsiteY110" fmla="*/ 548968 h 552695"/>
                <a:gd name="connsiteX111" fmla="*/ 536463 w 672826"/>
                <a:gd name="connsiteY111" fmla="*/ 548968 h 552695"/>
                <a:gd name="connsiteX112" fmla="*/ 672827 w 672826"/>
                <a:gd name="connsiteY112" fmla="*/ 533681 h 552695"/>
                <a:gd name="connsiteX113" fmla="*/ 632187 w 672826"/>
                <a:gd name="connsiteY113" fmla="*/ 552696 h 552695"/>
                <a:gd name="connsiteX114" fmla="*/ 580543 w 672826"/>
                <a:gd name="connsiteY114" fmla="*/ 501989 h 552695"/>
                <a:gd name="connsiteX115" fmla="*/ 628271 w 672826"/>
                <a:gd name="connsiteY115" fmla="*/ 451282 h 552695"/>
                <a:gd name="connsiteX116" fmla="*/ 670965 w 672826"/>
                <a:gd name="connsiteY116" fmla="*/ 492855 h 552695"/>
                <a:gd name="connsiteX117" fmla="*/ 669654 w 672826"/>
                <a:gd name="connsiteY117" fmla="*/ 504226 h 552695"/>
                <a:gd name="connsiteX118" fmla="*/ 600307 w 672826"/>
                <a:gd name="connsiteY118" fmla="*/ 504226 h 552695"/>
                <a:gd name="connsiteX119" fmla="*/ 632187 w 672826"/>
                <a:gd name="connsiteY119" fmla="*/ 535359 h 552695"/>
                <a:gd name="connsiteX120" fmla="*/ 658841 w 672826"/>
                <a:gd name="connsiteY120" fmla="*/ 522496 h 552695"/>
                <a:gd name="connsiteX121" fmla="*/ 672827 w 672826"/>
                <a:gd name="connsiteY121" fmla="*/ 533681 h 552695"/>
                <a:gd name="connsiteX122" fmla="*/ 627896 w 672826"/>
                <a:gd name="connsiteY122" fmla="*/ 467315 h 552695"/>
                <a:gd name="connsiteX123" fmla="*/ 601242 w 672826"/>
                <a:gd name="connsiteY123" fmla="*/ 489871 h 552695"/>
                <a:gd name="connsiteX124" fmla="*/ 651760 w 672826"/>
                <a:gd name="connsiteY124" fmla="*/ 489871 h 552695"/>
                <a:gd name="connsiteX125" fmla="*/ 627896 w 672826"/>
                <a:gd name="connsiteY125" fmla="*/ 467315 h 552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2826" h="552695">
                  <a:moveTo>
                    <a:pt x="4474" y="139817"/>
                  </a:moveTo>
                  <a:lnTo>
                    <a:pt x="4474" y="9321"/>
                  </a:lnTo>
                  <a:lnTo>
                    <a:pt x="44555" y="9321"/>
                  </a:lnTo>
                  <a:cubicBezTo>
                    <a:pt x="71959" y="9321"/>
                    <a:pt x="88737" y="23862"/>
                    <a:pt x="88737" y="46978"/>
                  </a:cubicBezTo>
                  <a:cubicBezTo>
                    <a:pt x="88737" y="70095"/>
                    <a:pt x="71959" y="84636"/>
                    <a:pt x="44555" y="84636"/>
                  </a:cubicBezTo>
                  <a:lnTo>
                    <a:pt x="25726" y="84636"/>
                  </a:lnTo>
                  <a:lnTo>
                    <a:pt x="25726" y="139817"/>
                  </a:lnTo>
                  <a:lnTo>
                    <a:pt x="4474" y="139817"/>
                  </a:lnTo>
                  <a:close/>
                  <a:moveTo>
                    <a:pt x="45488" y="27404"/>
                  </a:moveTo>
                  <a:lnTo>
                    <a:pt x="25726" y="27404"/>
                  </a:lnTo>
                  <a:lnTo>
                    <a:pt x="25726" y="66553"/>
                  </a:lnTo>
                  <a:lnTo>
                    <a:pt x="45488" y="66553"/>
                  </a:lnTo>
                  <a:cubicBezTo>
                    <a:pt x="58723" y="66553"/>
                    <a:pt x="66553" y="59096"/>
                    <a:pt x="66553" y="46606"/>
                  </a:cubicBezTo>
                  <a:cubicBezTo>
                    <a:pt x="66553" y="34861"/>
                    <a:pt x="58723" y="27404"/>
                    <a:pt x="45488" y="27404"/>
                  </a:cubicBezTo>
                  <a:close/>
                  <a:moveTo>
                    <a:pt x="110528" y="139817"/>
                  </a:moveTo>
                  <a:lnTo>
                    <a:pt x="110528" y="0"/>
                  </a:lnTo>
                  <a:lnTo>
                    <a:pt x="129730" y="0"/>
                  </a:lnTo>
                  <a:lnTo>
                    <a:pt x="129730" y="139817"/>
                  </a:lnTo>
                  <a:lnTo>
                    <a:pt x="110528" y="139817"/>
                  </a:lnTo>
                  <a:close/>
                  <a:moveTo>
                    <a:pt x="225825" y="99550"/>
                  </a:moveTo>
                  <a:lnTo>
                    <a:pt x="225825" y="45860"/>
                  </a:lnTo>
                  <a:lnTo>
                    <a:pt x="245214" y="45860"/>
                  </a:lnTo>
                  <a:lnTo>
                    <a:pt x="245214" y="98617"/>
                  </a:lnTo>
                  <a:cubicBezTo>
                    <a:pt x="245214" y="126768"/>
                    <a:pt x="228998" y="143545"/>
                    <a:pt x="202713" y="143545"/>
                  </a:cubicBezTo>
                  <a:cubicBezTo>
                    <a:pt x="176243" y="143545"/>
                    <a:pt x="160021" y="126768"/>
                    <a:pt x="160021" y="98617"/>
                  </a:cubicBezTo>
                  <a:lnTo>
                    <a:pt x="160021" y="45860"/>
                  </a:lnTo>
                  <a:lnTo>
                    <a:pt x="179408" y="45860"/>
                  </a:lnTo>
                  <a:lnTo>
                    <a:pt x="179408" y="99550"/>
                  </a:lnTo>
                  <a:cubicBezTo>
                    <a:pt x="179408" y="115768"/>
                    <a:pt x="187983" y="125462"/>
                    <a:pt x="202713" y="125462"/>
                  </a:cubicBezTo>
                  <a:cubicBezTo>
                    <a:pt x="217066" y="125462"/>
                    <a:pt x="225825" y="115768"/>
                    <a:pt x="225825" y="99550"/>
                  </a:cubicBezTo>
                  <a:close/>
                  <a:moveTo>
                    <a:pt x="265463" y="126580"/>
                  </a:moveTo>
                  <a:lnTo>
                    <a:pt x="278698" y="115022"/>
                  </a:lnTo>
                  <a:cubicBezTo>
                    <a:pt x="284852" y="122852"/>
                    <a:pt x="292308" y="127886"/>
                    <a:pt x="301627" y="127886"/>
                  </a:cubicBezTo>
                  <a:cubicBezTo>
                    <a:pt x="310762" y="127886"/>
                    <a:pt x="315797" y="122293"/>
                    <a:pt x="315797" y="115209"/>
                  </a:cubicBezTo>
                  <a:cubicBezTo>
                    <a:pt x="315797" y="96194"/>
                    <a:pt x="269747" y="103092"/>
                    <a:pt x="269747" y="69908"/>
                  </a:cubicBezTo>
                  <a:cubicBezTo>
                    <a:pt x="269747" y="54435"/>
                    <a:pt x="282798" y="42132"/>
                    <a:pt x="301627" y="42132"/>
                  </a:cubicBezTo>
                  <a:cubicBezTo>
                    <a:pt x="315421" y="42132"/>
                    <a:pt x="327545" y="48843"/>
                    <a:pt x="334250" y="57791"/>
                  </a:cubicBezTo>
                  <a:lnTo>
                    <a:pt x="321199" y="69163"/>
                  </a:lnTo>
                  <a:cubicBezTo>
                    <a:pt x="316173" y="62452"/>
                    <a:pt x="309643" y="57791"/>
                    <a:pt x="301819" y="57791"/>
                  </a:cubicBezTo>
                  <a:cubicBezTo>
                    <a:pt x="292868" y="57791"/>
                    <a:pt x="288392" y="63011"/>
                    <a:pt x="288392" y="69349"/>
                  </a:cubicBezTo>
                  <a:cubicBezTo>
                    <a:pt x="288392" y="88178"/>
                    <a:pt x="334442" y="81839"/>
                    <a:pt x="334442" y="114091"/>
                  </a:cubicBezTo>
                  <a:cubicBezTo>
                    <a:pt x="334250" y="132547"/>
                    <a:pt x="319337" y="143545"/>
                    <a:pt x="301819" y="143545"/>
                  </a:cubicBezTo>
                  <a:cubicBezTo>
                    <a:pt x="285971" y="143545"/>
                    <a:pt x="274222" y="137207"/>
                    <a:pt x="265463" y="126580"/>
                  </a:cubicBezTo>
                  <a:close/>
                  <a:moveTo>
                    <a:pt x="0" y="548968"/>
                  </a:moveTo>
                  <a:lnTo>
                    <a:pt x="0" y="455011"/>
                  </a:lnTo>
                  <a:lnTo>
                    <a:pt x="19202" y="455011"/>
                  </a:lnTo>
                  <a:lnTo>
                    <a:pt x="19202" y="463772"/>
                  </a:lnTo>
                  <a:cubicBezTo>
                    <a:pt x="25913" y="456502"/>
                    <a:pt x="34674" y="451282"/>
                    <a:pt x="47165" y="451282"/>
                  </a:cubicBezTo>
                  <a:cubicBezTo>
                    <a:pt x="60028" y="451282"/>
                    <a:pt x="70841" y="457062"/>
                    <a:pt x="76806" y="468246"/>
                  </a:cubicBezTo>
                  <a:cubicBezTo>
                    <a:pt x="84076" y="458925"/>
                    <a:pt x="93397" y="451282"/>
                    <a:pt x="109617" y="451282"/>
                  </a:cubicBezTo>
                  <a:cubicBezTo>
                    <a:pt x="129191" y="451282"/>
                    <a:pt x="144291" y="464704"/>
                    <a:pt x="144291" y="490618"/>
                  </a:cubicBezTo>
                  <a:lnTo>
                    <a:pt x="144291" y="548968"/>
                  </a:lnTo>
                  <a:lnTo>
                    <a:pt x="124903" y="548968"/>
                  </a:lnTo>
                  <a:lnTo>
                    <a:pt x="124903" y="491363"/>
                  </a:lnTo>
                  <a:cubicBezTo>
                    <a:pt x="124903" y="477567"/>
                    <a:pt x="117260" y="469365"/>
                    <a:pt x="105143" y="469365"/>
                  </a:cubicBezTo>
                  <a:cubicBezTo>
                    <a:pt x="93957" y="469365"/>
                    <a:pt x="86687" y="476449"/>
                    <a:pt x="81653" y="485397"/>
                  </a:cubicBezTo>
                  <a:cubicBezTo>
                    <a:pt x="81839" y="487076"/>
                    <a:pt x="81839" y="488753"/>
                    <a:pt x="81839" y="490618"/>
                  </a:cubicBezTo>
                  <a:lnTo>
                    <a:pt x="81839" y="548968"/>
                  </a:lnTo>
                  <a:lnTo>
                    <a:pt x="62451" y="548968"/>
                  </a:lnTo>
                  <a:lnTo>
                    <a:pt x="62451" y="491363"/>
                  </a:lnTo>
                  <a:cubicBezTo>
                    <a:pt x="62451" y="477567"/>
                    <a:pt x="54995" y="469365"/>
                    <a:pt x="42691" y="469365"/>
                  </a:cubicBezTo>
                  <a:cubicBezTo>
                    <a:pt x="30760" y="469365"/>
                    <a:pt x="23676" y="477567"/>
                    <a:pt x="19202" y="485584"/>
                  </a:cubicBezTo>
                  <a:lnTo>
                    <a:pt x="19202" y="548968"/>
                  </a:lnTo>
                  <a:lnTo>
                    <a:pt x="0" y="548968"/>
                  </a:lnTo>
                  <a:close/>
                  <a:moveTo>
                    <a:pt x="200884" y="551764"/>
                  </a:moveTo>
                  <a:cubicBezTo>
                    <a:pt x="182247" y="551764"/>
                    <a:pt x="169569" y="541138"/>
                    <a:pt x="169569" y="524546"/>
                  </a:cubicBezTo>
                  <a:cubicBezTo>
                    <a:pt x="169569" y="510378"/>
                    <a:pt x="180568" y="500125"/>
                    <a:pt x="200517" y="496769"/>
                  </a:cubicBezTo>
                  <a:lnTo>
                    <a:pt x="230902" y="491736"/>
                  </a:lnTo>
                  <a:lnTo>
                    <a:pt x="230902" y="486889"/>
                  </a:lnTo>
                  <a:cubicBezTo>
                    <a:pt x="230902" y="475331"/>
                    <a:pt x="222327" y="468246"/>
                    <a:pt x="210211" y="468246"/>
                  </a:cubicBezTo>
                  <a:cubicBezTo>
                    <a:pt x="199957" y="468246"/>
                    <a:pt x="191941" y="472907"/>
                    <a:pt x="186530" y="480550"/>
                  </a:cubicBezTo>
                  <a:lnTo>
                    <a:pt x="172179" y="469551"/>
                  </a:lnTo>
                  <a:cubicBezTo>
                    <a:pt x="180568" y="458367"/>
                    <a:pt x="193987" y="451282"/>
                    <a:pt x="210770" y="451282"/>
                  </a:cubicBezTo>
                  <a:cubicBezTo>
                    <a:pt x="236121" y="451282"/>
                    <a:pt x="250107" y="466196"/>
                    <a:pt x="250107" y="486889"/>
                  </a:cubicBezTo>
                  <a:lnTo>
                    <a:pt x="250107" y="548968"/>
                  </a:lnTo>
                  <a:lnTo>
                    <a:pt x="230902" y="548968"/>
                  </a:lnTo>
                  <a:lnTo>
                    <a:pt x="230902" y="538341"/>
                  </a:lnTo>
                  <a:cubicBezTo>
                    <a:pt x="224189" y="546544"/>
                    <a:pt x="212449" y="551764"/>
                    <a:pt x="200884" y="551764"/>
                  </a:cubicBezTo>
                  <a:close/>
                  <a:moveTo>
                    <a:pt x="188960" y="523801"/>
                  </a:moveTo>
                  <a:cubicBezTo>
                    <a:pt x="188960" y="531071"/>
                    <a:pt x="194738" y="536104"/>
                    <a:pt x="204433" y="536104"/>
                  </a:cubicBezTo>
                  <a:cubicBezTo>
                    <a:pt x="216173" y="536104"/>
                    <a:pt x="225308" y="530512"/>
                    <a:pt x="230902" y="521564"/>
                  </a:cubicBezTo>
                  <a:lnTo>
                    <a:pt x="230902" y="505345"/>
                  </a:lnTo>
                  <a:lnTo>
                    <a:pt x="205552" y="509632"/>
                  </a:lnTo>
                  <a:cubicBezTo>
                    <a:pt x="193803" y="511683"/>
                    <a:pt x="188960" y="516717"/>
                    <a:pt x="188960" y="523801"/>
                  </a:cubicBezTo>
                  <a:close/>
                  <a:moveTo>
                    <a:pt x="318519" y="455011"/>
                  </a:moveTo>
                  <a:lnTo>
                    <a:pt x="339210" y="455011"/>
                  </a:lnTo>
                  <a:lnTo>
                    <a:pt x="366799" y="528088"/>
                  </a:lnTo>
                  <a:lnTo>
                    <a:pt x="394204" y="455011"/>
                  </a:lnTo>
                  <a:lnTo>
                    <a:pt x="415087" y="455011"/>
                  </a:lnTo>
                  <a:lnTo>
                    <a:pt x="379474" y="548968"/>
                  </a:lnTo>
                  <a:lnTo>
                    <a:pt x="353940" y="548968"/>
                  </a:lnTo>
                  <a:lnTo>
                    <a:pt x="318519" y="455011"/>
                  </a:lnTo>
                  <a:close/>
                  <a:moveTo>
                    <a:pt x="443068" y="434132"/>
                  </a:moveTo>
                  <a:cubicBezTo>
                    <a:pt x="435987" y="434132"/>
                    <a:pt x="430017" y="428165"/>
                    <a:pt x="430017" y="421082"/>
                  </a:cubicBezTo>
                  <a:cubicBezTo>
                    <a:pt x="430017" y="413998"/>
                    <a:pt x="435987" y="408032"/>
                    <a:pt x="443068" y="408032"/>
                  </a:cubicBezTo>
                  <a:cubicBezTo>
                    <a:pt x="450149" y="408032"/>
                    <a:pt x="456119" y="413998"/>
                    <a:pt x="456119" y="421082"/>
                  </a:cubicBezTo>
                  <a:cubicBezTo>
                    <a:pt x="456119" y="428165"/>
                    <a:pt x="450149" y="434132"/>
                    <a:pt x="443068" y="434132"/>
                  </a:cubicBezTo>
                  <a:close/>
                  <a:moveTo>
                    <a:pt x="433374" y="548968"/>
                  </a:moveTo>
                  <a:lnTo>
                    <a:pt x="433374" y="455011"/>
                  </a:lnTo>
                  <a:lnTo>
                    <a:pt x="452579" y="455011"/>
                  </a:lnTo>
                  <a:lnTo>
                    <a:pt x="452579" y="548968"/>
                  </a:lnTo>
                  <a:lnTo>
                    <a:pt x="433374" y="548968"/>
                  </a:lnTo>
                  <a:close/>
                  <a:moveTo>
                    <a:pt x="484918" y="548968"/>
                  </a:moveTo>
                  <a:lnTo>
                    <a:pt x="484918" y="409151"/>
                  </a:lnTo>
                  <a:lnTo>
                    <a:pt x="504115" y="409151"/>
                  </a:lnTo>
                  <a:lnTo>
                    <a:pt x="504115" y="548968"/>
                  </a:lnTo>
                  <a:lnTo>
                    <a:pt x="484918" y="548968"/>
                  </a:lnTo>
                  <a:close/>
                  <a:moveTo>
                    <a:pt x="536463" y="548968"/>
                  </a:moveTo>
                  <a:lnTo>
                    <a:pt x="536463" y="409151"/>
                  </a:lnTo>
                  <a:lnTo>
                    <a:pt x="555660" y="409151"/>
                  </a:lnTo>
                  <a:lnTo>
                    <a:pt x="555660" y="548968"/>
                  </a:lnTo>
                  <a:lnTo>
                    <a:pt x="536463" y="548968"/>
                  </a:lnTo>
                  <a:close/>
                  <a:moveTo>
                    <a:pt x="672827" y="533681"/>
                  </a:moveTo>
                  <a:cubicBezTo>
                    <a:pt x="664059" y="545426"/>
                    <a:pt x="649706" y="552696"/>
                    <a:pt x="632187" y="552696"/>
                  </a:cubicBezTo>
                  <a:cubicBezTo>
                    <a:pt x="599748" y="552696"/>
                    <a:pt x="580543" y="529394"/>
                    <a:pt x="580543" y="501989"/>
                  </a:cubicBezTo>
                  <a:cubicBezTo>
                    <a:pt x="580543" y="473839"/>
                    <a:pt x="598445" y="451282"/>
                    <a:pt x="628271" y="451282"/>
                  </a:cubicBezTo>
                  <a:cubicBezTo>
                    <a:pt x="654181" y="451282"/>
                    <a:pt x="670965" y="468992"/>
                    <a:pt x="670965" y="492855"/>
                  </a:cubicBezTo>
                  <a:cubicBezTo>
                    <a:pt x="670965" y="497142"/>
                    <a:pt x="670405" y="501430"/>
                    <a:pt x="669654" y="504226"/>
                  </a:cubicBezTo>
                  <a:lnTo>
                    <a:pt x="600307" y="504226"/>
                  </a:lnTo>
                  <a:cubicBezTo>
                    <a:pt x="601610" y="524733"/>
                    <a:pt x="614101" y="535359"/>
                    <a:pt x="632187" y="535359"/>
                  </a:cubicBezTo>
                  <a:cubicBezTo>
                    <a:pt x="643560" y="535359"/>
                    <a:pt x="653062" y="530325"/>
                    <a:pt x="658841" y="522496"/>
                  </a:cubicBezTo>
                  <a:lnTo>
                    <a:pt x="672827" y="533681"/>
                  </a:lnTo>
                  <a:close/>
                  <a:moveTo>
                    <a:pt x="627896" y="467315"/>
                  </a:moveTo>
                  <a:cubicBezTo>
                    <a:pt x="613918" y="467315"/>
                    <a:pt x="604223" y="475331"/>
                    <a:pt x="601242" y="489871"/>
                  </a:cubicBezTo>
                  <a:lnTo>
                    <a:pt x="651760" y="489871"/>
                  </a:lnTo>
                  <a:cubicBezTo>
                    <a:pt x="651384" y="478127"/>
                    <a:pt x="643001" y="467315"/>
                    <a:pt x="627896" y="467315"/>
                  </a:cubicBezTo>
                  <a:close/>
                </a:path>
              </a:pathLst>
            </a:custGeom>
            <a:solidFill>
              <a:srgbClr val="000091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" name="Forme libre : forme 22">
              <a:extLst>
                <a:ext uri="{FF2B5EF4-FFF2-40B4-BE49-F238E27FC236}">
                  <a16:creationId xmlns:a16="http://schemas.microsoft.com/office/drawing/2014/main" id="{BFAF53E2-947A-2111-71F2-F8E7C549CEFB}"/>
                </a:ext>
              </a:extLst>
            </p:cNvPr>
            <p:cNvSpPr/>
            <p:nvPr/>
          </p:nvSpPr>
          <p:spPr>
            <a:xfrm>
              <a:off x="11305180" y="390105"/>
              <a:ext cx="671976" cy="153415"/>
            </a:xfrm>
            <a:custGeom>
              <a:avLst/>
              <a:gdLst>
                <a:gd name="connsiteX0" fmla="*/ 0 w 671976"/>
                <a:gd name="connsiteY0" fmla="*/ 49014 h 153415"/>
                <a:gd name="connsiteX1" fmla="*/ 18728 w 671976"/>
                <a:gd name="connsiteY1" fmla="*/ 49014 h 153415"/>
                <a:gd name="connsiteX2" fmla="*/ 18728 w 671976"/>
                <a:gd name="connsiteY2" fmla="*/ 39848 h 153415"/>
                <a:gd name="connsiteX3" fmla="*/ 60569 w 671976"/>
                <a:gd name="connsiteY3" fmla="*/ 0 h 153415"/>
                <a:gd name="connsiteX4" fmla="*/ 84877 w 671976"/>
                <a:gd name="connsiteY4" fmla="*/ 5380 h 153415"/>
                <a:gd name="connsiteX5" fmla="*/ 71528 w 671976"/>
                <a:gd name="connsiteY5" fmla="*/ 31879 h 153415"/>
                <a:gd name="connsiteX6" fmla="*/ 61167 w 671976"/>
                <a:gd name="connsiteY6" fmla="*/ 28292 h 153415"/>
                <a:gd name="connsiteX7" fmla="*/ 50607 w 671976"/>
                <a:gd name="connsiteY7" fmla="*/ 38852 h 153415"/>
                <a:gd name="connsiteX8" fmla="*/ 50607 w 671976"/>
                <a:gd name="connsiteY8" fmla="*/ 49014 h 153415"/>
                <a:gd name="connsiteX9" fmla="*/ 78103 w 671976"/>
                <a:gd name="connsiteY9" fmla="*/ 49014 h 153415"/>
                <a:gd name="connsiteX10" fmla="*/ 78103 w 671976"/>
                <a:gd name="connsiteY10" fmla="*/ 77305 h 153415"/>
                <a:gd name="connsiteX11" fmla="*/ 50607 w 671976"/>
                <a:gd name="connsiteY11" fmla="*/ 77305 h 153415"/>
                <a:gd name="connsiteX12" fmla="*/ 50607 w 671976"/>
                <a:gd name="connsiteY12" fmla="*/ 149431 h 153415"/>
                <a:gd name="connsiteX13" fmla="*/ 18728 w 671976"/>
                <a:gd name="connsiteY13" fmla="*/ 149431 h 153415"/>
                <a:gd name="connsiteX14" fmla="*/ 18728 w 671976"/>
                <a:gd name="connsiteY14" fmla="*/ 77305 h 153415"/>
                <a:gd name="connsiteX15" fmla="*/ 0 w 671976"/>
                <a:gd name="connsiteY15" fmla="*/ 77305 h 153415"/>
                <a:gd name="connsiteX16" fmla="*/ 0 w 671976"/>
                <a:gd name="connsiteY16" fmla="*/ 49014 h 153415"/>
                <a:gd name="connsiteX17" fmla="*/ 94212 w 671976"/>
                <a:gd name="connsiteY17" fmla="*/ 149431 h 153415"/>
                <a:gd name="connsiteX18" fmla="*/ 94212 w 671976"/>
                <a:gd name="connsiteY18" fmla="*/ 49014 h 153415"/>
                <a:gd name="connsiteX19" fmla="*/ 125892 w 671976"/>
                <a:gd name="connsiteY19" fmla="*/ 49014 h 153415"/>
                <a:gd name="connsiteX20" fmla="*/ 125892 w 671976"/>
                <a:gd name="connsiteY20" fmla="*/ 57183 h 153415"/>
                <a:gd name="connsiteX21" fmla="*/ 150199 w 671976"/>
                <a:gd name="connsiteY21" fmla="*/ 47021 h 153415"/>
                <a:gd name="connsiteX22" fmla="*/ 159364 w 671976"/>
                <a:gd name="connsiteY22" fmla="*/ 48416 h 153415"/>
                <a:gd name="connsiteX23" fmla="*/ 159364 w 671976"/>
                <a:gd name="connsiteY23" fmla="*/ 79697 h 153415"/>
                <a:gd name="connsiteX24" fmla="*/ 147012 w 671976"/>
                <a:gd name="connsiteY24" fmla="*/ 78301 h 153415"/>
                <a:gd name="connsiteX25" fmla="*/ 125892 w 671976"/>
                <a:gd name="connsiteY25" fmla="*/ 88463 h 153415"/>
                <a:gd name="connsiteX26" fmla="*/ 125892 w 671976"/>
                <a:gd name="connsiteY26" fmla="*/ 149431 h 153415"/>
                <a:gd name="connsiteX27" fmla="*/ 94212 w 671976"/>
                <a:gd name="connsiteY27" fmla="*/ 149431 h 153415"/>
                <a:gd name="connsiteX28" fmla="*/ 201286 w 671976"/>
                <a:gd name="connsiteY28" fmla="*/ 152420 h 153415"/>
                <a:gd name="connsiteX29" fmla="*/ 166816 w 671976"/>
                <a:gd name="connsiteY29" fmla="*/ 121139 h 153415"/>
                <a:gd name="connsiteX30" fmla="*/ 200485 w 671976"/>
                <a:gd name="connsiteY30" fmla="*/ 90456 h 153415"/>
                <a:gd name="connsiteX31" fmla="*/ 228783 w 671976"/>
                <a:gd name="connsiteY31" fmla="*/ 85674 h 153415"/>
                <a:gd name="connsiteX32" fmla="*/ 212642 w 671976"/>
                <a:gd name="connsiteY32" fmla="*/ 72324 h 153415"/>
                <a:gd name="connsiteX33" fmla="*/ 193513 w 671976"/>
                <a:gd name="connsiteY33" fmla="*/ 82885 h 153415"/>
                <a:gd name="connsiteX34" fmla="*/ 170402 w 671976"/>
                <a:gd name="connsiteY34" fmla="*/ 65351 h 153415"/>
                <a:gd name="connsiteX35" fmla="*/ 213636 w 671976"/>
                <a:gd name="connsiteY35" fmla="*/ 45028 h 153415"/>
                <a:gd name="connsiteX36" fmla="*/ 260263 w 671976"/>
                <a:gd name="connsiteY36" fmla="*/ 86072 h 153415"/>
                <a:gd name="connsiteX37" fmla="*/ 260263 w 671976"/>
                <a:gd name="connsiteY37" fmla="*/ 149431 h 153415"/>
                <a:gd name="connsiteX38" fmla="*/ 228783 w 671976"/>
                <a:gd name="connsiteY38" fmla="*/ 149431 h 153415"/>
                <a:gd name="connsiteX39" fmla="*/ 228783 w 671976"/>
                <a:gd name="connsiteY39" fmla="*/ 141860 h 153415"/>
                <a:gd name="connsiteX40" fmla="*/ 201286 w 671976"/>
                <a:gd name="connsiteY40" fmla="*/ 152420 h 153415"/>
                <a:gd name="connsiteX41" fmla="*/ 198097 w 671976"/>
                <a:gd name="connsiteY41" fmla="*/ 119545 h 153415"/>
                <a:gd name="connsiteX42" fmla="*/ 208259 w 671976"/>
                <a:gd name="connsiteY42" fmla="*/ 127913 h 153415"/>
                <a:gd name="connsiteX43" fmla="*/ 228783 w 671976"/>
                <a:gd name="connsiteY43" fmla="*/ 117154 h 153415"/>
                <a:gd name="connsiteX44" fmla="*/ 228783 w 671976"/>
                <a:gd name="connsiteY44" fmla="*/ 107192 h 153415"/>
                <a:gd name="connsiteX45" fmla="*/ 209052 w 671976"/>
                <a:gd name="connsiteY45" fmla="*/ 110579 h 153415"/>
                <a:gd name="connsiteX46" fmla="*/ 198097 w 671976"/>
                <a:gd name="connsiteY46" fmla="*/ 119545 h 153415"/>
                <a:gd name="connsiteX47" fmla="*/ 289362 w 671976"/>
                <a:gd name="connsiteY47" fmla="*/ 33074 h 153415"/>
                <a:gd name="connsiteX48" fmla="*/ 262066 w 671976"/>
                <a:gd name="connsiteY48" fmla="*/ 33074 h 153415"/>
                <a:gd name="connsiteX49" fmla="*/ 282390 w 671976"/>
                <a:gd name="connsiteY49" fmla="*/ 0 h 153415"/>
                <a:gd name="connsiteX50" fmla="*/ 321836 w 671976"/>
                <a:gd name="connsiteY50" fmla="*/ 0 h 153415"/>
                <a:gd name="connsiteX51" fmla="*/ 342160 w 671976"/>
                <a:gd name="connsiteY51" fmla="*/ 33074 h 153415"/>
                <a:gd name="connsiteX52" fmla="*/ 314863 w 671976"/>
                <a:gd name="connsiteY52" fmla="*/ 33074 h 153415"/>
                <a:gd name="connsiteX53" fmla="*/ 302113 w 671976"/>
                <a:gd name="connsiteY53" fmla="*/ 13747 h 153415"/>
                <a:gd name="connsiteX54" fmla="*/ 289362 w 671976"/>
                <a:gd name="connsiteY54" fmla="*/ 33074 h 153415"/>
                <a:gd name="connsiteX55" fmla="*/ 286173 w 671976"/>
                <a:gd name="connsiteY55" fmla="*/ 149431 h 153415"/>
                <a:gd name="connsiteX56" fmla="*/ 286173 w 671976"/>
                <a:gd name="connsiteY56" fmla="*/ 49014 h 153415"/>
                <a:gd name="connsiteX57" fmla="*/ 317853 w 671976"/>
                <a:gd name="connsiteY57" fmla="*/ 49014 h 153415"/>
                <a:gd name="connsiteX58" fmla="*/ 317853 w 671976"/>
                <a:gd name="connsiteY58" fmla="*/ 149431 h 153415"/>
                <a:gd name="connsiteX59" fmla="*/ 286173 w 671976"/>
                <a:gd name="connsiteY59" fmla="*/ 149431 h 153415"/>
                <a:gd name="connsiteX60" fmla="*/ 394706 w 671976"/>
                <a:gd name="connsiteY60" fmla="*/ 123729 h 153415"/>
                <a:gd name="connsiteX61" fmla="*/ 412642 w 671976"/>
                <a:gd name="connsiteY61" fmla="*/ 114564 h 153415"/>
                <a:gd name="connsiteX62" fmla="*/ 437350 w 671976"/>
                <a:gd name="connsiteY62" fmla="*/ 133292 h 153415"/>
                <a:gd name="connsiteX63" fmla="*/ 394506 w 671976"/>
                <a:gd name="connsiteY63" fmla="*/ 153416 h 153415"/>
                <a:gd name="connsiteX64" fmla="*/ 338719 w 671976"/>
                <a:gd name="connsiteY64" fmla="*/ 99222 h 153415"/>
                <a:gd name="connsiteX65" fmla="*/ 394506 w 671976"/>
                <a:gd name="connsiteY65" fmla="*/ 45028 h 153415"/>
                <a:gd name="connsiteX66" fmla="*/ 437350 w 671976"/>
                <a:gd name="connsiteY66" fmla="*/ 65152 h 153415"/>
                <a:gd name="connsiteX67" fmla="*/ 412642 w 671976"/>
                <a:gd name="connsiteY67" fmla="*/ 83881 h 153415"/>
                <a:gd name="connsiteX68" fmla="*/ 394113 w 671976"/>
                <a:gd name="connsiteY68" fmla="*/ 74715 h 153415"/>
                <a:gd name="connsiteX69" fmla="*/ 371593 w 671976"/>
                <a:gd name="connsiteY69" fmla="*/ 99222 h 153415"/>
                <a:gd name="connsiteX70" fmla="*/ 394706 w 671976"/>
                <a:gd name="connsiteY70" fmla="*/ 123729 h 153415"/>
                <a:gd name="connsiteX71" fmla="*/ 453816 w 671976"/>
                <a:gd name="connsiteY71" fmla="*/ 149431 h 153415"/>
                <a:gd name="connsiteX72" fmla="*/ 453816 w 671976"/>
                <a:gd name="connsiteY72" fmla="*/ 0 h 153415"/>
                <a:gd name="connsiteX73" fmla="*/ 485496 w 671976"/>
                <a:gd name="connsiteY73" fmla="*/ 0 h 153415"/>
                <a:gd name="connsiteX74" fmla="*/ 485496 w 671976"/>
                <a:gd name="connsiteY74" fmla="*/ 54592 h 153415"/>
                <a:gd name="connsiteX75" fmla="*/ 512191 w 671976"/>
                <a:gd name="connsiteY75" fmla="*/ 45028 h 153415"/>
                <a:gd name="connsiteX76" fmla="*/ 551044 w 671976"/>
                <a:gd name="connsiteY76" fmla="*/ 90456 h 153415"/>
                <a:gd name="connsiteX77" fmla="*/ 551044 w 671976"/>
                <a:gd name="connsiteY77" fmla="*/ 149431 h 153415"/>
                <a:gd name="connsiteX78" fmla="*/ 519163 w 671976"/>
                <a:gd name="connsiteY78" fmla="*/ 149431 h 153415"/>
                <a:gd name="connsiteX79" fmla="*/ 519163 w 671976"/>
                <a:gd name="connsiteY79" fmla="*/ 91850 h 153415"/>
                <a:gd name="connsiteX80" fmla="*/ 503624 w 671976"/>
                <a:gd name="connsiteY80" fmla="*/ 74715 h 153415"/>
                <a:gd name="connsiteX81" fmla="*/ 485496 w 671976"/>
                <a:gd name="connsiteY81" fmla="*/ 86869 h 153415"/>
                <a:gd name="connsiteX82" fmla="*/ 485496 w 671976"/>
                <a:gd name="connsiteY82" fmla="*/ 149431 h 153415"/>
                <a:gd name="connsiteX83" fmla="*/ 453816 w 671976"/>
                <a:gd name="connsiteY83" fmla="*/ 149431 h 153415"/>
                <a:gd name="connsiteX84" fmla="*/ 671977 w 671976"/>
                <a:gd name="connsiteY84" fmla="*/ 133292 h 153415"/>
                <a:gd name="connsiteX85" fmla="*/ 627346 w 671976"/>
                <a:gd name="connsiteY85" fmla="*/ 153416 h 153415"/>
                <a:gd name="connsiteX86" fmla="*/ 570958 w 671976"/>
                <a:gd name="connsiteY86" fmla="*/ 99222 h 153415"/>
                <a:gd name="connsiteX87" fmla="*/ 623163 w 671976"/>
                <a:gd name="connsiteY87" fmla="*/ 45028 h 153415"/>
                <a:gd name="connsiteX88" fmla="*/ 670382 w 671976"/>
                <a:gd name="connsiteY88" fmla="*/ 91252 h 153415"/>
                <a:gd name="connsiteX89" fmla="*/ 668386 w 671976"/>
                <a:gd name="connsiteY89" fmla="*/ 107989 h 153415"/>
                <a:gd name="connsiteX90" fmla="*/ 603432 w 671976"/>
                <a:gd name="connsiteY90" fmla="*/ 107989 h 153415"/>
                <a:gd name="connsiteX91" fmla="*/ 627146 w 671976"/>
                <a:gd name="connsiteY91" fmla="*/ 125123 h 153415"/>
                <a:gd name="connsiteX92" fmla="*/ 649657 w 671976"/>
                <a:gd name="connsiteY92" fmla="*/ 115560 h 153415"/>
                <a:gd name="connsiteX93" fmla="*/ 671977 w 671976"/>
                <a:gd name="connsiteY93" fmla="*/ 133292 h 153415"/>
                <a:gd name="connsiteX94" fmla="*/ 622361 w 671976"/>
                <a:gd name="connsiteY94" fmla="*/ 70532 h 153415"/>
                <a:gd name="connsiteX95" fmla="*/ 603632 w 671976"/>
                <a:gd name="connsiteY95" fmla="*/ 85674 h 153415"/>
                <a:gd name="connsiteX96" fmla="*/ 639696 w 671976"/>
                <a:gd name="connsiteY96" fmla="*/ 85674 h 153415"/>
                <a:gd name="connsiteX97" fmla="*/ 622361 w 671976"/>
                <a:gd name="connsiteY97" fmla="*/ 70532 h 153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671976" h="153415">
                  <a:moveTo>
                    <a:pt x="0" y="49014"/>
                  </a:moveTo>
                  <a:lnTo>
                    <a:pt x="18728" y="49014"/>
                  </a:lnTo>
                  <a:lnTo>
                    <a:pt x="18728" y="39848"/>
                  </a:lnTo>
                  <a:cubicBezTo>
                    <a:pt x="18728" y="18530"/>
                    <a:pt x="33074" y="0"/>
                    <a:pt x="60569" y="0"/>
                  </a:cubicBezTo>
                  <a:cubicBezTo>
                    <a:pt x="69734" y="0"/>
                    <a:pt x="77704" y="1992"/>
                    <a:pt x="84877" y="5380"/>
                  </a:cubicBezTo>
                  <a:lnTo>
                    <a:pt x="71528" y="31879"/>
                  </a:lnTo>
                  <a:cubicBezTo>
                    <a:pt x="69336" y="30085"/>
                    <a:pt x="65750" y="28292"/>
                    <a:pt x="61167" y="28292"/>
                  </a:cubicBezTo>
                  <a:cubicBezTo>
                    <a:pt x="54592" y="28292"/>
                    <a:pt x="50607" y="32675"/>
                    <a:pt x="50607" y="38852"/>
                  </a:cubicBezTo>
                  <a:lnTo>
                    <a:pt x="50607" y="49014"/>
                  </a:lnTo>
                  <a:lnTo>
                    <a:pt x="78103" y="49014"/>
                  </a:lnTo>
                  <a:lnTo>
                    <a:pt x="78103" y="77305"/>
                  </a:lnTo>
                  <a:lnTo>
                    <a:pt x="50607" y="77305"/>
                  </a:lnTo>
                  <a:lnTo>
                    <a:pt x="50607" y="149431"/>
                  </a:lnTo>
                  <a:lnTo>
                    <a:pt x="18728" y="149431"/>
                  </a:lnTo>
                  <a:lnTo>
                    <a:pt x="18728" y="77305"/>
                  </a:lnTo>
                  <a:lnTo>
                    <a:pt x="0" y="77305"/>
                  </a:lnTo>
                  <a:lnTo>
                    <a:pt x="0" y="49014"/>
                  </a:lnTo>
                  <a:close/>
                  <a:moveTo>
                    <a:pt x="94212" y="149431"/>
                  </a:moveTo>
                  <a:lnTo>
                    <a:pt x="94212" y="49014"/>
                  </a:lnTo>
                  <a:lnTo>
                    <a:pt x="125892" y="49014"/>
                  </a:lnTo>
                  <a:lnTo>
                    <a:pt x="125892" y="57183"/>
                  </a:lnTo>
                  <a:cubicBezTo>
                    <a:pt x="132069" y="51404"/>
                    <a:pt x="139839" y="47021"/>
                    <a:pt x="150199" y="47021"/>
                  </a:cubicBezTo>
                  <a:cubicBezTo>
                    <a:pt x="153786" y="47021"/>
                    <a:pt x="156974" y="47618"/>
                    <a:pt x="159364" y="48416"/>
                  </a:cubicBezTo>
                  <a:lnTo>
                    <a:pt x="159364" y="79697"/>
                  </a:lnTo>
                  <a:cubicBezTo>
                    <a:pt x="155978" y="78899"/>
                    <a:pt x="152192" y="78301"/>
                    <a:pt x="147012" y="78301"/>
                  </a:cubicBezTo>
                  <a:cubicBezTo>
                    <a:pt x="135456" y="78301"/>
                    <a:pt x="127885" y="85076"/>
                    <a:pt x="125892" y="88463"/>
                  </a:cubicBezTo>
                  <a:lnTo>
                    <a:pt x="125892" y="149431"/>
                  </a:lnTo>
                  <a:lnTo>
                    <a:pt x="94212" y="149431"/>
                  </a:lnTo>
                  <a:close/>
                  <a:moveTo>
                    <a:pt x="201286" y="152420"/>
                  </a:moveTo>
                  <a:cubicBezTo>
                    <a:pt x="180962" y="152420"/>
                    <a:pt x="166816" y="140664"/>
                    <a:pt x="166816" y="121139"/>
                  </a:cubicBezTo>
                  <a:cubicBezTo>
                    <a:pt x="166816" y="105797"/>
                    <a:pt x="178571" y="94042"/>
                    <a:pt x="200485" y="90456"/>
                  </a:cubicBezTo>
                  <a:lnTo>
                    <a:pt x="228783" y="85674"/>
                  </a:lnTo>
                  <a:cubicBezTo>
                    <a:pt x="228583" y="78103"/>
                    <a:pt x="222003" y="72324"/>
                    <a:pt x="212642" y="72324"/>
                  </a:cubicBezTo>
                  <a:cubicBezTo>
                    <a:pt x="204276" y="72324"/>
                    <a:pt x="198097" y="76309"/>
                    <a:pt x="193513" y="82885"/>
                  </a:cubicBezTo>
                  <a:lnTo>
                    <a:pt x="170402" y="65351"/>
                  </a:lnTo>
                  <a:cubicBezTo>
                    <a:pt x="179567" y="52600"/>
                    <a:pt x="194907" y="45028"/>
                    <a:pt x="213636" y="45028"/>
                  </a:cubicBezTo>
                  <a:cubicBezTo>
                    <a:pt x="245516" y="45028"/>
                    <a:pt x="260263" y="64156"/>
                    <a:pt x="260263" y="86072"/>
                  </a:cubicBezTo>
                  <a:lnTo>
                    <a:pt x="260263" y="149431"/>
                  </a:lnTo>
                  <a:lnTo>
                    <a:pt x="228783" y="149431"/>
                  </a:lnTo>
                  <a:lnTo>
                    <a:pt x="228783" y="141860"/>
                  </a:lnTo>
                  <a:cubicBezTo>
                    <a:pt x="223205" y="148037"/>
                    <a:pt x="211841" y="152420"/>
                    <a:pt x="201286" y="152420"/>
                  </a:cubicBezTo>
                  <a:close/>
                  <a:moveTo>
                    <a:pt x="198097" y="119545"/>
                  </a:moveTo>
                  <a:cubicBezTo>
                    <a:pt x="198097" y="124725"/>
                    <a:pt x="202080" y="127913"/>
                    <a:pt x="208259" y="127913"/>
                  </a:cubicBezTo>
                  <a:cubicBezTo>
                    <a:pt x="218421" y="127913"/>
                    <a:pt x="224792" y="123131"/>
                    <a:pt x="228783" y="117154"/>
                  </a:cubicBezTo>
                  <a:lnTo>
                    <a:pt x="228783" y="107192"/>
                  </a:lnTo>
                  <a:lnTo>
                    <a:pt x="209052" y="110579"/>
                  </a:lnTo>
                  <a:cubicBezTo>
                    <a:pt x="200886" y="111974"/>
                    <a:pt x="198097" y="114962"/>
                    <a:pt x="198097" y="119545"/>
                  </a:cubicBezTo>
                  <a:close/>
                  <a:moveTo>
                    <a:pt x="289362" y="33074"/>
                  </a:moveTo>
                  <a:lnTo>
                    <a:pt x="262066" y="33074"/>
                  </a:lnTo>
                  <a:lnTo>
                    <a:pt x="282390" y="0"/>
                  </a:lnTo>
                  <a:lnTo>
                    <a:pt x="321836" y="0"/>
                  </a:lnTo>
                  <a:lnTo>
                    <a:pt x="342160" y="33074"/>
                  </a:lnTo>
                  <a:lnTo>
                    <a:pt x="314863" y="33074"/>
                  </a:lnTo>
                  <a:lnTo>
                    <a:pt x="302113" y="13747"/>
                  </a:lnTo>
                  <a:lnTo>
                    <a:pt x="289362" y="33074"/>
                  </a:lnTo>
                  <a:close/>
                  <a:moveTo>
                    <a:pt x="286173" y="149431"/>
                  </a:moveTo>
                  <a:lnTo>
                    <a:pt x="286173" y="49014"/>
                  </a:lnTo>
                  <a:lnTo>
                    <a:pt x="317853" y="49014"/>
                  </a:lnTo>
                  <a:lnTo>
                    <a:pt x="317853" y="149431"/>
                  </a:lnTo>
                  <a:lnTo>
                    <a:pt x="286173" y="149431"/>
                  </a:lnTo>
                  <a:close/>
                  <a:moveTo>
                    <a:pt x="394706" y="123729"/>
                  </a:moveTo>
                  <a:cubicBezTo>
                    <a:pt x="402680" y="123729"/>
                    <a:pt x="409052" y="119744"/>
                    <a:pt x="412642" y="114564"/>
                  </a:cubicBezTo>
                  <a:lnTo>
                    <a:pt x="437350" y="133292"/>
                  </a:lnTo>
                  <a:cubicBezTo>
                    <a:pt x="427981" y="145645"/>
                    <a:pt x="413035" y="153416"/>
                    <a:pt x="394506" y="153416"/>
                  </a:cubicBezTo>
                  <a:cubicBezTo>
                    <a:pt x="359043" y="153416"/>
                    <a:pt x="338719" y="128511"/>
                    <a:pt x="338719" y="99222"/>
                  </a:cubicBezTo>
                  <a:cubicBezTo>
                    <a:pt x="338719" y="69934"/>
                    <a:pt x="359043" y="45028"/>
                    <a:pt x="394506" y="45028"/>
                  </a:cubicBezTo>
                  <a:cubicBezTo>
                    <a:pt x="413035" y="45028"/>
                    <a:pt x="427981" y="52799"/>
                    <a:pt x="437350" y="65152"/>
                  </a:cubicBezTo>
                  <a:lnTo>
                    <a:pt x="412642" y="83881"/>
                  </a:lnTo>
                  <a:cubicBezTo>
                    <a:pt x="409052" y="78701"/>
                    <a:pt x="402881" y="74715"/>
                    <a:pt x="394113" y="74715"/>
                  </a:cubicBezTo>
                  <a:cubicBezTo>
                    <a:pt x="381163" y="74715"/>
                    <a:pt x="371593" y="84478"/>
                    <a:pt x="371593" y="99222"/>
                  </a:cubicBezTo>
                  <a:cubicBezTo>
                    <a:pt x="371593" y="114166"/>
                    <a:pt x="381163" y="123729"/>
                    <a:pt x="394706" y="123729"/>
                  </a:cubicBezTo>
                  <a:close/>
                  <a:moveTo>
                    <a:pt x="453816" y="149431"/>
                  </a:moveTo>
                  <a:lnTo>
                    <a:pt x="453816" y="0"/>
                  </a:lnTo>
                  <a:lnTo>
                    <a:pt x="485496" y="0"/>
                  </a:lnTo>
                  <a:lnTo>
                    <a:pt x="485496" y="54592"/>
                  </a:lnTo>
                  <a:cubicBezTo>
                    <a:pt x="492067" y="49014"/>
                    <a:pt x="500434" y="45028"/>
                    <a:pt x="512191" y="45028"/>
                  </a:cubicBezTo>
                  <a:cubicBezTo>
                    <a:pt x="533509" y="45028"/>
                    <a:pt x="551044" y="59971"/>
                    <a:pt x="551044" y="90456"/>
                  </a:cubicBezTo>
                  <a:lnTo>
                    <a:pt x="551044" y="149431"/>
                  </a:lnTo>
                  <a:lnTo>
                    <a:pt x="519163" y="149431"/>
                  </a:lnTo>
                  <a:lnTo>
                    <a:pt x="519163" y="91850"/>
                  </a:lnTo>
                  <a:cubicBezTo>
                    <a:pt x="519163" y="81689"/>
                    <a:pt x="513786" y="74715"/>
                    <a:pt x="503624" y="74715"/>
                  </a:cubicBezTo>
                  <a:cubicBezTo>
                    <a:pt x="492468" y="74715"/>
                    <a:pt x="487483" y="83482"/>
                    <a:pt x="485496" y="86869"/>
                  </a:cubicBezTo>
                  <a:lnTo>
                    <a:pt x="485496" y="149431"/>
                  </a:lnTo>
                  <a:lnTo>
                    <a:pt x="453816" y="149431"/>
                  </a:lnTo>
                  <a:close/>
                  <a:moveTo>
                    <a:pt x="671977" y="133292"/>
                  </a:moveTo>
                  <a:cubicBezTo>
                    <a:pt x="662408" y="145845"/>
                    <a:pt x="646668" y="153416"/>
                    <a:pt x="627346" y="153416"/>
                  </a:cubicBezTo>
                  <a:cubicBezTo>
                    <a:pt x="590481" y="153416"/>
                    <a:pt x="570958" y="128511"/>
                    <a:pt x="570958" y="99222"/>
                  </a:cubicBezTo>
                  <a:cubicBezTo>
                    <a:pt x="570958" y="70133"/>
                    <a:pt x="589086" y="45028"/>
                    <a:pt x="623163" y="45028"/>
                  </a:cubicBezTo>
                  <a:cubicBezTo>
                    <a:pt x="651653" y="45028"/>
                    <a:pt x="670382" y="63956"/>
                    <a:pt x="670382" y="91252"/>
                  </a:cubicBezTo>
                  <a:cubicBezTo>
                    <a:pt x="670382" y="98027"/>
                    <a:pt x="669380" y="104403"/>
                    <a:pt x="668386" y="107989"/>
                  </a:cubicBezTo>
                  <a:lnTo>
                    <a:pt x="603432" y="107989"/>
                  </a:lnTo>
                  <a:cubicBezTo>
                    <a:pt x="606421" y="121537"/>
                    <a:pt x="615188" y="125123"/>
                    <a:pt x="627146" y="125123"/>
                  </a:cubicBezTo>
                  <a:cubicBezTo>
                    <a:pt x="636707" y="125123"/>
                    <a:pt x="645073" y="121338"/>
                    <a:pt x="649657" y="115560"/>
                  </a:cubicBezTo>
                  <a:lnTo>
                    <a:pt x="671977" y="133292"/>
                  </a:lnTo>
                  <a:close/>
                  <a:moveTo>
                    <a:pt x="622361" y="70532"/>
                  </a:moveTo>
                  <a:cubicBezTo>
                    <a:pt x="612199" y="70532"/>
                    <a:pt x="606028" y="75513"/>
                    <a:pt x="603632" y="85674"/>
                  </a:cubicBezTo>
                  <a:lnTo>
                    <a:pt x="639696" y="85674"/>
                  </a:lnTo>
                  <a:cubicBezTo>
                    <a:pt x="639295" y="78899"/>
                    <a:pt x="634118" y="70532"/>
                    <a:pt x="622361" y="70532"/>
                  </a:cubicBezTo>
                  <a:close/>
                </a:path>
              </a:pathLst>
            </a:custGeom>
            <a:solidFill>
              <a:srgbClr val="417DC4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2086438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CEECE-80BD-24F5-29ED-51D02A8DC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922595D-B49E-4187-3566-440EF1D1B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6452" y="104580"/>
            <a:ext cx="1552051" cy="758533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3AA7DA23-AC46-53C2-5481-F11CF1FF75EA}"/>
              </a:ext>
            </a:extLst>
          </p:cNvPr>
          <p:cNvSpPr/>
          <p:nvPr/>
        </p:nvSpPr>
        <p:spPr>
          <a:xfrm>
            <a:off x="609600" y="220222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1A1A1A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Aides </a:t>
            </a:r>
            <a:r>
              <a:rPr lang="en-US" sz="3733" b="1" dirty="0" err="1">
                <a:solidFill>
                  <a:srgbClr val="1A1A1A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financières</a:t>
            </a:r>
            <a:r>
              <a:rPr lang="en-US" sz="3733" b="1" dirty="0">
                <a:solidFill>
                  <a:srgbClr val="1A1A1A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 et </a:t>
            </a:r>
            <a:r>
              <a:rPr lang="en-US" sz="3733" b="1" dirty="0" err="1">
                <a:solidFill>
                  <a:srgbClr val="1A1A1A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en</a:t>
            </a:r>
            <a:r>
              <a:rPr lang="en-US" sz="3733" b="1" dirty="0">
                <a:solidFill>
                  <a:srgbClr val="1A1A1A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733" b="1" dirty="0" err="1">
                <a:solidFill>
                  <a:srgbClr val="1A1A1A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ingénierie</a:t>
            </a:r>
            <a:endParaRPr lang="en-US" sz="3733" dirty="0"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02F78CA-65FF-9043-6070-1584BC6D4D54}"/>
              </a:ext>
            </a:extLst>
          </p:cNvPr>
          <p:cNvSpPr/>
          <p:nvPr/>
        </p:nvSpPr>
        <p:spPr>
          <a:xfrm>
            <a:off x="609600" y="3080044"/>
            <a:ext cx="731520" cy="4876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 sz="2400"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328B9A3-CC8F-11E9-FAB1-0824EF7E88D7}"/>
              </a:ext>
            </a:extLst>
          </p:cNvPr>
          <p:cNvSpPr/>
          <p:nvPr/>
        </p:nvSpPr>
        <p:spPr>
          <a:xfrm>
            <a:off x="609600" y="3398401"/>
            <a:ext cx="10972800" cy="2879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 err="1">
                <a:solidFill>
                  <a:srgbClr val="5C5C5C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Dispositifs</a:t>
            </a:r>
            <a:r>
              <a:rPr lang="en-US" sz="1600" dirty="0">
                <a:solidFill>
                  <a:srgbClr val="5C5C5C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5C5C5C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mobilisables</a:t>
            </a:r>
            <a:endParaRPr lang="en-US" sz="1600" dirty="0">
              <a:latin typeface="Marianne" panose="02000000000000000000" pitchFamily="50" charset="0"/>
            </a:endParaRPr>
          </a:p>
        </p:txBody>
      </p:sp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A3CAC41A-66B0-361D-B372-62D87EE7A9F8}"/>
              </a:ext>
            </a:extLst>
          </p:cNvPr>
          <p:cNvCxnSpPr>
            <a:cxnSpLocks/>
          </p:cNvCxnSpPr>
          <p:nvPr/>
        </p:nvCxnSpPr>
        <p:spPr>
          <a:xfrm>
            <a:off x="576263" y="6512991"/>
            <a:ext cx="1161573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3">
            <a:extLst>
              <a:ext uri="{FF2B5EF4-FFF2-40B4-BE49-F238E27FC236}">
                <a16:creationId xmlns:a16="http://schemas.microsoft.com/office/drawing/2014/main" id="{515558A7-65FA-3B23-4336-CA7CF66783E3}"/>
              </a:ext>
            </a:extLst>
          </p:cNvPr>
          <p:cNvSpPr/>
          <p:nvPr/>
        </p:nvSpPr>
        <p:spPr>
          <a:xfrm>
            <a:off x="576263" y="6598217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A0A0A0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Données issues de Plus fraîche ma ville (ADEME)</a:t>
            </a:r>
            <a:endParaRPr lang="en-US" sz="1000"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200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D5EDA-690E-3CC6-C42C-06C82CED1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41D3F-C0C4-D64F-E9FD-151DD76BD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263" y="345395"/>
            <a:ext cx="9706989" cy="615294"/>
          </a:xfrm>
        </p:spPr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en-US" sz="3200" dirty="0">
                <a:latin typeface="Marianne" panose="02000000000000000000" pitchFamily="50" charset="0"/>
              </a:rPr>
              <a:t>Aides </a:t>
            </a:r>
            <a:r>
              <a:rPr lang="en-US" sz="3200" dirty="0" err="1">
                <a:latin typeface="Marianne" panose="02000000000000000000" pitchFamily="50" charset="0"/>
              </a:rPr>
              <a:t>financières</a:t>
            </a:r>
            <a:r>
              <a:rPr lang="en-US" sz="3200" dirty="0">
                <a:latin typeface="Marianne" panose="02000000000000000000" pitchFamily="50" charset="0"/>
              </a:rPr>
              <a:t> et </a:t>
            </a:r>
            <a:r>
              <a:rPr lang="en-US" sz="3200" dirty="0" err="1">
                <a:latin typeface="Marianne" panose="02000000000000000000" pitchFamily="50" charset="0"/>
              </a:rPr>
              <a:t>en</a:t>
            </a:r>
            <a:r>
              <a:rPr lang="en-US" sz="3200" dirty="0">
                <a:latin typeface="Marianne" panose="02000000000000000000" pitchFamily="50" charset="0"/>
              </a:rPr>
              <a:t> </a:t>
            </a:r>
            <a:r>
              <a:rPr lang="en-US" sz="3200" dirty="0" err="1">
                <a:latin typeface="Marianne" panose="02000000000000000000" pitchFamily="50" charset="0"/>
              </a:rPr>
              <a:t>ingénierie</a:t>
            </a:r>
            <a:r>
              <a:rPr lang="en-US" sz="3200" dirty="0">
                <a:latin typeface="Marianne" panose="02000000000000000000" pitchFamily="50" charset="0"/>
              </a:rPr>
              <a:t> </a:t>
            </a:r>
            <a:r>
              <a:rPr lang="en-US" sz="3200" dirty="0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{{</a:t>
            </a:r>
            <a:r>
              <a:rPr lang="en-US" sz="3200" dirty="0" err="1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pagination_aides</a:t>
            </a:r>
            <a:r>
              <a:rPr lang="en-US" sz="3200" dirty="0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}}</a:t>
            </a:r>
            <a:endParaRPr lang="en-US" sz="3200" dirty="0">
              <a:latin typeface="Marianne" panose="02000000000000000000" pitchFamily="50" charset="0"/>
            </a:endParaRPr>
          </a:p>
        </p:txBody>
      </p:sp>
      <p:sp>
        <p:nvSpPr>
          <p:cNvPr id="33" name="zone_aide">
            <a:extLst>
              <a:ext uri="{FF2B5EF4-FFF2-40B4-BE49-F238E27FC236}">
                <a16:creationId xmlns:a16="http://schemas.microsoft.com/office/drawing/2014/main" id="{3A009836-E679-1A4E-868D-C41048F4DF96}"/>
              </a:ext>
            </a:extLst>
          </p:cNvPr>
          <p:cNvSpPr/>
          <p:nvPr/>
        </p:nvSpPr>
        <p:spPr>
          <a:xfrm>
            <a:off x="576263" y="1359255"/>
            <a:ext cx="10187280" cy="4922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>
              <a:lnSpc>
                <a:spcPts val="1800"/>
              </a:lnSpc>
              <a:spcBef>
                <a:spcPts val="2500"/>
              </a:spcBef>
              <a:buFont typeface="Arial" panose="020B0604020202020204" pitchFamily="34" charset="0"/>
              <a:buChar char="•"/>
            </a:pPr>
            <a:r>
              <a:rPr lang="en-US" sz="1400" b="1" dirty="0">
                <a:latin typeface="Marianne" panose="02000000000000000000" pitchFamily="50" charset="0"/>
              </a:rPr>
              <a:t>{{</a:t>
            </a:r>
            <a:r>
              <a:rPr lang="en-US" sz="1400" b="1" dirty="0" err="1">
                <a:latin typeface="Marianne" panose="02000000000000000000" pitchFamily="50" charset="0"/>
              </a:rPr>
              <a:t>aide_nom</a:t>
            </a:r>
            <a:r>
              <a:rPr lang="en-US" sz="1400" b="1" dirty="0">
                <a:latin typeface="Marianne" panose="02000000000000000000" pitchFamily="50" charset="0"/>
              </a:rPr>
              <a:t>}}</a:t>
            </a:r>
            <a:br>
              <a:rPr lang="en-US" sz="1400" b="1" dirty="0">
                <a:latin typeface="Marianne" panose="02000000000000000000" pitchFamily="50" charset="0"/>
              </a:rPr>
            </a:b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</a:rPr>
              <a:t>{{</a:t>
            </a:r>
            <a:r>
              <a:rPr lang="en-US" sz="11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</a:rPr>
              <a:t>aide_type</a:t>
            </a:r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</a:rPr>
              <a:t>}}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Porteur</a:t>
            </a:r>
            <a:r>
              <a:rPr lang="en-US" sz="1100" dirty="0">
                <a:solidFill>
                  <a:srgbClr val="5C5C5C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 : {{</a:t>
            </a:r>
            <a:r>
              <a:rPr lang="en-US" sz="1100" dirty="0" err="1">
                <a:solidFill>
                  <a:srgbClr val="5C5C5C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aide_financiers</a:t>
            </a:r>
            <a:r>
              <a:rPr lang="en-US" sz="1100" dirty="0">
                <a:solidFill>
                  <a:srgbClr val="5C5C5C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}}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b="1" dirty="0" err="1">
                <a:solidFill>
                  <a:srgbClr val="5C5C5C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Échéance</a:t>
            </a:r>
            <a:r>
              <a:rPr lang="en-US" sz="1100" dirty="0">
                <a:solidFill>
                  <a:srgbClr val="5C5C5C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 : {{</a:t>
            </a:r>
            <a:r>
              <a:rPr lang="en-US" sz="1100" dirty="0" err="1">
                <a:solidFill>
                  <a:srgbClr val="5C5C5C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aide_echeance</a:t>
            </a:r>
            <a:r>
              <a:rPr lang="en-US" sz="1100" dirty="0">
                <a:solidFill>
                  <a:srgbClr val="5C5C5C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}}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5C5C5C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  <a:hlinkClick r:id="rId2" action="ppaction://hlinkfile"/>
              </a:rPr>
              <a:t>{{</a:t>
            </a:r>
            <a:r>
              <a:rPr lang="en-US" sz="1100" dirty="0" err="1">
                <a:solidFill>
                  <a:srgbClr val="5C5C5C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  <a:hlinkClick r:id="rId2" action="ppaction://hlinkfile"/>
              </a:rPr>
              <a:t>aide_lien</a:t>
            </a:r>
            <a:r>
              <a:rPr lang="en-US" sz="1100" dirty="0">
                <a:solidFill>
                  <a:srgbClr val="5C5C5C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  <a:hlinkClick r:id="rId2" action="ppaction://hlinkfile"/>
              </a:rPr>
              <a:t>}}</a:t>
            </a:r>
            <a:endParaRPr lang="en-US" sz="1100" dirty="0">
              <a:solidFill>
                <a:srgbClr val="5C5C5C"/>
              </a:solidFill>
              <a:latin typeface="Marianne" panose="02000000000000000000" pitchFamily="50" charset="0"/>
              <a:ea typeface="Calibri" pitchFamily="34" charset="-122"/>
              <a:cs typeface="Calibri" pitchFamily="34" charset="-120"/>
            </a:endParaRPr>
          </a:p>
        </p:txBody>
      </p: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4372EE40-FFB9-5091-F127-1A16325D4B91}"/>
              </a:ext>
            </a:extLst>
          </p:cNvPr>
          <p:cNvCxnSpPr>
            <a:cxnSpLocks/>
          </p:cNvCxnSpPr>
          <p:nvPr/>
        </p:nvCxnSpPr>
        <p:spPr>
          <a:xfrm>
            <a:off x="576263" y="6512991"/>
            <a:ext cx="1161573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 3">
            <a:extLst>
              <a:ext uri="{FF2B5EF4-FFF2-40B4-BE49-F238E27FC236}">
                <a16:creationId xmlns:a16="http://schemas.microsoft.com/office/drawing/2014/main" id="{380279C3-3129-980B-2687-34A5CF7BD239}"/>
              </a:ext>
            </a:extLst>
          </p:cNvPr>
          <p:cNvSpPr/>
          <p:nvPr/>
        </p:nvSpPr>
        <p:spPr>
          <a:xfrm>
            <a:off x="576263" y="6598217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A0A0A0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Données issues de Plus fraîche ma ville (ADEME)</a:t>
            </a:r>
            <a:endParaRPr lang="en-US" sz="1000">
              <a:latin typeface="Marianne" panose="02000000000000000000" pitchFamily="50" charset="0"/>
            </a:endParaRPr>
          </a:p>
        </p:txBody>
      </p: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023BEAE7-454A-8F1A-3121-9FE3AF0D1D26}"/>
              </a:ext>
            </a:extLst>
          </p:cNvPr>
          <p:cNvCxnSpPr>
            <a:cxnSpLocks/>
          </p:cNvCxnSpPr>
          <p:nvPr/>
        </p:nvCxnSpPr>
        <p:spPr>
          <a:xfrm>
            <a:off x="576263" y="960689"/>
            <a:ext cx="1161573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aphique 7">
            <a:extLst>
              <a:ext uri="{FF2B5EF4-FFF2-40B4-BE49-F238E27FC236}">
                <a16:creationId xmlns:a16="http://schemas.microsoft.com/office/drawing/2014/main" id="{C6F75706-2378-6E04-A97B-FCA509150523}"/>
              </a:ext>
            </a:extLst>
          </p:cNvPr>
          <p:cNvGrpSpPr/>
          <p:nvPr/>
        </p:nvGrpSpPr>
        <p:grpSpPr>
          <a:xfrm>
            <a:off x="10659199" y="183863"/>
            <a:ext cx="1333272" cy="561489"/>
            <a:chOff x="10659199" y="183863"/>
            <a:chExt cx="1333272" cy="561489"/>
          </a:xfrm>
        </p:grpSpPr>
        <p:sp>
          <p:nvSpPr>
            <p:cNvPr id="5" name="Forme libre : forme 4">
              <a:extLst>
                <a:ext uri="{FF2B5EF4-FFF2-40B4-BE49-F238E27FC236}">
                  <a16:creationId xmlns:a16="http://schemas.microsoft.com/office/drawing/2014/main" id="{6ED1B1B9-F674-85AA-A51E-D527AB2B275A}"/>
                </a:ext>
              </a:extLst>
            </p:cNvPr>
            <p:cNvSpPr/>
            <p:nvPr/>
          </p:nvSpPr>
          <p:spPr>
            <a:xfrm>
              <a:off x="10877319" y="183863"/>
              <a:ext cx="342519" cy="338206"/>
            </a:xfrm>
            <a:custGeom>
              <a:avLst/>
              <a:gdLst>
                <a:gd name="connsiteX0" fmla="*/ 287037 w 342519"/>
                <a:gd name="connsiteY0" fmla="*/ 228581 h 338206"/>
                <a:gd name="connsiteX1" fmla="*/ 287037 w 342519"/>
                <a:gd name="connsiteY1" fmla="*/ 228470 h 338206"/>
                <a:gd name="connsiteX2" fmla="*/ 166428 w 342519"/>
                <a:gd name="connsiteY2" fmla="*/ 228470 h 338206"/>
                <a:gd name="connsiteX3" fmla="*/ 110952 w 342519"/>
                <a:gd name="connsiteY3" fmla="*/ 173654 h 338206"/>
                <a:gd name="connsiteX4" fmla="*/ 110952 w 342519"/>
                <a:gd name="connsiteY4" fmla="*/ 54816 h 338206"/>
                <a:gd name="connsiteX5" fmla="*/ 55476 w 342519"/>
                <a:gd name="connsiteY5" fmla="*/ 0 h 338206"/>
                <a:gd name="connsiteX6" fmla="*/ 0 w 342519"/>
                <a:gd name="connsiteY6" fmla="*/ 54816 h 338206"/>
                <a:gd name="connsiteX7" fmla="*/ 109 w 342519"/>
                <a:gd name="connsiteY7" fmla="*/ 222447 h 338206"/>
                <a:gd name="connsiteX8" fmla="*/ 109 w 342519"/>
                <a:gd name="connsiteY8" fmla="*/ 251819 h 338206"/>
                <a:gd name="connsiteX9" fmla="*/ 87542 w 342519"/>
                <a:gd name="connsiteY9" fmla="*/ 338206 h 338206"/>
                <a:gd name="connsiteX10" fmla="*/ 287044 w 342519"/>
                <a:gd name="connsiteY10" fmla="*/ 338206 h 338206"/>
                <a:gd name="connsiteX11" fmla="*/ 342519 w 342519"/>
                <a:gd name="connsiteY11" fmla="*/ 283390 h 338206"/>
                <a:gd name="connsiteX12" fmla="*/ 287044 w 342519"/>
                <a:gd name="connsiteY12" fmla="*/ 228574 h 338206"/>
                <a:gd name="connsiteX13" fmla="*/ 287037 w 342519"/>
                <a:gd name="connsiteY13" fmla="*/ 228581 h 338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519" h="338206">
                  <a:moveTo>
                    <a:pt x="287037" y="228581"/>
                  </a:moveTo>
                  <a:lnTo>
                    <a:pt x="287037" y="228470"/>
                  </a:lnTo>
                  <a:lnTo>
                    <a:pt x="166428" y="228470"/>
                  </a:lnTo>
                  <a:cubicBezTo>
                    <a:pt x="135803" y="228470"/>
                    <a:pt x="110952" y="203912"/>
                    <a:pt x="110952" y="173654"/>
                  </a:cubicBezTo>
                  <a:lnTo>
                    <a:pt x="110952" y="54816"/>
                  </a:lnTo>
                  <a:cubicBezTo>
                    <a:pt x="110952" y="24558"/>
                    <a:pt x="86100" y="0"/>
                    <a:pt x="55476" y="0"/>
                  </a:cubicBezTo>
                  <a:cubicBezTo>
                    <a:pt x="24851" y="0"/>
                    <a:pt x="0" y="24558"/>
                    <a:pt x="0" y="54816"/>
                  </a:cubicBezTo>
                  <a:lnTo>
                    <a:pt x="109" y="222447"/>
                  </a:lnTo>
                  <a:lnTo>
                    <a:pt x="109" y="251819"/>
                  </a:lnTo>
                  <a:cubicBezTo>
                    <a:pt x="109" y="299512"/>
                    <a:pt x="39274" y="338206"/>
                    <a:pt x="87542" y="338206"/>
                  </a:cubicBezTo>
                  <a:lnTo>
                    <a:pt x="287044" y="338206"/>
                  </a:lnTo>
                  <a:cubicBezTo>
                    <a:pt x="317668" y="338206"/>
                    <a:pt x="342519" y="313648"/>
                    <a:pt x="342519" y="283390"/>
                  </a:cubicBezTo>
                  <a:cubicBezTo>
                    <a:pt x="342519" y="253132"/>
                    <a:pt x="317668" y="228574"/>
                    <a:pt x="287044" y="228574"/>
                  </a:cubicBezTo>
                  <a:lnTo>
                    <a:pt x="287037" y="228581"/>
                  </a:lnTo>
                  <a:close/>
                </a:path>
              </a:pathLst>
            </a:custGeom>
            <a:solidFill>
              <a:srgbClr val="417DC4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6" name="Forme libre : forme 5">
              <a:extLst>
                <a:ext uri="{FF2B5EF4-FFF2-40B4-BE49-F238E27FC236}">
                  <a16:creationId xmlns:a16="http://schemas.microsoft.com/office/drawing/2014/main" id="{17281BC7-0866-73C5-2A5F-A5712680794B}"/>
                </a:ext>
              </a:extLst>
            </p:cNvPr>
            <p:cNvSpPr/>
            <p:nvPr/>
          </p:nvSpPr>
          <p:spPr>
            <a:xfrm>
              <a:off x="10892183" y="523615"/>
              <a:ext cx="108630" cy="221737"/>
            </a:xfrm>
            <a:custGeom>
              <a:avLst/>
              <a:gdLst>
                <a:gd name="connsiteX0" fmla="*/ 81928 w 108630"/>
                <a:gd name="connsiteY0" fmla="*/ 21632 h 221737"/>
                <a:gd name="connsiteX1" fmla="*/ 0 w 108630"/>
                <a:gd name="connsiteY1" fmla="*/ 0 h 221737"/>
                <a:gd name="connsiteX2" fmla="*/ 0 w 108630"/>
                <a:gd name="connsiteY2" fmla="*/ 167424 h 221737"/>
                <a:gd name="connsiteX3" fmla="*/ 54315 w 108630"/>
                <a:gd name="connsiteY3" fmla="*/ 221738 h 221737"/>
                <a:gd name="connsiteX4" fmla="*/ 108630 w 108630"/>
                <a:gd name="connsiteY4" fmla="*/ 167424 h 221737"/>
                <a:gd name="connsiteX5" fmla="*/ 108630 w 108630"/>
                <a:gd name="connsiteY5" fmla="*/ 21626 h 221737"/>
                <a:gd name="connsiteX6" fmla="*/ 81928 w 108630"/>
                <a:gd name="connsiteY6" fmla="*/ 21626 h 221737"/>
                <a:gd name="connsiteX7" fmla="*/ 81928 w 108630"/>
                <a:gd name="connsiteY7" fmla="*/ 21632 h 221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8630" h="221737">
                  <a:moveTo>
                    <a:pt x="81928" y="21632"/>
                  </a:moveTo>
                  <a:cubicBezTo>
                    <a:pt x="45763" y="21632"/>
                    <a:pt x="18939" y="14362"/>
                    <a:pt x="0" y="0"/>
                  </a:cubicBezTo>
                  <a:lnTo>
                    <a:pt x="0" y="167424"/>
                  </a:lnTo>
                  <a:cubicBezTo>
                    <a:pt x="0" y="197419"/>
                    <a:pt x="24320" y="221738"/>
                    <a:pt x="54315" y="221738"/>
                  </a:cubicBezTo>
                  <a:cubicBezTo>
                    <a:pt x="84311" y="221738"/>
                    <a:pt x="108630" y="197419"/>
                    <a:pt x="108630" y="167424"/>
                  </a:cubicBezTo>
                  <a:lnTo>
                    <a:pt x="108630" y="21626"/>
                  </a:lnTo>
                  <a:lnTo>
                    <a:pt x="81928" y="21626"/>
                  </a:lnTo>
                  <a:lnTo>
                    <a:pt x="81928" y="21632"/>
                  </a:lnTo>
                  <a:close/>
                </a:path>
              </a:pathLst>
            </a:custGeom>
            <a:solidFill>
              <a:srgbClr val="FCC63A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49983CA4-E854-DC64-9A0B-9F8B97FCA1F8}"/>
                </a:ext>
              </a:extLst>
            </p:cNvPr>
            <p:cNvSpPr/>
            <p:nvPr/>
          </p:nvSpPr>
          <p:spPr>
            <a:xfrm>
              <a:off x="10659199" y="406603"/>
              <a:ext cx="223576" cy="108630"/>
            </a:xfrm>
            <a:custGeom>
              <a:avLst/>
              <a:gdLst>
                <a:gd name="connsiteX0" fmla="*/ 195824 w 223576"/>
                <a:gd name="connsiteY0" fmla="*/ 18120 h 108630"/>
                <a:gd name="connsiteX1" fmla="*/ 195824 w 223576"/>
                <a:gd name="connsiteY1" fmla="*/ 0 h 108630"/>
                <a:gd name="connsiteX2" fmla="*/ 54315 w 223576"/>
                <a:gd name="connsiteY2" fmla="*/ 0 h 108630"/>
                <a:gd name="connsiteX3" fmla="*/ 0 w 223576"/>
                <a:gd name="connsiteY3" fmla="*/ 54315 h 108630"/>
                <a:gd name="connsiteX4" fmla="*/ 54315 w 223576"/>
                <a:gd name="connsiteY4" fmla="*/ 108630 h 108630"/>
                <a:gd name="connsiteX5" fmla="*/ 223577 w 223576"/>
                <a:gd name="connsiteY5" fmla="*/ 108630 h 108630"/>
                <a:gd name="connsiteX6" fmla="*/ 195824 w 223576"/>
                <a:gd name="connsiteY6" fmla="*/ 18120 h 108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3576" h="108630">
                  <a:moveTo>
                    <a:pt x="195824" y="18120"/>
                  </a:moveTo>
                  <a:lnTo>
                    <a:pt x="195824" y="0"/>
                  </a:lnTo>
                  <a:lnTo>
                    <a:pt x="54315" y="0"/>
                  </a:lnTo>
                  <a:cubicBezTo>
                    <a:pt x="24320" y="0"/>
                    <a:pt x="0" y="24319"/>
                    <a:pt x="0" y="54315"/>
                  </a:cubicBezTo>
                  <a:cubicBezTo>
                    <a:pt x="0" y="84310"/>
                    <a:pt x="24320" y="108630"/>
                    <a:pt x="54315" y="108630"/>
                  </a:cubicBezTo>
                  <a:lnTo>
                    <a:pt x="223577" y="108630"/>
                  </a:lnTo>
                  <a:cubicBezTo>
                    <a:pt x="204248" y="88440"/>
                    <a:pt x="195824" y="58170"/>
                    <a:pt x="195824" y="18120"/>
                  </a:cubicBezTo>
                  <a:close/>
                </a:path>
              </a:pathLst>
            </a:custGeom>
            <a:solidFill>
              <a:srgbClr val="F25255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66F7F7CA-6344-6368-27E4-FE8D164566C0}"/>
                </a:ext>
              </a:extLst>
            </p:cNvPr>
            <p:cNvSpPr/>
            <p:nvPr/>
          </p:nvSpPr>
          <p:spPr>
            <a:xfrm>
              <a:off x="11319644" y="190969"/>
              <a:ext cx="672826" cy="552695"/>
            </a:xfrm>
            <a:custGeom>
              <a:avLst/>
              <a:gdLst>
                <a:gd name="connsiteX0" fmla="*/ 4474 w 672826"/>
                <a:gd name="connsiteY0" fmla="*/ 139817 h 552695"/>
                <a:gd name="connsiteX1" fmla="*/ 4474 w 672826"/>
                <a:gd name="connsiteY1" fmla="*/ 9321 h 552695"/>
                <a:gd name="connsiteX2" fmla="*/ 44555 w 672826"/>
                <a:gd name="connsiteY2" fmla="*/ 9321 h 552695"/>
                <a:gd name="connsiteX3" fmla="*/ 88737 w 672826"/>
                <a:gd name="connsiteY3" fmla="*/ 46978 h 552695"/>
                <a:gd name="connsiteX4" fmla="*/ 44555 w 672826"/>
                <a:gd name="connsiteY4" fmla="*/ 84636 h 552695"/>
                <a:gd name="connsiteX5" fmla="*/ 25726 w 672826"/>
                <a:gd name="connsiteY5" fmla="*/ 84636 h 552695"/>
                <a:gd name="connsiteX6" fmla="*/ 25726 w 672826"/>
                <a:gd name="connsiteY6" fmla="*/ 139817 h 552695"/>
                <a:gd name="connsiteX7" fmla="*/ 4474 w 672826"/>
                <a:gd name="connsiteY7" fmla="*/ 139817 h 552695"/>
                <a:gd name="connsiteX8" fmla="*/ 45488 w 672826"/>
                <a:gd name="connsiteY8" fmla="*/ 27404 h 552695"/>
                <a:gd name="connsiteX9" fmla="*/ 25726 w 672826"/>
                <a:gd name="connsiteY9" fmla="*/ 27404 h 552695"/>
                <a:gd name="connsiteX10" fmla="*/ 25726 w 672826"/>
                <a:gd name="connsiteY10" fmla="*/ 66553 h 552695"/>
                <a:gd name="connsiteX11" fmla="*/ 45488 w 672826"/>
                <a:gd name="connsiteY11" fmla="*/ 66553 h 552695"/>
                <a:gd name="connsiteX12" fmla="*/ 66553 w 672826"/>
                <a:gd name="connsiteY12" fmla="*/ 46606 h 552695"/>
                <a:gd name="connsiteX13" fmla="*/ 45488 w 672826"/>
                <a:gd name="connsiteY13" fmla="*/ 27404 h 552695"/>
                <a:gd name="connsiteX14" fmla="*/ 110528 w 672826"/>
                <a:gd name="connsiteY14" fmla="*/ 139817 h 552695"/>
                <a:gd name="connsiteX15" fmla="*/ 110528 w 672826"/>
                <a:gd name="connsiteY15" fmla="*/ 0 h 552695"/>
                <a:gd name="connsiteX16" fmla="*/ 129730 w 672826"/>
                <a:gd name="connsiteY16" fmla="*/ 0 h 552695"/>
                <a:gd name="connsiteX17" fmla="*/ 129730 w 672826"/>
                <a:gd name="connsiteY17" fmla="*/ 139817 h 552695"/>
                <a:gd name="connsiteX18" fmla="*/ 110528 w 672826"/>
                <a:gd name="connsiteY18" fmla="*/ 139817 h 552695"/>
                <a:gd name="connsiteX19" fmla="*/ 225825 w 672826"/>
                <a:gd name="connsiteY19" fmla="*/ 99550 h 552695"/>
                <a:gd name="connsiteX20" fmla="*/ 225825 w 672826"/>
                <a:gd name="connsiteY20" fmla="*/ 45860 h 552695"/>
                <a:gd name="connsiteX21" fmla="*/ 245214 w 672826"/>
                <a:gd name="connsiteY21" fmla="*/ 45860 h 552695"/>
                <a:gd name="connsiteX22" fmla="*/ 245214 w 672826"/>
                <a:gd name="connsiteY22" fmla="*/ 98617 h 552695"/>
                <a:gd name="connsiteX23" fmla="*/ 202713 w 672826"/>
                <a:gd name="connsiteY23" fmla="*/ 143545 h 552695"/>
                <a:gd name="connsiteX24" fmla="*/ 160021 w 672826"/>
                <a:gd name="connsiteY24" fmla="*/ 98617 h 552695"/>
                <a:gd name="connsiteX25" fmla="*/ 160021 w 672826"/>
                <a:gd name="connsiteY25" fmla="*/ 45860 h 552695"/>
                <a:gd name="connsiteX26" fmla="*/ 179408 w 672826"/>
                <a:gd name="connsiteY26" fmla="*/ 45860 h 552695"/>
                <a:gd name="connsiteX27" fmla="*/ 179408 w 672826"/>
                <a:gd name="connsiteY27" fmla="*/ 99550 h 552695"/>
                <a:gd name="connsiteX28" fmla="*/ 202713 w 672826"/>
                <a:gd name="connsiteY28" fmla="*/ 125462 h 552695"/>
                <a:gd name="connsiteX29" fmla="*/ 225825 w 672826"/>
                <a:gd name="connsiteY29" fmla="*/ 99550 h 552695"/>
                <a:gd name="connsiteX30" fmla="*/ 265463 w 672826"/>
                <a:gd name="connsiteY30" fmla="*/ 126580 h 552695"/>
                <a:gd name="connsiteX31" fmla="*/ 278698 w 672826"/>
                <a:gd name="connsiteY31" fmla="*/ 115022 h 552695"/>
                <a:gd name="connsiteX32" fmla="*/ 301627 w 672826"/>
                <a:gd name="connsiteY32" fmla="*/ 127886 h 552695"/>
                <a:gd name="connsiteX33" fmla="*/ 315797 w 672826"/>
                <a:gd name="connsiteY33" fmla="*/ 115209 h 552695"/>
                <a:gd name="connsiteX34" fmla="*/ 269747 w 672826"/>
                <a:gd name="connsiteY34" fmla="*/ 69908 h 552695"/>
                <a:gd name="connsiteX35" fmla="*/ 301627 w 672826"/>
                <a:gd name="connsiteY35" fmla="*/ 42132 h 552695"/>
                <a:gd name="connsiteX36" fmla="*/ 334250 w 672826"/>
                <a:gd name="connsiteY36" fmla="*/ 57791 h 552695"/>
                <a:gd name="connsiteX37" fmla="*/ 321199 w 672826"/>
                <a:gd name="connsiteY37" fmla="*/ 69163 h 552695"/>
                <a:gd name="connsiteX38" fmla="*/ 301819 w 672826"/>
                <a:gd name="connsiteY38" fmla="*/ 57791 h 552695"/>
                <a:gd name="connsiteX39" fmla="*/ 288392 w 672826"/>
                <a:gd name="connsiteY39" fmla="*/ 69349 h 552695"/>
                <a:gd name="connsiteX40" fmla="*/ 334442 w 672826"/>
                <a:gd name="connsiteY40" fmla="*/ 114091 h 552695"/>
                <a:gd name="connsiteX41" fmla="*/ 301819 w 672826"/>
                <a:gd name="connsiteY41" fmla="*/ 143545 h 552695"/>
                <a:gd name="connsiteX42" fmla="*/ 265463 w 672826"/>
                <a:gd name="connsiteY42" fmla="*/ 126580 h 552695"/>
                <a:gd name="connsiteX43" fmla="*/ 0 w 672826"/>
                <a:gd name="connsiteY43" fmla="*/ 548968 h 552695"/>
                <a:gd name="connsiteX44" fmla="*/ 0 w 672826"/>
                <a:gd name="connsiteY44" fmla="*/ 455011 h 552695"/>
                <a:gd name="connsiteX45" fmla="*/ 19202 w 672826"/>
                <a:gd name="connsiteY45" fmla="*/ 455011 h 552695"/>
                <a:gd name="connsiteX46" fmla="*/ 19202 w 672826"/>
                <a:gd name="connsiteY46" fmla="*/ 463772 h 552695"/>
                <a:gd name="connsiteX47" fmla="*/ 47165 w 672826"/>
                <a:gd name="connsiteY47" fmla="*/ 451282 h 552695"/>
                <a:gd name="connsiteX48" fmla="*/ 76806 w 672826"/>
                <a:gd name="connsiteY48" fmla="*/ 468246 h 552695"/>
                <a:gd name="connsiteX49" fmla="*/ 109617 w 672826"/>
                <a:gd name="connsiteY49" fmla="*/ 451282 h 552695"/>
                <a:gd name="connsiteX50" fmla="*/ 144291 w 672826"/>
                <a:gd name="connsiteY50" fmla="*/ 490618 h 552695"/>
                <a:gd name="connsiteX51" fmla="*/ 144291 w 672826"/>
                <a:gd name="connsiteY51" fmla="*/ 548968 h 552695"/>
                <a:gd name="connsiteX52" fmla="*/ 124903 w 672826"/>
                <a:gd name="connsiteY52" fmla="*/ 548968 h 552695"/>
                <a:gd name="connsiteX53" fmla="*/ 124903 w 672826"/>
                <a:gd name="connsiteY53" fmla="*/ 491363 h 552695"/>
                <a:gd name="connsiteX54" fmla="*/ 105143 w 672826"/>
                <a:gd name="connsiteY54" fmla="*/ 469365 h 552695"/>
                <a:gd name="connsiteX55" fmla="*/ 81653 w 672826"/>
                <a:gd name="connsiteY55" fmla="*/ 485397 h 552695"/>
                <a:gd name="connsiteX56" fmla="*/ 81839 w 672826"/>
                <a:gd name="connsiteY56" fmla="*/ 490618 h 552695"/>
                <a:gd name="connsiteX57" fmla="*/ 81839 w 672826"/>
                <a:gd name="connsiteY57" fmla="*/ 548968 h 552695"/>
                <a:gd name="connsiteX58" fmla="*/ 62451 w 672826"/>
                <a:gd name="connsiteY58" fmla="*/ 548968 h 552695"/>
                <a:gd name="connsiteX59" fmla="*/ 62451 w 672826"/>
                <a:gd name="connsiteY59" fmla="*/ 491363 h 552695"/>
                <a:gd name="connsiteX60" fmla="*/ 42691 w 672826"/>
                <a:gd name="connsiteY60" fmla="*/ 469365 h 552695"/>
                <a:gd name="connsiteX61" fmla="*/ 19202 w 672826"/>
                <a:gd name="connsiteY61" fmla="*/ 485584 h 552695"/>
                <a:gd name="connsiteX62" fmla="*/ 19202 w 672826"/>
                <a:gd name="connsiteY62" fmla="*/ 548968 h 552695"/>
                <a:gd name="connsiteX63" fmla="*/ 0 w 672826"/>
                <a:gd name="connsiteY63" fmla="*/ 548968 h 552695"/>
                <a:gd name="connsiteX64" fmla="*/ 200884 w 672826"/>
                <a:gd name="connsiteY64" fmla="*/ 551764 h 552695"/>
                <a:gd name="connsiteX65" fmla="*/ 169569 w 672826"/>
                <a:gd name="connsiteY65" fmla="*/ 524546 h 552695"/>
                <a:gd name="connsiteX66" fmla="*/ 200517 w 672826"/>
                <a:gd name="connsiteY66" fmla="*/ 496769 h 552695"/>
                <a:gd name="connsiteX67" fmla="*/ 230902 w 672826"/>
                <a:gd name="connsiteY67" fmla="*/ 491736 h 552695"/>
                <a:gd name="connsiteX68" fmla="*/ 230902 w 672826"/>
                <a:gd name="connsiteY68" fmla="*/ 486889 h 552695"/>
                <a:gd name="connsiteX69" fmla="*/ 210211 w 672826"/>
                <a:gd name="connsiteY69" fmla="*/ 468246 h 552695"/>
                <a:gd name="connsiteX70" fmla="*/ 186530 w 672826"/>
                <a:gd name="connsiteY70" fmla="*/ 480550 h 552695"/>
                <a:gd name="connsiteX71" fmla="*/ 172179 w 672826"/>
                <a:gd name="connsiteY71" fmla="*/ 469551 h 552695"/>
                <a:gd name="connsiteX72" fmla="*/ 210770 w 672826"/>
                <a:gd name="connsiteY72" fmla="*/ 451282 h 552695"/>
                <a:gd name="connsiteX73" fmla="*/ 250107 w 672826"/>
                <a:gd name="connsiteY73" fmla="*/ 486889 h 552695"/>
                <a:gd name="connsiteX74" fmla="*/ 250107 w 672826"/>
                <a:gd name="connsiteY74" fmla="*/ 548968 h 552695"/>
                <a:gd name="connsiteX75" fmla="*/ 230902 w 672826"/>
                <a:gd name="connsiteY75" fmla="*/ 548968 h 552695"/>
                <a:gd name="connsiteX76" fmla="*/ 230902 w 672826"/>
                <a:gd name="connsiteY76" fmla="*/ 538341 h 552695"/>
                <a:gd name="connsiteX77" fmla="*/ 200884 w 672826"/>
                <a:gd name="connsiteY77" fmla="*/ 551764 h 552695"/>
                <a:gd name="connsiteX78" fmla="*/ 188960 w 672826"/>
                <a:gd name="connsiteY78" fmla="*/ 523801 h 552695"/>
                <a:gd name="connsiteX79" fmla="*/ 204433 w 672826"/>
                <a:gd name="connsiteY79" fmla="*/ 536104 h 552695"/>
                <a:gd name="connsiteX80" fmla="*/ 230902 w 672826"/>
                <a:gd name="connsiteY80" fmla="*/ 521564 h 552695"/>
                <a:gd name="connsiteX81" fmla="*/ 230902 w 672826"/>
                <a:gd name="connsiteY81" fmla="*/ 505345 h 552695"/>
                <a:gd name="connsiteX82" fmla="*/ 205552 w 672826"/>
                <a:gd name="connsiteY82" fmla="*/ 509632 h 552695"/>
                <a:gd name="connsiteX83" fmla="*/ 188960 w 672826"/>
                <a:gd name="connsiteY83" fmla="*/ 523801 h 552695"/>
                <a:gd name="connsiteX84" fmla="*/ 318519 w 672826"/>
                <a:gd name="connsiteY84" fmla="*/ 455011 h 552695"/>
                <a:gd name="connsiteX85" fmla="*/ 339210 w 672826"/>
                <a:gd name="connsiteY85" fmla="*/ 455011 h 552695"/>
                <a:gd name="connsiteX86" fmla="*/ 366799 w 672826"/>
                <a:gd name="connsiteY86" fmla="*/ 528088 h 552695"/>
                <a:gd name="connsiteX87" fmla="*/ 394204 w 672826"/>
                <a:gd name="connsiteY87" fmla="*/ 455011 h 552695"/>
                <a:gd name="connsiteX88" fmla="*/ 415087 w 672826"/>
                <a:gd name="connsiteY88" fmla="*/ 455011 h 552695"/>
                <a:gd name="connsiteX89" fmla="*/ 379474 w 672826"/>
                <a:gd name="connsiteY89" fmla="*/ 548968 h 552695"/>
                <a:gd name="connsiteX90" fmla="*/ 353940 w 672826"/>
                <a:gd name="connsiteY90" fmla="*/ 548968 h 552695"/>
                <a:gd name="connsiteX91" fmla="*/ 318519 w 672826"/>
                <a:gd name="connsiteY91" fmla="*/ 455011 h 552695"/>
                <a:gd name="connsiteX92" fmla="*/ 443068 w 672826"/>
                <a:gd name="connsiteY92" fmla="*/ 434132 h 552695"/>
                <a:gd name="connsiteX93" fmla="*/ 430017 w 672826"/>
                <a:gd name="connsiteY93" fmla="*/ 421082 h 552695"/>
                <a:gd name="connsiteX94" fmla="*/ 443068 w 672826"/>
                <a:gd name="connsiteY94" fmla="*/ 408032 h 552695"/>
                <a:gd name="connsiteX95" fmla="*/ 456119 w 672826"/>
                <a:gd name="connsiteY95" fmla="*/ 421082 h 552695"/>
                <a:gd name="connsiteX96" fmla="*/ 443068 w 672826"/>
                <a:gd name="connsiteY96" fmla="*/ 434132 h 552695"/>
                <a:gd name="connsiteX97" fmla="*/ 433374 w 672826"/>
                <a:gd name="connsiteY97" fmla="*/ 548968 h 552695"/>
                <a:gd name="connsiteX98" fmla="*/ 433374 w 672826"/>
                <a:gd name="connsiteY98" fmla="*/ 455011 h 552695"/>
                <a:gd name="connsiteX99" fmla="*/ 452579 w 672826"/>
                <a:gd name="connsiteY99" fmla="*/ 455011 h 552695"/>
                <a:gd name="connsiteX100" fmla="*/ 452579 w 672826"/>
                <a:gd name="connsiteY100" fmla="*/ 548968 h 552695"/>
                <a:gd name="connsiteX101" fmla="*/ 433374 w 672826"/>
                <a:gd name="connsiteY101" fmla="*/ 548968 h 552695"/>
                <a:gd name="connsiteX102" fmla="*/ 484918 w 672826"/>
                <a:gd name="connsiteY102" fmla="*/ 548968 h 552695"/>
                <a:gd name="connsiteX103" fmla="*/ 484918 w 672826"/>
                <a:gd name="connsiteY103" fmla="*/ 409151 h 552695"/>
                <a:gd name="connsiteX104" fmla="*/ 504115 w 672826"/>
                <a:gd name="connsiteY104" fmla="*/ 409151 h 552695"/>
                <a:gd name="connsiteX105" fmla="*/ 504115 w 672826"/>
                <a:gd name="connsiteY105" fmla="*/ 548968 h 552695"/>
                <a:gd name="connsiteX106" fmla="*/ 484918 w 672826"/>
                <a:gd name="connsiteY106" fmla="*/ 548968 h 552695"/>
                <a:gd name="connsiteX107" fmla="*/ 536463 w 672826"/>
                <a:gd name="connsiteY107" fmla="*/ 548968 h 552695"/>
                <a:gd name="connsiteX108" fmla="*/ 536463 w 672826"/>
                <a:gd name="connsiteY108" fmla="*/ 409151 h 552695"/>
                <a:gd name="connsiteX109" fmla="*/ 555660 w 672826"/>
                <a:gd name="connsiteY109" fmla="*/ 409151 h 552695"/>
                <a:gd name="connsiteX110" fmla="*/ 555660 w 672826"/>
                <a:gd name="connsiteY110" fmla="*/ 548968 h 552695"/>
                <a:gd name="connsiteX111" fmla="*/ 536463 w 672826"/>
                <a:gd name="connsiteY111" fmla="*/ 548968 h 552695"/>
                <a:gd name="connsiteX112" fmla="*/ 672827 w 672826"/>
                <a:gd name="connsiteY112" fmla="*/ 533681 h 552695"/>
                <a:gd name="connsiteX113" fmla="*/ 632187 w 672826"/>
                <a:gd name="connsiteY113" fmla="*/ 552696 h 552695"/>
                <a:gd name="connsiteX114" fmla="*/ 580543 w 672826"/>
                <a:gd name="connsiteY114" fmla="*/ 501989 h 552695"/>
                <a:gd name="connsiteX115" fmla="*/ 628271 w 672826"/>
                <a:gd name="connsiteY115" fmla="*/ 451282 h 552695"/>
                <a:gd name="connsiteX116" fmla="*/ 670965 w 672826"/>
                <a:gd name="connsiteY116" fmla="*/ 492855 h 552695"/>
                <a:gd name="connsiteX117" fmla="*/ 669654 w 672826"/>
                <a:gd name="connsiteY117" fmla="*/ 504226 h 552695"/>
                <a:gd name="connsiteX118" fmla="*/ 600307 w 672826"/>
                <a:gd name="connsiteY118" fmla="*/ 504226 h 552695"/>
                <a:gd name="connsiteX119" fmla="*/ 632187 w 672826"/>
                <a:gd name="connsiteY119" fmla="*/ 535359 h 552695"/>
                <a:gd name="connsiteX120" fmla="*/ 658841 w 672826"/>
                <a:gd name="connsiteY120" fmla="*/ 522496 h 552695"/>
                <a:gd name="connsiteX121" fmla="*/ 672827 w 672826"/>
                <a:gd name="connsiteY121" fmla="*/ 533681 h 552695"/>
                <a:gd name="connsiteX122" fmla="*/ 627896 w 672826"/>
                <a:gd name="connsiteY122" fmla="*/ 467315 h 552695"/>
                <a:gd name="connsiteX123" fmla="*/ 601242 w 672826"/>
                <a:gd name="connsiteY123" fmla="*/ 489871 h 552695"/>
                <a:gd name="connsiteX124" fmla="*/ 651760 w 672826"/>
                <a:gd name="connsiteY124" fmla="*/ 489871 h 552695"/>
                <a:gd name="connsiteX125" fmla="*/ 627896 w 672826"/>
                <a:gd name="connsiteY125" fmla="*/ 467315 h 552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2826" h="552695">
                  <a:moveTo>
                    <a:pt x="4474" y="139817"/>
                  </a:moveTo>
                  <a:lnTo>
                    <a:pt x="4474" y="9321"/>
                  </a:lnTo>
                  <a:lnTo>
                    <a:pt x="44555" y="9321"/>
                  </a:lnTo>
                  <a:cubicBezTo>
                    <a:pt x="71959" y="9321"/>
                    <a:pt x="88737" y="23862"/>
                    <a:pt x="88737" y="46978"/>
                  </a:cubicBezTo>
                  <a:cubicBezTo>
                    <a:pt x="88737" y="70095"/>
                    <a:pt x="71959" y="84636"/>
                    <a:pt x="44555" y="84636"/>
                  </a:cubicBezTo>
                  <a:lnTo>
                    <a:pt x="25726" y="84636"/>
                  </a:lnTo>
                  <a:lnTo>
                    <a:pt x="25726" y="139817"/>
                  </a:lnTo>
                  <a:lnTo>
                    <a:pt x="4474" y="139817"/>
                  </a:lnTo>
                  <a:close/>
                  <a:moveTo>
                    <a:pt x="45488" y="27404"/>
                  </a:moveTo>
                  <a:lnTo>
                    <a:pt x="25726" y="27404"/>
                  </a:lnTo>
                  <a:lnTo>
                    <a:pt x="25726" y="66553"/>
                  </a:lnTo>
                  <a:lnTo>
                    <a:pt x="45488" y="66553"/>
                  </a:lnTo>
                  <a:cubicBezTo>
                    <a:pt x="58723" y="66553"/>
                    <a:pt x="66553" y="59096"/>
                    <a:pt x="66553" y="46606"/>
                  </a:cubicBezTo>
                  <a:cubicBezTo>
                    <a:pt x="66553" y="34861"/>
                    <a:pt x="58723" y="27404"/>
                    <a:pt x="45488" y="27404"/>
                  </a:cubicBezTo>
                  <a:close/>
                  <a:moveTo>
                    <a:pt x="110528" y="139817"/>
                  </a:moveTo>
                  <a:lnTo>
                    <a:pt x="110528" y="0"/>
                  </a:lnTo>
                  <a:lnTo>
                    <a:pt x="129730" y="0"/>
                  </a:lnTo>
                  <a:lnTo>
                    <a:pt x="129730" y="139817"/>
                  </a:lnTo>
                  <a:lnTo>
                    <a:pt x="110528" y="139817"/>
                  </a:lnTo>
                  <a:close/>
                  <a:moveTo>
                    <a:pt x="225825" y="99550"/>
                  </a:moveTo>
                  <a:lnTo>
                    <a:pt x="225825" y="45860"/>
                  </a:lnTo>
                  <a:lnTo>
                    <a:pt x="245214" y="45860"/>
                  </a:lnTo>
                  <a:lnTo>
                    <a:pt x="245214" y="98617"/>
                  </a:lnTo>
                  <a:cubicBezTo>
                    <a:pt x="245214" y="126768"/>
                    <a:pt x="228998" y="143545"/>
                    <a:pt x="202713" y="143545"/>
                  </a:cubicBezTo>
                  <a:cubicBezTo>
                    <a:pt x="176243" y="143545"/>
                    <a:pt x="160021" y="126768"/>
                    <a:pt x="160021" y="98617"/>
                  </a:cubicBezTo>
                  <a:lnTo>
                    <a:pt x="160021" y="45860"/>
                  </a:lnTo>
                  <a:lnTo>
                    <a:pt x="179408" y="45860"/>
                  </a:lnTo>
                  <a:lnTo>
                    <a:pt x="179408" y="99550"/>
                  </a:lnTo>
                  <a:cubicBezTo>
                    <a:pt x="179408" y="115768"/>
                    <a:pt x="187983" y="125462"/>
                    <a:pt x="202713" y="125462"/>
                  </a:cubicBezTo>
                  <a:cubicBezTo>
                    <a:pt x="217066" y="125462"/>
                    <a:pt x="225825" y="115768"/>
                    <a:pt x="225825" y="99550"/>
                  </a:cubicBezTo>
                  <a:close/>
                  <a:moveTo>
                    <a:pt x="265463" y="126580"/>
                  </a:moveTo>
                  <a:lnTo>
                    <a:pt x="278698" y="115022"/>
                  </a:lnTo>
                  <a:cubicBezTo>
                    <a:pt x="284852" y="122852"/>
                    <a:pt x="292308" y="127886"/>
                    <a:pt x="301627" y="127886"/>
                  </a:cubicBezTo>
                  <a:cubicBezTo>
                    <a:pt x="310762" y="127886"/>
                    <a:pt x="315797" y="122293"/>
                    <a:pt x="315797" y="115209"/>
                  </a:cubicBezTo>
                  <a:cubicBezTo>
                    <a:pt x="315797" y="96194"/>
                    <a:pt x="269747" y="103092"/>
                    <a:pt x="269747" y="69908"/>
                  </a:cubicBezTo>
                  <a:cubicBezTo>
                    <a:pt x="269747" y="54435"/>
                    <a:pt x="282798" y="42132"/>
                    <a:pt x="301627" y="42132"/>
                  </a:cubicBezTo>
                  <a:cubicBezTo>
                    <a:pt x="315421" y="42132"/>
                    <a:pt x="327545" y="48843"/>
                    <a:pt x="334250" y="57791"/>
                  </a:cubicBezTo>
                  <a:lnTo>
                    <a:pt x="321199" y="69163"/>
                  </a:lnTo>
                  <a:cubicBezTo>
                    <a:pt x="316173" y="62452"/>
                    <a:pt x="309643" y="57791"/>
                    <a:pt x="301819" y="57791"/>
                  </a:cubicBezTo>
                  <a:cubicBezTo>
                    <a:pt x="292868" y="57791"/>
                    <a:pt x="288392" y="63011"/>
                    <a:pt x="288392" y="69349"/>
                  </a:cubicBezTo>
                  <a:cubicBezTo>
                    <a:pt x="288392" y="88178"/>
                    <a:pt x="334442" y="81839"/>
                    <a:pt x="334442" y="114091"/>
                  </a:cubicBezTo>
                  <a:cubicBezTo>
                    <a:pt x="334250" y="132547"/>
                    <a:pt x="319337" y="143545"/>
                    <a:pt x="301819" y="143545"/>
                  </a:cubicBezTo>
                  <a:cubicBezTo>
                    <a:pt x="285971" y="143545"/>
                    <a:pt x="274222" y="137207"/>
                    <a:pt x="265463" y="126580"/>
                  </a:cubicBezTo>
                  <a:close/>
                  <a:moveTo>
                    <a:pt x="0" y="548968"/>
                  </a:moveTo>
                  <a:lnTo>
                    <a:pt x="0" y="455011"/>
                  </a:lnTo>
                  <a:lnTo>
                    <a:pt x="19202" y="455011"/>
                  </a:lnTo>
                  <a:lnTo>
                    <a:pt x="19202" y="463772"/>
                  </a:lnTo>
                  <a:cubicBezTo>
                    <a:pt x="25913" y="456502"/>
                    <a:pt x="34674" y="451282"/>
                    <a:pt x="47165" y="451282"/>
                  </a:cubicBezTo>
                  <a:cubicBezTo>
                    <a:pt x="60028" y="451282"/>
                    <a:pt x="70841" y="457062"/>
                    <a:pt x="76806" y="468246"/>
                  </a:cubicBezTo>
                  <a:cubicBezTo>
                    <a:pt x="84076" y="458925"/>
                    <a:pt x="93397" y="451282"/>
                    <a:pt x="109617" y="451282"/>
                  </a:cubicBezTo>
                  <a:cubicBezTo>
                    <a:pt x="129191" y="451282"/>
                    <a:pt x="144291" y="464704"/>
                    <a:pt x="144291" y="490618"/>
                  </a:cubicBezTo>
                  <a:lnTo>
                    <a:pt x="144291" y="548968"/>
                  </a:lnTo>
                  <a:lnTo>
                    <a:pt x="124903" y="548968"/>
                  </a:lnTo>
                  <a:lnTo>
                    <a:pt x="124903" y="491363"/>
                  </a:lnTo>
                  <a:cubicBezTo>
                    <a:pt x="124903" y="477567"/>
                    <a:pt x="117260" y="469365"/>
                    <a:pt x="105143" y="469365"/>
                  </a:cubicBezTo>
                  <a:cubicBezTo>
                    <a:pt x="93957" y="469365"/>
                    <a:pt x="86687" y="476449"/>
                    <a:pt x="81653" y="485397"/>
                  </a:cubicBezTo>
                  <a:cubicBezTo>
                    <a:pt x="81839" y="487076"/>
                    <a:pt x="81839" y="488753"/>
                    <a:pt x="81839" y="490618"/>
                  </a:cubicBezTo>
                  <a:lnTo>
                    <a:pt x="81839" y="548968"/>
                  </a:lnTo>
                  <a:lnTo>
                    <a:pt x="62451" y="548968"/>
                  </a:lnTo>
                  <a:lnTo>
                    <a:pt x="62451" y="491363"/>
                  </a:lnTo>
                  <a:cubicBezTo>
                    <a:pt x="62451" y="477567"/>
                    <a:pt x="54995" y="469365"/>
                    <a:pt x="42691" y="469365"/>
                  </a:cubicBezTo>
                  <a:cubicBezTo>
                    <a:pt x="30760" y="469365"/>
                    <a:pt x="23676" y="477567"/>
                    <a:pt x="19202" y="485584"/>
                  </a:cubicBezTo>
                  <a:lnTo>
                    <a:pt x="19202" y="548968"/>
                  </a:lnTo>
                  <a:lnTo>
                    <a:pt x="0" y="548968"/>
                  </a:lnTo>
                  <a:close/>
                  <a:moveTo>
                    <a:pt x="200884" y="551764"/>
                  </a:moveTo>
                  <a:cubicBezTo>
                    <a:pt x="182247" y="551764"/>
                    <a:pt x="169569" y="541138"/>
                    <a:pt x="169569" y="524546"/>
                  </a:cubicBezTo>
                  <a:cubicBezTo>
                    <a:pt x="169569" y="510378"/>
                    <a:pt x="180568" y="500125"/>
                    <a:pt x="200517" y="496769"/>
                  </a:cubicBezTo>
                  <a:lnTo>
                    <a:pt x="230902" y="491736"/>
                  </a:lnTo>
                  <a:lnTo>
                    <a:pt x="230902" y="486889"/>
                  </a:lnTo>
                  <a:cubicBezTo>
                    <a:pt x="230902" y="475331"/>
                    <a:pt x="222327" y="468246"/>
                    <a:pt x="210211" y="468246"/>
                  </a:cubicBezTo>
                  <a:cubicBezTo>
                    <a:pt x="199957" y="468246"/>
                    <a:pt x="191941" y="472907"/>
                    <a:pt x="186530" y="480550"/>
                  </a:cubicBezTo>
                  <a:lnTo>
                    <a:pt x="172179" y="469551"/>
                  </a:lnTo>
                  <a:cubicBezTo>
                    <a:pt x="180568" y="458367"/>
                    <a:pt x="193987" y="451282"/>
                    <a:pt x="210770" y="451282"/>
                  </a:cubicBezTo>
                  <a:cubicBezTo>
                    <a:pt x="236121" y="451282"/>
                    <a:pt x="250107" y="466196"/>
                    <a:pt x="250107" y="486889"/>
                  </a:cubicBezTo>
                  <a:lnTo>
                    <a:pt x="250107" y="548968"/>
                  </a:lnTo>
                  <a:lnTo>
                    <a:pt x="230902" y="548968"/>
                  </a:lnTo>
                  <a:lnTo>
                    <a:pt x="230902" y="538341"/>
                  </a:lnTo>
                  <a:cubicBezTo>
                    <a:pt x="224189" y="546544"/>
                    <a:pt x="212449" y="551764"/>
                    <a:pt x="200884" y="551764"/>
                  </a:cubicBezTo>
                  <a:close/>
                  <a:moveTo>
                    <a:pt x="188960" y="523801"/>
                  </a:moveTo>
                  <a:cubicBezTo>
                    <a:pt x="188960" y="531071"/>
                    <a:pt x="194738" y="536104"/>
                    <a:pt x="204433" y="536104"/>
                  </a:cubicBezTo>
                  <a:cubicBezTo>
                    <a:pt x="216173" y="536104"/>
                    <a:pt x="225308" y="530512"/>
                    <a:pt x="230902" y="521564"/>
                  </a:cubicBezTo>
                  <a:lnTo>
                    <a:pt x="230902" y="505345"/>
                  </a:lnTo>
                  <a:lnTo>
                    <a:pt x="205552" y="509632"/>
                  </a:lnTo>
                  <a:cubicBezTo>
                    <a:pt x="193803" y="511683"/>
                    <a:pt x="188960" y="516717"/>
                    <a:pt x="188960" y="523801"/>
                  </a:cubicBezTo>
                  <a:close/>
                  <a:moveTo>
                    <a:pt x="318519" y="455011"/>
                  </a:moveTo>
                  <a:lnTo>
                    <a:pt x="339210" y="455011"/>
                  </a:lnTo>
                  <a:lnTo>
                    <a:pt x="366799" y="528088"/>
                  </a:lnTo>
                  <a:lnTo>
                    <a:pt x="394204" y="455011"/>
                  </a:lnTo>
                  <a:lnTo>
                    <a:pt x="415087" y="455011"/>
                  </a:lnTo>
                  <a:lnTo>
                    <a:pt x="379474" y="548968"/>
                  </a:lnTo>
                  <a:lnTo>
                    <a:pt x="353940" y="548968"/>
                  </a:lnTo>
                  <a:lnTo>
                    <a:pt x="318519" y="455011"/>
                  </a:lnTo>
                  <a:close/>
                  <a:moveTo>
                    <a:pt x="443068" y="434132"/>
                  </a:moveTo>
                  <a:cubicBezTo>
                    <a:pt x="435987" y="434132"/>
                    <a:pt x="430017" y="428165"/>
                    <a:pt x="430017" y="421082"/>
                  </a:cubicBezTo>
                  <a:cubicBezTo>
                    <a:pt x="430017" y="413998"/>
                    <a:pt x="435987" y="408032"/>
                    <a:pt x="443068" y="408032"/>
                  </a:cubicBezTo>
                  <a:cubicBezTo>
                    <a:pt x="450149" y="408032"/>
                    <a:pt x="456119" y="413998"/>
                    <a:pt x="456119" y="421082"/>
                  </a:cubicBezTo>
                  <a:cubicBezTo>
                    <a:pt x="456119" y="428165"/>
                    <a:pt x="450149" y="434132"/>
                    <a:pt x="443068" y="434132"/>
                  </a:cubicBezTo>
                  <a:close/>
                  <a:moveTo>
                    <a:pt x="433374" y="548968"/>
                  </a:moveTo>
                  <a:lnTo>
                    <a:pt x="433374" y="455011"/>
                  </a:lnTo>
                  <a:lnTo>
                    <a:pt x="452579" y="455011"/>
                  </a:lnTo>
                  <a:lnTo>
                    <a:pt x="452579" y="548968"/>
                  </a:lnTo>
                  <a:lnTo>
                    <a:pt x="433374" y="548968"/>
                  </a:lnTo>
                  <a:close/>
                  <a:moveTo>
                    <a:pt x="484918" y="548968"/>
                  </a:moveTo>
                  <a:lnTo>
                    <a:pt x="484918" y="409151"/>
                  </a:lnTo>
                  <a:lnTo>
                    <a:pt x="504115" y="409151"/>
                  </a:lnTo>
                  <a:lnTo>
                    <a:pt x="504115" y="548968"/>
                  </a:lnTo>
                  <a:lnTo>
                    <a:pt x="484918" y="548968"/>
                  </a:lnTo>
                  <a:close/>
                  <a:moveTo>
                    <a:pt x="536463" y="548968"/>
                  </a:moveTo>
                  <a:lnTo>
                    <a:pt x="536463" y="409151"/>
                  </a:lnTo>
                  <a:lnTo>
                    <a:pt x="555660" y="409151"/>
                  </a:lnTo>
                  <a:lnTo>
                    <a:pt x="555660" y="548968"/>
                  </a:lnTo>
                  <a:lnTo>
                    <a:pt x="536463" y="548968"/>
                  </a:lnTo>
                  <a:close/>
                  <a:moveTo>
                    <a:pt x="672827" y="533681"/>
                  </a:moveTo>
                  <a:cubicBezTo>
                    <a:pt x="664059" y="545426"/>
                    <a:pt x="649706" y="552696"/>
                    <a:pt x="632187" y="552696"/>
                  </a:cubicBezTo>
                  <a:cubicBezTo>
                    <a:pt x="599748" y="552696"/>
                    <a:pt x="580543" y="529394"/>
                    <a:pt x="580543" y="501989"/>
                  </a:cubicBezTo>
                  <a:cubicBezTo>
                    <a:pt x="580543" y="473839"/>
                    <a:pt x="598445" y="451282"/>
                    <a:pt x="628271" y="451282"/>
                  </a:cubicBezTo>
                  <a:cubicBezTo>
                    <a:pt x="654181" y="451282"/>
                    <a:pt x="670965" y="468992"/>
                    <a:pt x="670965" y="492855"/>
                  </a:cubicBezTo>
                  <a:cubicBezTo>
                    <a:pt x="670965" y="497142"/>
                    <a:pt x="670405" y="501430"/>
                    <a:pt x="669654" y="504226"/>
                  </a:cubicBezTo>
                  <a:lnTo>
                    <a:pt x="600307" y="504226"/>
                  </a:lnTo>
                  <a:cubicBezTo>
                    <a:pt x="601610" y="524733"/>
                    <a:pt x="614101" y="535359"/>
                    <a:pt x="632187" y="535359"/>
                  </a:cubicBezTo>
                  <a:cubicBezTo>
                    <a:pt x="643560" y="535359"/>
                    <a:pt x="653062" y="530325"/>
                    <a:pt x="658841" y="522496"/>
                  </a:cubicBezTo>
                  <a:lnTo>
                    <a:pt x="672827" y="533681"/>
                  </a:lnTo>
                  <a:close/>
                  <a:moveTo>
                    <a:pt x="627896" y="467315"/>
                  </a:moveTo>
                  <a:cubicBezTo>
                    <a:pt x="613918" y="467315"/>
                    <a:pt x="604223" y="475331"/>
                    <a:pt x="601242" y="489871"/>
                  </a:cubicBezTo>
                  <a:lnTo>
                    <a:pt x="651760" y="489871"/>
                  </a:lnTo>
                  <a:cubicBezTo>
                    <a:pt x="651384" y="478127"/>
                    <a:pt x="643001" y="467315"/>
                    <a:pt x="627896" y="467315"/>
                  </a:cubicBezTo>
                  <a:close/>
                </a:path>
              </a:pathLst>
            </a:custGeom>
            <a:solidFill>
              <a:srgbClr val="000091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B1E7DBA0-C288-19B3-69AC-3C519A0F55C2}"/>
                </a:ext>
              </a:extLst>
            </p:cNvPr>
            <p:cNvSpPr/>
            <p:nvPr/>
          </p:nvSpPr>
          <p:spPr>
            <a:xfrm>
              <a:off x="11305180" y="390105"/>
              <a:ext cx="671976" cy="153415"/>
            </a:xfrm>
            <a:custGeom>
              <a:avLst/>
              <a:gdLst>
                <a:gd name="connsiteX0" fmla="*/ 0 w 671976"/>
                <a:gd name="connsiteY0" fmla="*/ 49014 h 153415"/>
                <a:gd name="connsiteX1" fmla="*/ 18728 w 671976"/>
                <a:gd name="connsiteY1" fmla="*/ 49014 h 153415"/>
                <a:gd name="connsiteX2" fmla="*/ 18728 w 671976"/>
                <a:gd name="connsiteY2" fmla="*/ 39848 h 153415"/>
                <a:gd name="connsiteX3" fmla="*/ 60569 w 671976"/>
                <a:gd name="connsiteY3" fmla="*/ 0 h 153415"/>
                <a:gd name="connsiteX4" fmla="*/ 84877 w 671976"/>
                <a:gd name="connsiteY4" fmla="*/ 5380 h 153415"/>
                <a:gd name="connsiteX5" fmla="*/ 71528 w 671976"/>
                <a:gd name="connsiteY5" fmla="*/ 31879 h 153415"/>
                <a:gd name="connsiteX6" fmla="*/ 61167 w 671976"/>
                <a:gd name="connsiteY6" fmla="*/ 28292 h 153415"/>
                <a:gd name="connsiteX7" fmla="*/ 50607 w 671976"/>
                <a:gd name="connsiteY7" fmla="*/ 38852 h 153415"/>
                <a:gd name="connsiteX8" fmla="*/ 50607 w 671976"/>
                <a:gd name="connsiteY8" fmla="*/ 49014 h 153415"/>
                <a:gd name="connsiteX9" fmla="*/ 78103 w 671976"/>
                <a:gd name="connsiteY9" fmla="*/ 49014 h 153415"/>
                <a:gd name="connsiteX10" fmla="*/ 78103 w 671976"/>
                <a:gd name="connsiteY10" fmla="*/ 77305 h 153415"/>
                <a:gd name="connsiteX11" fmla="*/ 50607 w 671976"/>
                <a:gd name="connsiteY11" fmla="*/ 77305 h 153415"/>
                <a:gd name="connsiteX12" fmla="*/ 50607 w 671976"/>
                <a:gd name="connsiteY12" fmla="*/ 149431 h 153415"/>
                <a:gd name="connsiteX13" fmla="*/ 18728 w 671976"/>
                <a:gd name="connsiteY13" fmla="*/ 149431 h 153415"/>
                <a:gd name="connsiteX14" fmla="*/ 18728 w 671976"/>
                <a:gd name="connsiteY14" fmla="*/ 77305 h 153415"/>
                <a:gd name="connsiteX15" fmla="*/ 0 w 671976"/>
                <a:gd name="connsiteY15" fmla="*/ 77305 h 153415"/>
                <a:gd name="connsiteX16" fmla="*/ 0 w 671976"/>
                <a:gd name="connsiteY16" fmla="*/ 49014 h 153415"/>
                <a:gd name="connsiteX17" fmla="*/ 94212 w 671976"/>
                <a:gd name="connsiteY17" fmla="*/ 149431 h 153415"/>
                <a:gd name="connsiteX18" fmla="*/ 94212 w 671976"/>
                <a:gd name="connsiteY18" fmla="*/ 49014 h 153415"/>
                <a:gd name="connsiteX19" fmla="*/ 125892 w 671976"/>
                <a:gd name="connsiteY19" fmla="*/ 49014 h 153415"/>
                <a:gd name="connsiteX20" fmla="*/ 125892 w 671976"/>
                <a:gd name="connsiteY20" fmla="*/ 57183 h 153415"/>
                <a:gd name="connsiteX21" fmla="*/ 150199 w 671976"/>
                <a:gd name="connsiteY21" fmla="*/ 47021 h 153415"/>
                <a:gd name="connsiteX22" fmla="*/ 159364 w 671976"/>
                <a:gd name="connsiteY22" fmla="*/ 48416 h 153415"/>
                <a:gd name="connsiteX23" fmla="*/ 159364 w 671976"/>
                <a:gd name="connsiteY23" fmla="*/ 79697 h 153415"/>
                <a:gd name="connsiteX24" fmla="*/ 147012 w 671976"/>
                <a:gd name="connsiteY24" fmla="*/ 78301 h 153415"/>
                <a:gd name="connsiteX25" fmla="*/ 125892 w 671976"/>
                <a:gd name="connsiteY25" fmla="*/ 88463 h 153415"/>
                <a:gd name="connsiteX26" fmla="*/ 125892 w 671976"/>
                <a:gd name="connsiteY26" fmla="*/ 149431 h 153415"/>
                <a:gd name="connsiteX27" fmla="*/ 94212 w 671976"/>
                <a:gd name="connsiteY27" fmla="*/ 149431 h 153415"/>
                <a:gd name="connsiteX28" fmla="*/ 201286 w 671976"/>
                <a:gd name="connsiteY28" fmla="*/ 152420 h 153415"/>
                <a:gd name="connsiteX29" fmla="*/ 166816 w 671976"/>
                <a:gd name="connsiteY29" fmla="*/ 121139 h 153415"/>
                <a:gd name="connsiteX30" fmla="*/ 200485 w 671976"/>
                <a:gd name="connsiteY30" fmla="*/ 90456 h 153415"/>
                <a:gd name="connsiteX31" fmla="*/ 228783 w 671976"/>
                <a:gd name="connsiteY31" fmla="*/ 85674 h 153415"/>
                <a:gd name="connsiteX32" fmla="*/ 212642 w 671976"/>
                <a:gd name="connsiteY32" fmla="*/ 72324 h 153415"/>
                <a:gd name="connsiteX33" fmla="*/ 193513 w 671976"/>
                <a:gd name="connsiteY33" fmla="*/ 82885 h 153415"/>
                <a:gd name="connsiteX34" fmla="*/ 170402 w 671976"/>
                <a:gd name="connsiteY34" fmla="*/ 65351 h 153415"/>
                <a:gd name="connsiteX35" fmla="*/ 213636 w 671976"/>
                <a:gd name="connsiteY35" fmla="*/ 45028 h 153415"/>
                <a:gd name="connsiteX36" fmla="*/ 260263 w 671976"/>
                <a:gd name="connsiteY36" fmla="*/ 86072 h 153415"/>
                <a:gd name="connsiteX37" fmla="*/ 260263 w 671976"/>
                <a:gd name="connsiteY37" fmla="*/ 149431 h 153415"/>
                <a:gd name="connsiteX38" fmla="*/ 228783 w 671976"/>
                <a:gd name="connsiteY38" fmla="*/ 149431 h 153415"/>
                <a:gd name="connsiteX39" fmla="*/ 228783 w 671976"/>
                <a:gd name="connsiteY39" fmla="*/ 141860 h 153415"/>
                <a:gd name="connsiteX40" fmla="*/ 201286 w 671976"/>
                <a:gd name="connsiteY40" fmla="*/ 152420 h 153415"/>
                <a:gd name="connsiteX41" fmla="*/ 198097 w 671976"/>
                <a:gd name="connsiteY41" fmla="*/ 119545 h 153415"/>
                <a:gd name="connsiteX42" fmla="*/ 208259 w 671976"/>
                <a:gd name="connsiteY42" fmla="*/ 127913 h 153415"/>
                <a:gd name="connsiteX43" fmla="*/ 228783 w 671976"/>
                <a:gd name="connsiteY43" fmla="*/ 117154 h 153415"/>
                <a:gd name="connsiteX44" fmla="*/ 228783 w 671976"/>
                <a:gd name="connsiteY44" fmla="*/ 107192 h 153415"/>
                <a:gd name="connsiteX45" fmla="*/ 209052 w 671976"/>
                <a:gd name="connsiteY45" fmla="*/ 110579 h 153415"/>
                <a:gd name="connsiteX46" fmla="*/ 198097 w 671976"/>
                <a:gd name="connsiteY46" fmla="*/ 119545 h 153415"/>
                <a:gd name="connsiteX47" fmla="*/ 289362 w 671976"/>
                <a:gd name="connsiteY47" fmla="*/ 33074 h 153415"/>
                <a:gd name="connsiteX48" fmla="*/ 262066 w 671976"/>
                <a:gd name="connsiteY48" fmla="*/ 33074 h 153415"/>
                <a:gd name="connsiteX49" fmla="*/ 282390 w 671976"/>
                <a:gd name="connsiteY49" fmla="*/ 0 h 153415"/>
                <a:gd name="connsiteX50" fmla="*/ 321836 w 671976"/>
                <a:gd name="connsiteY50" fmla="*/ 0 h 153415"/>
                <a:gd name="connsiteX51" fmla="*/ 342160 w 671976"/>
                <a:gd name="connsiteY51" fmla="*/ 33074 h 153415"/>
                <a:gd name="connsiteX52" fmla="*/ 314863 w 671976"/>
                <a:gd name="connsiteY52" fmla="*/ 33074 h 153415"/>
                <a:gd name="connsiteX53" fmla="*/ 302113 w 671976"/>
                <a:gd name="connsiteY53" fmla="*/ 13747 h 153415"/>
                <a:gd name="connsiteX54" fmla="*/ 289362 w 671976"/>
                <a:gd name="connsiteY54" fmla="*/ 33074 h 153415"/>
                <a:gd name="connsiteX55" fmla="*/ 286173 w 671976"/>
                <a:gd name="connsiteY55" fmla="*/ 149431 h 153415"/>
                <a:gd name="connsiteX56" fmla="*/ 286173 w 671976"/>
                <a:gd name="connsiteY56" fmla="*/ 49014 h 153415"/>
                <a:gd name="connsiteX57" fmla="*/ 317853 w 671976"/>
                <a:gd name="connsiteY57" fmla="*/ 49014 h 153415"/>
                <a:gd name="connsiteX58" fmla="*/ 317853 w 671976"/>
                <a:gd name="connsiteY58" fmla="*/ 149431 h 153415"/>
                <a:gd name="connsiteX59" fmla="*/ 286173 w 671976"/>
                <a:gd name="connsiteY59" fmla="*/ 149431 h 153415"/>
                <a:gd name="connsiteX60" fmla="*/ 394706 w 671976"/>
                <a:gd name="connsiteY60" fmla="*/ 123729 h 153415"/>
                <a:gd name="connsiteX61" fmla="*/ 412642 w 671976"/>
                <a:gd name="connsiteY61" fmla="*/ 114564 h 153415"/>
                <a:gd name="connsiteX62" fmla="*/ 437350 w 671976"/>
                <a:gd name="connsiteY62" fmla="*/ 133292 h 153415"/>
                <a:gd name="connsiteX63" fmla="*/ 394506 w 671976"/>
                <a:gd name="connsiteY63" fmla="*/ 153416 h 153415"/>
                <a:gd name="connsiteX64" fmla="*/ 338719 w 671976"/>
                <a:gd name="connsiteY64" fmla="*/ 99222 h 153415"/>
                <a:gd name="connsiteX65" fmla="*/ 394506 w 671976"/>
                <a:gd name="connsiteY65" fmla="*/ 45028 h 153415"/>
                <a:gd name="connsiteX66" fmla="*/ 437350 w 671976"/>
                <a:gd name="connsiteY66" fmla="*/ 65152 h 153415"/>
                <a:gd name="connsiteX67" fmla="*/ 412642 w 671976"/>
                <a:gd name="connsiteY67" fmla="*/ 83881 h 153415"/>
                <a:gd name="connsiteX68" fmla="*/ 394113 w 671976"/>
                <a:gd name="connsiteY68" fmla="*/ 74715 h 153415"/>
                <a:gd name="connsiteX69" fmla="*/ 371593 w 671976"/>
                <a:gd name="connsiteY69" fmla="*/ 99222 h 153415"/>
                <a:gd name="connsiteX70" fmla="*/ 394706 w 671976"/>
                <a:gd name="connsiteY70" fmla="*/ 123729 h 153415"/>
                <a:gd name="connsiteX71" fmla="*/ 453816 w 671976"/>
                <a:gd name="connsiteY71" fmla="*/ 149431 h 153415"/>
                <a:gd name="connsiteX72" fmla="*/ 453816 w 671976"/>
                <a:gd name="connsiteY72" fmla="*/ 0 h 153415"/>
                <a:gd name="connsiteX73" fmla="*/ 485496 w 671976"/>
                <a:gd name="connsiteY73" fmla="*/ 0 h 153415"/>
                <a:gd name="connsiteX74" fmla="*/ 485496 w 671976"/>
                <a:gd name="connsiteY74" fmla="*/ 54592 h 153415"/>
                <a:gd name="connsiteX75" fmla="*/ 512191 w 671976"/>
                <a:gd name="connsiteY75" fmla="*/ 45028 h 153415"/>
                <a:gd name="connsiteX76" fmla="*/ 551044 w 671976"/>
                <a:gd name="connsiteY76" fmla="*/ 90456 h 153415"/>
                <a:gd name="connsiteX77" fmla="*/ 551044 w 671976"/>
                <a:gd name="connsiteY77" fmla="*/ 149431 h 153415"/>
                <a:gd name="connsiteX78" fmla="*/ 519163 w 671976"/>
                <a:gd name="connsiteY78" fmla="*/ 149431 h 153415"/>
                <a:gd name="connsiteX79" fmla="*/ 519163 w 671976"/>
                <a:gd name="connsiteY79" fmla="*/ 91850 h 153415"/>
                <a:gd name="connsiteX80" fmla="*/ 503624 w 671976"/>
                <a:gd name="connsiteY80" fmla="*/ 74715 h 153415"/>
                <a:gd name="connsiteX81" fmla="*/ 485496 w 671976"/>
                <a:gd name="connsiteY81" fmla="*/ 86869 h 153415"/>
                <a:gd name="connsiteX82" fmla="*/ 485496 w 671976"/>
                <a:gd name="connsiteY82" fmla="*/ 149431 h 153415"/>
                <a:gd name="connsiteX83" fmla="*/ 453816 w 671976"/>
                <a:gd name="connsiteY83" fmla="*/ 149431 h 153415"/>
                <a:gd name="connsiteX84" fmla="*/ 671977 w 671976"/>
                <a:gd name="connsiteY84" fmla="*/ 133292 h 153415"/>
                <a:gd name="connsiteX85" fmla="*/ 627346 w 671976"/>
                <a:gd name="connsiteY85" fmla="*/ 153416 h 153415"/>
                <a:gd name="connsiteX86" fmla="*/ 570958 w 671976"/>
                <a:gd name="connsiteY86" fmla="*/ 99222 h 153415"/>
                <a:gd name="connsiteX87" fmla="*/ 623163 w 671976"/>
                <a:gd name="connsiteY87" fmla="*/ 45028 h 153415"/>
                <a:gd name="connsiteX88" fmla="*/ 670382 w 671976"/>
                <a:gd name="connsiteY88" fmla="*/ 91252 h 153415"/>
                <a:gd name="connsiteX89" fmla="*/ 668386 w 671976"/>
                <a:gd name="connsiteY89" fmla="*/ 107989 h 153415"/>
                <a:gd name="connsiteX90" fmla="*/ 603432 w 671976"/>
                <a:gd name="connsiteY90" fmla="*/ 107989 h 153415"/>
                <a:gd name="connsiteX91" fmla="*/ 627146 w 671976"/>
                <a:gd name="connsiteY91" fmla="*/ 125123 h 153415"/>
                <a:gd name="connsiteX92" fmla="*/ 649657 w 671976"/>
                <a:gd name="connsiteY92" fmla="*/ 115560 h 153415"/>
                <a:gd name="connsiteX93" fmla="*/ 671977 w 671976"/>
                <a:gd name="connsiteY93" fmla="*/ 133292 h 153415"/>
                <a:gd name="connsiteX94" fmla="*/ 622361 w 671976"/>
                <a:gd name="connsiteY94" fmla="*/ 70532 h 153415"/>
                <a:gd name="connsiteX95" fmla="*/ 603632 w 671976"/>
                <a:gd name="connsiteY95" fmla="*/ 85674 h 153415"/>
                <a:gd name="connsiteX96" fmla="*/ 639696 w 671976"/>
                <a:gd name="connsiteY96" fmla="*/ 85674 h 153415"/>
                <a:gd name="connsiteX97" fmla="*/ 622361 w 671976"/>
                <a:gd name="connsiteY97" fmla="*/ 70532 h 153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671976" h="153415">
                  <a:moveTo>
                    <a:pt x="0" y="49014"/>
                  </a:moveTo>
                  <a:lnTo>
                    <a:pt x="18728" y="49014"/>
                  </a:lnTo>
                  <a:lnTo>
                    <a:pt x="18728" y="39848"/>
                  </a:lnTo>
                  <a:cubicBezTo>
                    <a:pt x="18728" y="18530"/>
                    <a:pt x="33074" y="0"/>
                    <a:pt x="60569" y="0"/>
                  </a:cubicBezTo>
                  <a:cubicBezTo>
                    <a:pt x="69734" y="0"/>
                    <a:pt x="77704" y="1992"/>
                    <a:pt x="84877" y="5380"/>
                  </a:cubicBezTo>
                  <a:lnTo>
                    <a:pt x="71528" y="31879"/>
                  </a:lnTo>
                  <a:cubicBezTo>
                    <a:pt x="69336" y="30085"/>
                    <a:pt x="65750" y="28292"/>
                    <a:pt x="61167" y="28292"/>
                  </a:cubicBezTo>
                  <a:cubicBezTo>
                    <a:pt x="54592" y="28292"/>
                    <a:pt x="50607" y="32675"/>
                    <a:pt x="50607" y="38852"/>
                  </a:cubicBezTo>
                  <a:lnTo>
                    <a:pt x="50607" y="49014"/>
                  </a:lnTo>
                  <a:lnTo>
                    <a:pt x="78103" y="49014"/>
                  </a:lnTo>
                  <a:lnTo>
                    <a:pt x="78103" y="77305"/>
                  </a:lnTo>
                  <a:lnTo>
                    <a:pt x="50607" y="77305"/>
                  </a:lnTo>
                  <a:lnTo>
                    <a:pt x="50607" y="149431"/>
                  </a:lnTo>
                  <a:lnTo>
                    <a:pt x="18728" y="149431"/>
                  </a:lnTo>
                  <a:lnTo>
                    <a:pt x="18728" y="77305"/>
                  </a:lnTo>
                  <a:lnTo>
                    <a:pt x="0" y="77305"/>
                  </a:lnTo>
                  <a:lnTo>
                    <a:pt x="0" y="49014"/>
                  </a:lnTo>
                  <a:close/>
                  <a:moveTo>
                    <a:pt x="94212" y="149431"/>
                  </a:moveTo>
                  <a:lnTo>
                    <a:pt x="94212" y="49014"/>
                  </a:lnTo>
                  <a:lnTo>
                    <a:pt x="125892" y="49014"/>
                  </a:lnTo>
                  <a:lnTo>
                    <a:pt x="125892" y="57183"/>
                  </a:lnTo>
                  <a:cubicBezTo>
                    <a:pt x="132069" y="51404"/>
                    <a:pt x="139839" y="47021"/>
                    <a:pt x="150199" y="47021"/>
                  </a:cubicBezTo>
                  <a:cubicBezTo>
                    <a:pt x="153786" y="47021"/>
                    <a:pt x="156974" y="47618"/>
                    <a:pt x="159364" y="48416"/>
                  </a:cubicBezTo>
                  <a:lnTo>
                    <a:pt x="159364" y="79697"/>
                  </a:lnTo>
                  <a:cubicBezTo>
                    <a:pt x="155978" y="78899"/>
                    <a:pt x="152192" y="78301"/>
                    <a:pt x="147012" y="78301"/>
                  </a:cubicBezTo>
                  <a:cubicBezTo>
                    <a:pt x="135456" y="78301"/>
                    <a:pt x="127885" y="85076"/>
                    <a:pt x="125892" y="88463"/>
                  </a:cubicBezTo>
                  <a:lnTo>
                    <a:pt x="125892" y="149431"/>
                  </a:lnTo>
                  <a:lnTo>
                    <a:pt x="94212" y="149431"/>
                  </a:lnTo>
                  <a:close/>
                  <a:moveTo>
                    <a:pt x="201286" y="152420"/>
                  </a:moveTo>
                  <a:cubicBezTo>
                    <a:pt x="180962" y="152420"/>
                    <a:pt x="166816" y="140664"/>
                    <a:pt x="166816" y="121139"/>
                  </a:cubicBezTo>
                  <a:cubicBezTo>
                    <a:pt x="166816" y="105797"/>
                    <a:pt x="178571" y="94042"/>
                    <a:pt x="200485" y="90456"/>
                  </a:cubicBezTo>
                  <a:lnTo>
                    <a:pt x="228783" y="85674"/>
                  </a:lnTo>
                  <a:cubicBezTo>
                    <a:pt x="228583" y="78103"/>
                    <a:pt x="222003" y="72324"/>
                    <a:pt x="212642" y="72324"/>
                  </a:cubicBezTo>
                  <a:cubicBezTo>
                    <a:pt x="204276" y="72324"/>
                    <a:pt x="198097" y="76309"/>
                    <a:pt x="193513" y="82885"/>
                  </a:cubicBezTo>
                  <a:lnTo>
                    <a:pt x="170402" y="65351"/>
                  </a:lnTo>
                  <a:cubicBezTo>
                    <a:pt x="179567" y="52600"/>
                    <a:pt x="194907" y="45028"/>
                    <a:pt x="213636" y="45028"/>
                  </a:cubicBezTo>
                  <a:cubicBezTo>
                    <a:pt x="245516" y="45028"/>
                    <a:pt x="260263" y="64156"/>
                    <a:pt x="260263" y="86072"/>
                  </a:cubicBezTo>
                  <a:lnTo>
                    <a:pt x="260263" y="149431"/>
                  </a:lnTo>
                  <a:lnTo>
                    <a:pt x="228783" y="149431"/>
                  </a:lnTo>
                  <a:lnTo>
                    <a:pt x="228783" y="141860"/>
                  </a:lnTo>
                  <a:cubicBezTo>
                    <a:pt x="223205" y="148037"/>
                    <a:pt x="211841" y="152420"/>
                    <a:pt x="201286" y="152420"/>
                  </a:cubicBezTo>
                  <a:close/>
                  <a:moveTo>
                    <a:pt x="198097" y="119545"/>
                  </a:moveTo>
                  <a:cubicBezTo>
                    <a:pt x="198097" y="124725"/>
                    <a:pt x="202080" y="127913"/>
                    <a:pt x="208259" y="127913"/>
                  </a:cubicBezTo>
                  <a:cubicBezTo>
                    <a:pt x="218421" y="127913"/>
                    <a:pt x="224792" y="123131"/>
                    <a:pt x="228783" y="117154"/>
                  </a:cubicBezTo>
                  <a:lnTo>
                    <a:pt x="228783" y="107192"/>
                  </a:lnTo>
                  <a:lnTo>
                    <a:pt x="209052" y="110579"/>
                  </a:lnTo>
                  <a:cubicBezTo>
                    <a:pt x="200886" y="111974"/>
                    <a:pt x="198097" y="114962"/>
                    <a:pt x="198097" y="119545"/>
                  </a:cubicBezTo>
                  <a:close/>
                  <a:moveTo>
                    <a:pt x="289362" y="33074"/>
                  </a:moveTo>
                  <a:lnTo>
                    <a:pt x="262066" y="33074"/>
                  </a:lnTo>
                  <a:lnTo>
                    <a:pt x="282390" y="0"/>
                  </a:lnTo>
                  <a:lnTo>
                    <a:pt x="321836" y="0"/>
                  </a:lnTo>
                  <a:lnTo>
                    <a:pt x="342160" y="33074"/>
                  </a:lnTo>
                  <a:lnTo>
                    <a:pt x="314863" y="33074"/>
                  </a:lnTo>
                  <a:lnTo>
                    <a:pt x="302113" y="13747"/>
                  </a:lnTo>
                  <a:lnTo>
                    <a:pt x="289362" y="33074"/>
                  </a:lnTo>
                  <a:close/>
                  <a:moveTo>
                    <a:pt x="286173" y="149431"/>
                  </a:moveTo>
                  <a:lnTo>
                    <a:pt x="286173" y="49014"/>
                  </a:lnTo>
                  <a:lnTo>
                    <a:pt x="317853" y="49014"/>
                  </a:lnTo>
                  <a:lnTo>
                    <a:pt x="317853" y="149431"/>
                  </a:lnTo>
                  <a:lnTo>
                    <a:pt x="286173" y="149431"/>
                  </a:lnTo>
                  <a:close/>
                  <a:moveTo>
                    <a:pt x="394706" y="123729"/>
                  </a:moveTo>
                  <a:cubicBezTo>
                    <a:pt x="402680" y="123729"/>
                    <a:pt x="409052" y="119744"/>
                    <a:pt x="412642" y="114564"/>
                  </a:cubicBezTo>
                  <a:lnTo>
                    <a:pt x="437350" y="133292"/>
                  </a:lnTo>
                  <a:cubicBezTo>
                    <a:pt x="427981" y="145645"/>
                    <a:pt x="413035" y="153416"/>
                    <a:pt x="394506" y="153416"/>
                  </a:cubicBezTo>
                  <a:cubicBezTo>
                    <a:pt x="359043" y="153416"/>
                    <a:pt x="338719" y="128511"/>
                    <a:pt x="338719" y="99222"/>
                  </a:cubicBezTo>
                  <a:cubicBezTo>
                    <a:pt x="338719" y="69934"/>
                    <a:pt x="359043" y="45028"/>
                    <a:pt x="394506" y="45028"/>
                  </a:cubicBezTo>
                  <a:cubicBezTo>
                    <a:pt x="413035" y="45028"/>
                    <a:pt x="427981" y="52799"/>
                    <a:pt x="437350" y="65152"/>
                  </a:cubicBezTo>
                  <a:lnTo>
                    <a:pt x="412642" y="83881"/>
                  </a:lnTo>
                  <a:cubicBezTo>
                    <a:pt x="409052" y="78701"/>
                    <a:pt x="402881" y="74715"/>
                    <a:pt x="394113" y="74715"/>
                  </a:cubicBezTo>
                  <a:cubicBezTo>
                    <a:pt x="381163" y="74715"/>
                    <a:pt x="371593" y="84478"/>
                    <a:pt x="371593" y="99222"/>
                  </a:cubicBezTo>
                  <a:cubicBezTo>
                    <a:pt x="371593" y="114166"/>
                    <a:pt x="381163" y="123729"/>
                    <a:pt x="394706" y="123729"/>
                  </a:cubicBezTo>
                  <a:close/>
                  <a:moveTo>
                    <a:pt x="453816" y="149431"/>
                  </a:moveTo>
                  <a:lnTo>
                    <a:pt x="453816" y="0"/>
                  </a:lnTo>
                  <a:lnTo>
                    <a:pt x="485496" y="0"/>
                  </a:lnTo>
                  <a:lnTo>
                    <a:pt x="485496" y="54592"/>
                  </a:lnTo>
                  <a:cubicBezTo>
                    <a:pt x="492067" y="49014"/>
                    <a:pt x="500434" y="45028"/>
                    <a:pt x="512191" y="45028"/>
                  </a:cubicBezTo>
                  <a:cubicBezTo>
                    <a:pt x="533509" y="45028"/>
                    <a:pt x="551044" y="59971"/>
                    <a:pt x="551044" y="90456"/>
                  </a:cubicBezTo>
                  <a:lnTo>
                    <a:pt x="551044" y="149431"/>
                  </a:lnTo>
                  <a:lnTo>
                    <a:pt x="519163" y="149431"/>
                  </a:lnTo>
                  <a:lnTo>
                    <a:pt x="519163" y="91850"/>
                  </a:lnTo>
                  <a:cubicBezTo>
                    <a:pt x="519163" y="81689"/>
                    <a:pt x="513786" y="74715"/>
                    <a:pt x="503624" y="74715"/>
                  </a:cubicBezTo>
                  <a:cubicBezTo>
                    <a:pt x="492468" y="74715"/>
                    <a:pt x="487483" y="83482"/>
                    <a:pt x="485496" y="86869"/>
                  </a:cubicBezTo>
                  <a:lnTo>
                    <a:pt x="485496" y="149431"/>
                  </a:lnTo>
                  <a:lnTo>
                    <a:pt x="453816" y="149431"/>
                  </a:lnTo>
                  <a:close/>
                  <a:moveTo>
                    <a:pt x="671977" y="133292"/>
                  </a:moveTo>
                  <a:cubicBezTo>
                    <a:pt x="662408" y="145845"/>
                    <a:pt x="646668" y="153416"/>
                    <a:pt x="627346" y="153416"/>
                  </a:cubicBezTo>
                  <a:cubicBezTo>
                    <a:pt x="590481" y="153416"/>
                    <a:pt x="570958" y="128511"/>
                    <a:pt x="570958" y="99222"/>
                  </a:cubicBezTo>
                  <a:cubicBezTo>
                    <a:pt x="570958" y="70133"/>
                    <a:pt x="589086" y="45028"/>
                    <a:pt x="623163" y="45028"/>
                  </a:cubicBezTo>
                  <a:cubicBezTo>
                    <a:pt x="651653" y="45028"/>
                    <a:pt x="670382" y="63956"/>
                    <a:pt x="670382" y="91252"/>
                  </a:cubicBezTo>
                  <a:cubicBezTo>
                    <a:pt x="670382" y="98027"/>
                    <a:pt x="669380" y="104403"/>
                    <a:pt x="668386" y="107989"/>
                  </a:cubicBezTo>
                  <a:lnTo>
                    <a:pt x="603432" y="107989"/>
                  </a:lnTo>
                  <a:cubicBezTo>
                    <a:pt x="606421" y="121537"/>
                    <a:pt x="615188" y="125123"/>
                    <a:pt x="627146" y="125123"/>
                  </a:cubicBezTo>
                  <a:cubicBezTo>
                    <a:pt x="636707" y="125123"/>
                    <a:pt x="645073" y="121338"/>
                    <a:pt x="649657" y="115560"/>
                  </a:cubicBezTo>
                  <a:lnTo>
                    <a:pt x="671977" y="133292"/>
                  </a:lnTo>
                  <a:close/>
                  <a:moveTo>
                    <a:pt x="622361" y="70532"/>
                  </a:moveTo>
                  <a:cubicBezTo>
                    <a:pt x="612199" y="70532"/>
                    <a:pt x="606028" y="75513"/>
                    <a:pt x="603632" y="85674"/>
                  </a:cubicBezTo>
                  <a:lnTo>
                    <a:pt x="639696" y="85674"/>
                  </a:lnTo>
                  <a:cubicBezTo>
                    <a:pt x="639295" y="78899"/>
                    <a:pt x="634118" y="70532"/>
                    <a:pt x="622361" y="70532"/>
                  </a:cubicBezTo>
                  <a:close/>
                </a:path>
              </a:pathLst>
            </a:custGeom>
            <a:solidFill>
              <a:srgbClr val="417DC4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917010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CEECE-80BD-24F5-29ED-51D02A8DC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3AA7DA23-AC46-53C2-5481-F11CF1FF75EA}"/>
              </a:ext>
            </a:extLst>
          </p:cNvPr>
          <p:cNvSpPr/>
          <p:nvPr/>
        </p:nvSpPr>
        <p:spPr>
          <a:xfrm>
            <a:off x="609600" y="220222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 err="1">
                <a:solidFill>
                  <a:srgbClr val="1A1A1A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Ressources</a:t>
            </a:r>
            <a:r>
              <a:rPr lang="en-US" sz="3733" b="1" dirty="0">
                <a:solidFill>
                  <a:srgbClr val="1A1A1A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733" b="1" dirty="0" err="1">
                <a:solidFill>
                  <a:srgbClr val="1A1A1A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utiles</a:t>
            </a:r>
            <a:endParaRPr lang="en-US" sz="3733" dirty="0">
              <a:latin typeface="Marianne" panose="02000000000000000000" pitchFamily="50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02F78CA-65FF-9043-6070-1584BC6D4D54}"/>
              </a:ext>
            </a:extLst>
          </p:cNvPr>
          <p:cNvSpPr/>
          <p:nvPr/>
        </p:nvSpPr>
        <p:spPr>
          <a:xfrm>
            <a:off x="609600" y="3080044"/>
            <a:ext cx="731520" cy="4876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 sz="2400"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328B9A3-CC8F-11E9-FAB1-0824EF7E88D7}"/>
              </a:ext>
            </a:extLst>
          </p:cNvPr>
          <p:cNvSpPr/>
          <p:nvPr/>
        </p:nvSpPr>
        <p:spPr>
          <a:xfrm>
            <a:off x="609600" y="3398401"/>
            <a:ext cx="10972800" cy="2879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C5C5C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Documentation </a:t>
            </a:r>
            <a:r>
              <a:rPr lang="en-US" sz="1600" dirty="0" err="1">
                <a:solidFill>
                  <a:srgbClr val="5C5C5C"/>
                </a:solidFill>
                <a:latin typeface="Marianne" panose="02000000000000000000" pitchFamily="50" charset="0"/>
                <a:ea typeface="Calibri" pitchFamily="34" charset="-122"/>
                <a:cs typeface="Calibri" pitchFamily="34" charset="-120"/>
              </a:rPr>
              <a:t>complémentaire</a:t>
            </a:r>
            <a:endParaRPr lang="en-US" sz="1600" dirty="0">
              <a:latin typeface="Marianne" panose="02000000000000000000" pitchFamily="50" charset="0"/>
            </a:endParaRPr>
          </a:p>
        </p:txBody>
      </p:sp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A3CAC41A-66B0-361D-B372-62D87EE7A9F8}"/>
              </a:ext>
            </a:extLst>
          </p:cNvPr>
          <p:cNvCxnSpPr>
            <a:cxnSpLocks/>
          </p:cNvCxnSpPr>
          <p:nvPr/>
        </p:nvCxnSpPr>
        <p:spPr>
          <a:xfrm>
            <a:off x="576263" y="6512991"/>
            <a:ext cx="1161573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3">
            <a:extLst>
              <a:ext uri="{FF2B5EF4-FFF2-40B4-BE49-F238E27FC236}">
                <a16:creationId xmlns:a16="http://schemas.microsoft.com/office/drawing/2014/main" id="{515558A7-65FA-3B23-4336-CA7CF66783E3}"/>
              </a:ext>
            </a:extLst>
          </p:cNvPr>
          <p:cNvSpPr/>
          <p:nvPr/>
        </p:nvSpPr>
        <p:spPr>
          <a:xfrm>
            <a:off x="576263" y="6598217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A0A0A0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Données issues de Plus fraîche ma ville (ADEME)</a:t>
            </a:r>
            <a:endParaRPr lang="en-US" sz="1000"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" name="Graphique 7">
            <a:extLst>
              <a:ext uri="{FF2B5EF4-FFF2-40B4-BE49-F238E27FC236}">
                <a16:creationId xmlns:a16="http://schemas.microsoft.com/office/drawing/2014/main" id="{79FC4150-6A75-14EB-E53E-E37568434055}"/>
              </a:ext>
            </a:extLst>
          </p:cNvPr>
          <p:cNvGrpSpPr/>
          <p:nvPr/>
        </p:nvGrpSpPr>
        <p:grpSpPr>
          <a:xfrm>
            <a:off x="10659199" y="183863"/>
            <a:ext cx="1333272" cy="561489"/>
            <a:chOff x="10659199" y="183863"/>
            <a:chExt cx="1333272" cy="561489"/>
          </a:xfrm>
        </p:grpSpPr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3ED9FA00-6BED-661A-FA92-9084580D2F34}"/>
                </a:ext>
              </a:extLst>
            </p:cNvPr>
            <p:cNvSpPr/>
            <p:nvPr/>
          </p:nvSpPr>
          <p:spPr>
            <a:xfrm>
              <a:off x="10877319" y="183863"/>
              <a:ext cx="342519" cy="338206"/>
            </a:xfrm>
            <a:custGeom>
              <a:avLst/>
              <a:gdLst>
                <a:gd name="connsiteX0" fmla="*/ 287037 w 342519"/>
                <a:gd name="connsiteY0" fmla="*/ 228581 h 338206"/>
                <a:gd name="connsiteX1" fmla="*/ 287037 w 342519"/>
                <a:gd name="connsiteY1" fmla="*/ 228470 h 338206"/>
                <a:gd name="connsiteX2" fmla="*/ 166428 w 342519"/>
                <a:gd name="connsiteY2" fmla="*/ 228470 h 338206"/>
                <a:gd name="connsiteX3" fmla="*/ 110952 w 342519"/>
                <a:gd name="connsiteY3" fmla="*/ 173654 h 338206"/>
                <a:gd name="connsiteX4" fmla="*/ 110952 w 342519"/>
                <a:gd name="connsiteY4" fmla="*/ 54816 h 338206"/>
                <a:gd name="connsiteX5" fmla="*/ 55476 w 342519"/>
                <a:gd name="connsiteY5" fmla="*/ 0 h 338206"/>
                <a:gd name="connsiteX6" fmla="*/ 0 w 342519"/>
                <a:gd name="connsiteY6" fmla="*/ 54816 h 338206"/>
                <a:gd name="connsiteX7" fmla="*/ 109 w 342519"/>
                <a:gd name="connsiteY7" fmla="*/ 222447 h 338206"/>
                <a:gd name="connsiteX8" fmla="*/ 109 w 342519"/>
                <a:gd name="connsiteY8" fmla="*/ 251819 h 338206"/>
                <a:gd name="connsiteX9" fmla="*/ 87542 w 342519"/>
                <a:gd name="connsiteY9" fmla="*/ 338206 h 338206"/>
                <a:gd name="connsiteX10" fmla="*/ 287044 w 342519"/>
                <a:gd name="connsiteY10" fmla="*/ 338206 h 338206"/>
                <a:gd name="connsiteX11" fmla="*/ 342519 w 342519"/>
                <a:gd name="connsiteY11" fmla="*/ 283390 h 338206"/>
                <a:gd name="connsiteX12" fmla="*/ 287044 w 342519"/>
                <a:gd name="connsiteY12" fmla="*/ 228574 h 338206"/>
                <a:gd name="connsiteX13" fmla="*/ 287037 w 342519"/>
                <a:gd name="connsiteY13" fmla="*/ 228581 h 338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519" h="338206">
                  <a:moveTo>
                    <a:pt x="287037" y="228581"/>
                  </a:moveTo>
                  <a:lnTo>
                    <a:pt x="287037" y="228470"/>
                  </a:lnTo>
                  <a:lnTo>
                    <a:pt x="166428" y="228470"/>
                  </a:lnTo>
                  <a:cubicBezTo>
                    <a:pt x="135803" y="228470"/>
                    <a:pt x="110952" y="203912"/>
                    <a:pt x="110952" y="173654"/>
                  </a:cubicBezTo>
                  <a:lnTo>
                    <a:pt x="110952" y="54816"/>
                  </a:lnTo>
                  <a:cubicBezTo>
                    <a:pt x="110952" y="24558"/>
                    <a:pt x="86100" y="0"/>
                    <a:pt x="55476" y="0"/>
                  </a:cubicBezTo>
                  <a:cubicBezTo>
                    <a:pt x="24851" y="0"/>
                    <a:pt x="0" y="24558"/>
                    <a:pt x="0" y="54816"/>
                  </a:cubicBezTo>
                  <a:lnTo>
                    <a:pt x="109" y="222447"/>
                  </a:lnTo>
                  <a:lnTo>
                    <a:pt x="109" y="251819"/>
                  </a:lnTo>
                  <a:cubicBezTo>
                    <a:pt x="109" y="299512"/>
                    <a:pt x="39274" y="338206"/>
                    <a:pt x="87542" y="338206"/>
                  </a:cubicBezTo>
                  <a:lnTo>
                    <a:pt x="287044" y="338206"/>
                  </a:lnTo>
                  <a:cubicBezTo>
                    <a:pt x="317668" y="338206"/>
                    <a:pt x="342519" y="313648"/>
                    <a:pt x="342519" y="283390"/>
                  </a:cubicBezTo>
                  <a:cubicBezTo>
                    <a:pt x="342519" y="253132"/>
                    <a:pt x="317668" y="228574"/>
                    <a:pt x="287044" y="228574"/>
                  </a:cubicBezTo>
                  <a:lnTo>
                    <a:pt x="287037" y="228581"/>
                  </a:lnTo>
                  <a:close/>
                </a:path>
              </a:pathLst>
            </a:custGeom>
            <a:solidFill>
              <a:srgbClr val="417DC4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0491060E-8C4A-867D-1635-143AA1819135}"/>
                </a:ext>
              </a:extLst>
            </p:cNvPr>
            <p:cNvSpPr/>
            <p:nvPr/>
          </p:nvSpPr>
          <p:spPr>
            <a:xfrm>
              <a:off x="10892183" y="523615"/>
              <a:ext cx="108630" cy="221737"/>
            </a:xfrm>
            <a:custGeom>
              <a:avLst/>
              <a:gdLst>
                <a:gd name="connsiteX0" fmla="*/ 81928 w 108630"/>
                <a:gd name="connsiteY0" fmla="*/ 21632 h 221737"/>
                <a:gd name="connsiteX1" fmla="*/ 0 w 108630"/>
                <a:gd name="connsiteY1" fmla="*/ 0 h 221737"/>
                <a:gd name="connsiteX2" fmla="*/ 0 w 108630"/>
                <a:gd name="connsiteY2" fmla="*/ 167424 h 221737"/>
                <a:gd name="connsiteX3" fmla="*/ 54315 w 108630"/>
                <a:gd name="connsiteY3" fmla="*/ 221738 h 221737"/>
                <a:gd name="connsiteX4" fmla="*/ 108630 w 108630"/>
                <a:gd name="connsiteY4" fmla="*/ 167424 h 221737"/>
                <a:gd name="connsiteX5" fmla="*/ 108630 w 108630"/>
                <a:gd name="connsiteY5" fmla="*/ 21626 h 221737"/>
                <a:gd name="connsiteX6" fmla="*/ 81928 w 108630"/>
                <a:gd name="connsiteY6" fmla="*/ 21626 h 221737"/>
                <a:gd name="connsiteX7" fmla="*/ 81928 w 108630"/>
                <a:gd name="connsiteY7" fmla="*/ 21632 h 221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8630" h="221737">
                  <a:moveTo>
                    <a:pt x="81928" y="21632"/>
                  </a:moveTo>
                  <a:cubicBezTo>
                    <a:pt x="45763" y="21632"/>
                    <a:pt x="18939" y="14362"/>
                    <a:pt x="0" y="0"/>
                  </a:cubicBezTo>
                  <a:lnTo>
                    <a:pt x="0" y="167424"/>
                  </a:lnTo>
                  <a:cubicBezTo>
                    <a:pt x="0" y="197419"/>
                    <a:pt x="24320" y="221738"/>
                    <a:pt x="54315" y="221738"/>
                  </a:cubicBezTo>
                  <a:cubicBezTo>
                    <a:pt x="84311" y="221738"/>
                    <a:pt x="108630" y="197419"/>
                    <a:pt x="108630" y="167424"/>
                  </a:cubicBezTo>
                  <a:lnTo>
                    <a:pt x="108630" y="21626"/>
                  </a:lnTo>
                  <a:lnTo>
                    <a:pt x="81928" y="21626"/>
                  </a:lnTo>
                  <a:lnTo>
                    <a:pt x="81928" y="21632"/>
                  </a:lnTo>
                  <a:close/>
                </a:path>
              </a:pathLst>
            </a:custGeom>
            <a:solidFill>
              <a:srgbClr val="FCC63A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EA56CF2C-D6BA-2057-95AB-A9461EE03936}"/>
                </a:ext>
              </a:extLst>
            </p:cNvPr>
            <p:cNvSpPr/>
            <p:nvPr/>
          </p:nvSpPr>
          <p:spPr>
            <a:xfrm>
              <a:off x="10659199" y="406603"/>
              <a:ext cx="223576" cy="108630"/>
            </a:xfrm>
            <a:custGeom>
              <a:avLst/>
              <a:gdLst>
                <a:gd name="connsiteX0" fmla="*/ 195824 w 223576"/>
                <a:gd name="connsiteY0" fmla="*/ 18120 h 108630"/>
                <a:gd name="connsiteX1" fmla="*/ 195824 w 223576"/>
                <a:gd name="connsiteY1" fmla="*/ 0 h 108630"/>
                <a:gd name="connsiteX2" fmla="*/ 54315 w 223576"/>
                <a:gd name="connsiteY2" fmla="*/ 0 h 108630"/>
                <a:gd name="connsiteX3" fmla="*/ 0 w 223576"/>
                <a:gd name="connsiteY3" fmla="*/ 54315 h 108630"/>
                <a:gd name="connsiteX4" fmla="*/ 54315 w 223576"/>
                <a:gd name="connsiteY4" fmla="*/ 108630 h 108630"/>
                <a:gd name="connsiteX5" fmla="*/ 223577 w 223576"/>
                <a:gd name="connsiteY5" fmla="*/ 108630 h 108630"/>
                <a:gd name="connsiteX6" fmla="*/ 195824 w 223576"/>
                <a:gd name="connsiteY6" fmla="*/ 18120 h 108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3576" h="108630">
                  <a:moveTo>
                    <a:pt x="195824" y="18120"/>
                  </a:moveTo>
                  <a:lnTo>
                    <a:pt x="195824" y="0"/>
                  </a:lnTo>
                  <a:lnTo>
                    <a:pt x="54315" y="0"/>
                  </a:lnTo>
                  <a:cubicBezTo>
                    <a:pt x="24320" y="0"/>
                    <a:pt x="0" y="24319"/>
                    <a:pt x="0" y="54315"/>
                  </a:cubicBezTo>
                  <a:cubicBezTo>
                    <a:pt x="0" y="84310"/>
                    <a:pt x="24320" y="108630"/>
                    <a:pt x="54315" y="108630"/>
                  </a:cubicBezTo>
                  <a:lnTo>
                    <a:pt x="223577" y="108630"/>
                  </a:lnTo>
                  <a:cubicBezTo>
                    <a:pt x="204248" y="88440"/>
                    <a:pt x="195824" y="58170"/>
                    <a:pt x="195824" y="18120"/>
                  </a:cubicBezTo>
                  <a:close/>
                </a:path>
              </a:pathLst>
            </a:custGeom>
            <a:solidFill>
              <a:srgbClr val="F25255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" name="Forme libre : forme 11">
              <a:extLst>
                <a:ext uri="{FF2B5EF4-FFF2-40B4-BE49-F238E27FC236}">
                  <a16:creationId xmlns:a16="http://schemas.microsoft.com/office/drawing/2014/main" id="{F90A83F0-99FB-8311-CC14-B59615CD7B18}"/>
                </a:ext>
              </a:extLst>
            </p:cNvPr>
            <p:cNvSpPr/>
            <p:nvPr/>
          </p:nvSpPr>
          <p:spPr>
            <a:xfrm>
              <a:off x="11319644" y="190969"/>
              <a:ext cx="672826" cy="552695"/>
            </a:xfrm>
            <a:custGeom>
              <a:avLst/>
              <a:gdLst>
                <a:gd name="connsiteX0" fmla="*/ 4474 w 672826"/>
                <a:gd name="connsiteY0" fmla="*/ 139817 h 552695"/>
                <a:gd name="connsiteX1" fmla="*/ 4474 w 672826"/>
                <a:gd name="connsiteY1" fmla="*/ 9321 h 552695"/>
                <a:gd name="connsiteX2" fmla="*/ 44555 w 672826"/>
                <a:gd name="connsiteY2" fmla="*/ 9321 h 552695"/>
                <a:gd name="connsiteX3" fmla="*/ 88737 w 672826"/>
                <a:gd name="connsiteY3" fmla="*/ 46978 h 552695"/>
                <a:gd name="connsiteX4" fmla="*/ 44555 w 672826"/>
                <a:gd name="connsiteY4" fmla="*/ 84636 h 552695"/>
                <a:gd name="connsiteX5" fmla="*/ 25726 w 672826"/>
                <a:gd name="connsiteY5" fmla="*/ 84636 h 552695"/>
                <a:gd name="connsiteX6" fmla="*/ 25726 w 672826"/>
                <a:gd name="connsiteY6" fmla="*/ 139817 h 552695"/>
                <a:gd name="connsiteX7" fmla="*/ 4474 w 672826"/>
                <a:gd name="connsiteY7" fmla="*/ 139817 h 552695"/>
                <a:gd name="connsiteX8" fmla="*/ 45488 w 672826"/>
                <a:gd name="connsiteY8" fmla="*/ 27404 h 552695"/>
                <a:gd name="connsiteX9" fmla="*/ 25726 w 672826"/>
                <a:gd name="connsiteY9" fmla="*/ 27404 h 552695"/>
                <a:gd name="connsiteX10" fmla="*/ 25726 w 672826"/>
                <a:gd name="connsiteY10" fmla="*/ 66553 h 552695"/>
                <a:gd name="connsiteX11" fmla="*/ 45488 w 672826"/>
                <a:gd name="connsiteY11" fmla="*/ 66553 h 552695"/>
                <a:gd name="connsiteX12" fmla="*/ 66553 w 672826"/>
                <a:gd name="connsiteY12" fmla="*/ 46606 h 552695"/>
                <a:gd name="connsiteX13" fmla="*/ 45488 w 672826"/>
                <a:gd name="connsiteY13" fmla="*/ 27404 h 552695"/>
                <a:gd name="connsiteX14" fmla="*/ 110528 w 672826"/>
                <a:gd name="connsiteY14" fmla="*/ 139817 h 552695"/>
                <a:gd name="connsiteX15" fmla="*/ 110528 w 672826"/>
                <a:gd name="connsiteY15" fmla="*/ 0 h 552695"/>
                <a:gd name="connsiteX16" fmla="*/ 129730 w 672826"/>
                <a:gd name="connsiteY16" fmla="*/ 0 h 552695"/>
                <a:gd name="connsiteX17" fmla="*/ 129730 w 672826"/>
                <a:gd name="connsiteY17" fmla="*/ 139817 h 552695"/>
                <a:gd name="connsiteX18" fmla="*/ 110528 w 672826"/>
                <a:gd name="connsiteY18" fmla="*/ 139817 h 552695"/>
                <a:gd name="connsiteX19" fmla="*/ 225825 w 672826"/>
                <a:gd name="connsiteY19" fmla="*/ 99550 h 552695"/>
                <a:gd name="connsiteX20" fmla="*/ 225825 w 672826"/>
                <a:gd name="connsiteY20" fmla="*/ 45860 h 552695"/>
                <a:gd name="connsiteX21" fmla="*/ 245214 w 672826"/>
                <a:gd name="connsiteY21" fmla="*/ 45860 h 552695"/>
                <a:gd name="connsiteX22" fmla="*/ 245214 w 672826"/>
                <a:gd name="connsiteY22" fmla="*/ 98617 h 552695"/>
                <a:gd name="connsiteX23" fmla="*/ 202713 w 672826"/>
                <a:gd name="connsiteY23" fmla="*/ 143545 h 552695"/>
                <a:gd name="connsiteX24" fmla="*/ 160021 w 672826"/>
                <a:gd name="connsiteY24" fmla="*/ 98617 h 552695"/>
                <a:gd name="connsiteX25" fmla="*/ 160021 w 672826"/>
                <a:gd name="connsiteY25" fmla="*/ 45860 h 552695"/>
                <a:gd name="connsiteX26" fmla="*/ 179408 w 672826"/>
                <a:gd name="connsiteY26" fmla="*/ 45860 h 552695"/>
                <a:gd name="connsiteX27" fmla="*/ 179408 w 672826"/>
                <a:gd name="connsiteY27" fmla="*/ 99550 h 552695"/>
                <a:gd name="connsiteX28" fmla="*/ 202713 w 672826"/>
                <a:gd name="connsiteY28" fmla="*/ 125462 h 552695"/>
                <a:gd name="connsiteX29" fmla="*/ 225825 w 672826"/>
                <a:gd name="connsiteY29" fmla="*/ 99550 h 552695"/>
                <a:gd name="connsiteX30" fmla="*/ 265463 w 672826"/>
                <a:gd name="connsiteY30" fmla="*/ 126580 h 552695"/>
                <a:gd name="connsiteX31" fmla="*/ 278698 w 672826"/>
                <a:gd name="connsiteY31" fmla="*/ 115022 h 552695"/>
                <a:gd name="connsiteX32" fmla="*/ 301627 w 672826"/>
                <a:gd name="connsiteY32" fmla="*/ 127886 h 552695"/>
                <a:gd name="connsiteX33" fmla="*/ 315797 w 672826"/>
                <a:gd name="connsiteY33" fmla="*/ 115209 h 552695"/>
                <a:gd name="connsiteX34" fmla="*/ 269747 w 672826"/>
                <a:gd name="connsiteY34" fmla="*/ 69908 h 552695"/>
                <a:gd name="connsiteX35" fmla="*/ 301627 w 672826"/>
                <a:gd name="connsiteY35" fmla="*/ 42132 h 552695"/>
                <a:gd name="connsiteX36" fmla="*/ 334250 w 672826"/>
                <a:gd name="connsiteY36" fmla="*/ 57791 h 552695"/>
                <a:gd name="connsiteX37" fmla="*/ 321199 w 672826"/>
                <a:gd name="connsiteY37" fmla="*/ 69163 h 552695"/>
                <a:gd name="connsiteX38" fmla="*/ 301819 w 672826"/>
                <a:gd name="connsiteY38" fmla="*/ 57791 h 552695"/>
                <a:gd name="connsiteX39" fmla="*/ 288392 w 672826"/>
                <a:gd name="connsiteY39" fmla="*/ 69349 h 552695"/>
                <a:gd name="connsiteX40" fmla="*/ 334442 w 672826"/>
                <a:gd name="connsiteY40" fmla="*/ 114091 h 552695"/>
                <a:gd name="connsiteX41" fmla="*/ 301819 w 672826"/>
                <a:gd name="connsiteY41" fmla="*/ 143545 h 552695"/>
                <a:gd name="connsiteX42" fmla="*/ 265463 w 672826"/>
                <a:gd name="connsiteY42" fmla="*/ 126580 h 552695"/>
                <a:gd name="connsiteX43" fmla="*/ 0 w 672826"/>
                <a:gd name="connsiteY43" fmla="*/ 548968 h 552695"/>
                <a:gd name="connsiteX44" fmla="*/ 0 w 672826"/>
                <a:gd name="connsiteY44" fmla="*/ 455011 h 552695"/>
                <a:gd name="connsiteX45" fmla="*/ 19202 w 672826"/>
                <a:gd name="connsiteY45" fmla="*/ 455011 h 552695"/>
                <a:gd name="connsiteX46" fmla="*/ 19202 w 672826"/>
                <a:gd name="connsiteY46" fmla="*/ 463772 h 552695"/>
                <a:gd name="connsiteX47" fmla="*/ 47165 w 672826"/>
                <a:gd name="connsiteY47" fmla="*/ 451282 h 552695"/>
                <a:gd name="connsiteX48" fmla="*/ 76806 w 672826"/>
                <a:gd name="connsiteY48" fmla="*/ 468246 h 552695"/>
                <a:gd name="connsiteX49" fmla="*/ 109617 w 672826"/>
                <a:gd name="connsiteY49" fmla="*/ 451282 h 552695"/>
                <a:gd name="connsiteX50" fmla="*/ 144291 w 672826"/>
                <a:gd name="connsiteY50" fmla="*/ 490618 h 552695"/>
                <a:gd name="connsiteX51" fmla="*/ 144291 w 672826"/>
                <a:gd name="connsiteY51" fmla="*/ 548968 h 552695"/>
                <a:gd name="connsiteX52" fmla="*/ 124903 w 672826"/>
                <a:gd name="connsiteY52" fmla="*/ 548968 h 552695"/>
                <a:gd name="connsiteX53" fmla="*/ 124903 w 672826"/>
                <a:gd name="connsiteY53" fmla="*/ 491363 h 552695"/>
                <a:gd name="connsiteX54" fmla="*/ 105143 w 672826"/>
                <a:gd name="connsiteY54" fmla="*/ 469365 h 552695"/>
                <a:gd name="connsiteX55" fmla="*/ 81653 w 672826"/>
                <a:gd name="connsiteY55" fmla="*/ 485397 h 552695"/>
                <a:gd name="connsiteX56" fmla="*/ 81839 w 672826"/>
                <a:gd name="connsiteY56" fmla="*/ 490618 h 552695"/>
                <a:gd name="connsiteX57" fmla="*/ 81839 w 672826"/>
                <a:gd name="connsiteY57" fmla="*/ 548968 h 552695"/>
                <a:gd name="connsiteX58" fmla="*/ 62451 w 672826"/>
                <a:gd name="connsiteY58" fmla="*/ 548968 h 552695"/>
                <a:gd name="connsiteX59" fmla="*/ 62451 w 672826"/>
                <a:gd name="connsiteY59" fmla="*/ 491363 h 552695"/>
                <a:gd name="connsiteX60" fmla="*/ 42691 w 672826"/>
                <a:gd name="connsiteY60" fmla="*/ 469365 h 552695"/>
                <a:gd name="connsiteX61" fmla="*/ 19202 w 672826"/>
                <a:gd name="connsiteY61" fmla="*/ 485584 h 552695"/>
                <a:gd name="connsiteX62" fmla="*/ 19202 w 672826"/>
                <a:gd name="connsiteY62" fmla="*/ 548968 h 552695"/>
                <a:gd name="connsiteX63" fmla="*/ 0 w 672826"/>
                <a:gd name="connsiteY63" fmla="*/ 548968 h 552695"/>
                <a:gd name="connsiteX64" fmla="*/ 200884 w 672826"/>
                <a:gd name="connsiteY64" fmla="*/ 551764 h 552695"/>
                <a:gd name="connsiteX65" fmla="*/ 169569 w 672826"/>
                <a:gd name="connsiteY65" fmla="*/ 524546 h 552695"/>
                <a:gd name="connsiteX66" fmla="*/ 200517 w 672826"/>
                <a:gd name="connsiteY66" fmla="*/ 496769 h 552695"/>
                <a:gd name="connsiteX67" fmla="*/ 230902 w 672826"/>
                <a:gd name="connsiteY67" fmla="*/ 491736 h 552695"/>
                <a:gd name="connsiteX68" fmla="*/ 230902 w 672826"/>
                <a:gd name="connsiteY68" fmla="*/ 486889 h 552695"/>
                <a:gd name="connsiteX69" fmla="*/ 210211 w 672826"/>
                <a:gd name="connsiteY69" fmla="*/ 468246 h 552695"/>
                <a:gd name="connsiteX70" fmla="*/ 186530 w 672826"/>
                <a:gd name="connsiteY70" fmla="*/ 480550 h 552695"/>
                <a:gd name="connsiteX71" fmla="*/ 172179 w 672826"/>
                <a:gd name="connsiteY71" fmla="*/ 469551 h 552695"/>
                <a:gd name="connsiteX72" fmla="*/ 210770 w 672826"/>
                <a:gd name="connsiteY72" fmla="*/ 451282 h 552695"/>
                <a:gd name="connsiteX73" fmla="*/ 250107 w 672826"/>
                <a:gd name="connsiteY73" fmla="*/ 486889 h 552695"/>
                <a:gd name="connsiteX74" fmla="*/ 250107 w 672826"/>
                <a:gd name="connsiteY74" fmla="*/ 548968 h 552695"/>
                <a:gd name="connsiteX75" fmla="*/ 230902 w 672826"/>
                <a:gd name="connsiteY75" fmla="*/ 548968 h 552695"/>
                <a:gd name="connsiteX76" fmla="*/ 230902 w 672826"/>
                <a:gd name="connsiteY76" fmla="*/ 538341 h 552695"/>
                <a:gd name="connsiteX77" fmla="*/ 200884 w 672826"/>
                <a:gd name="connsiteY77" fmla="*/ 551764 h 552695"/>
                <a:gd name="connsiteX78" fmla="*/ 188960 w 672826"/>
                <a:gd name="connsiteY78" fmla="*/ 523801 h 552695"/>
                <a:gd name="connsiteX79" fmla="*/ 204433 w 672826"/>
                <a:gd name="connsiteY79" fmla="*/ 536104 h 552695"/>
                <a:gd name="connsiteX80" fmla="*/ 230902 w 672826"/>
                <a:gd name="connsiteY80" fmla="*/ 521564 h 552695"/>
                <a:gd name="connsiteX81" fmla="*/ 230902 w 672826"/>
                <a:gd name="connsiteY81" fmla="*/ 505345 h 552695"/>
                <a:gd name="connsiteX82" fmla="*/ 205552 w 672826"/>
                <a:gd name="connsiteY82" fmla="*/ 509632 h 552695"/>
                <a:gd name="connsiteX83" fmla="*/ 188960 w 672826"/>
                <a:gd name="connsiteY83" fmla="*/ 523801 h 552695"/>
                <a:gd name="connsiteX84" fmla="*/ 318519 w 672826"/>
                <a:gd name="connsiteY84" fmla="*/ 455011 h 552695"/>
                <a:gd name="connsiteX85" fmla="*/ 339210 w 672826"/>
                <a:gd name="connsiteY85" fmla="*/ 455011 h 552695"/>
                <a:gd name="connsiteX86" fmla="*/ 366799 w 672826"/>
                <a:gd name="connsiteY86" fmla="*/ 528088 h 552695"/>
                <a:gd name="connsiteX87" fmla="*/ 394204 w 672826"/>
                <a:gd name="connsiteY87" fmla="*/ 455011 h 552695"/>
                <a:gd name="connsiteX88" fmla="*/ 415087 w 672826"/>
                <a:gd name="connsiteY88" fmla="*/ 455011 h 552695"/>
                <a:gd name="connsiteX89" fmla="*/ 379474 w 672826"/>
                <a:gd name="connsiteY89" fmla="*/ 548968 h 552695"/>
                <a:gd name="connsiteX90" fmla="*/ 353940 w 672826"/>
                <a:gd name="connsiteY90" fmla="*/ 548968 h 552695"/>
                <a:gd name="connsiteX91" fmla="*/ 318519 w 672826"/>
                <a:gd name="connsiteY91" fmla="*/ 455011 h 552695"/>
                <a:gd name="connsiteX92" fmla="*/ 443068 w 672826"/>
                <a:gd name="connsiteY92" fmla="*/ 434132 h 552695"/>
                <a:gd name="connsiteX93" fmla="*/ 430017 w 672826"/>
                <a:gd name="connsiteY93" fmla="*/ 421082 h 552695"/>
                <a:gd name="connsiteX94" fmla="*/ 443068 w 672826"/>
                <a:gd name="connsiteY94" fmla="*/ 408032 h 552695"/>
                <a:gd name="connsiteX95" fmla="*/ 456119 w 672826"/>
                <a:gd name="connsiteY95" fmla="*/ 421082 h 552695"/>
                <a:gd name="connsiteX96" fmla="*/ 443068 w 672826"/>
                <a:gd name="connsiteY96" fmla="*/ 434132 h 552695"/>
                <a:gd name="connsiteX97" fmla="*/ 433374 w 672826"/>
                <a:gd name="connsiteY97" fmla="*/ 548968 h 552695"/>
                <a:gd name="connsiteX98" fmla="*/ 433374 w 672826"/>
                <a:gd name="connsiteY98" fmla="*/ 455011 h 552695"/>
                <a:gd name="connsiteX99" fmla="*/ 452579 w 672826"/>
                <a:gd name="connsiteY99" fmla="*/ 455011 h 552695"/>
                <a:gd name="connsiteX100" fmla="*/ 452579 w 672826"/>
                <a:gd name="connsiteY100" fmla="*/ 548968 h 552695"/>
                <a:gd name="connsiteX101" fmla="*/ 433374 w 672826"/>
                <a:gd name="connsiteY101" fmla="*/ 548968 h 552695"/>
                <a:gd name="connsiteX102" fmla="*/ 484918 w 672826"/>
                <a:gd name="connsiteY102" fmla="*/ 548968 h 552695"/>
                <a:gd name="connsiteX103" fmla="*/ 484918 w 672826"/>
                <a:gd name="connsiteY103" fmla="*/ 409151 h 552695"/>
                <a:gd name="connsiteX104" fmla="*/ 504115 w 672826"/>
                <a:gd name="connsiteY104" fmla="*/ 409151 h 552695"/>
                <a:gd name="connsiteX105" fmla="*/ 504115 w 672826"/>
                <a:gd name="connsiteY105" fmla="*/ 548968 h 552695"/>
                <a:gd name="connsiteX106" fmla="*/ 484918 w 672826"/>
                <a:gd name="connsiteY106" fmla="*/ 548968 h 552695"/>
                <a:gd name="connsiteX107" fmla="*/ 536463 w 672826"/>
                <a:gd name="connsiteY107" fmla="*/ 548968 h 552695"/>
                <a:gd name="connsiteX108" fmla="*/ 536463 w 672826"/>
                <a:gd name="connsiteY108" fmla="*/ 409151 h 552695"/>
                <a:gd name="connsiteX109" fmla="*/ 555660 w 672826"/>
                <a:gd name="connsiteY109" fmla="*/ 409151 h 552695"/>
                <a:gd name="connsiteX110" fmla="*/ 555660 w 672826"/>
                <a:gd name="connsiteY110" fmla="*/ 548968 h 552695"/>
                <a:gd name="connsiteX111" fmla="*/ 536463 w 672826"/>
                <a:gd name="connsiteY111" fmla="*/ 548968 h 552695"/>
                <a:gd name="connsiteX112" fmla="*/ 672827 w 672826"/>
                <a:gd name="connsiteY112" fmla="*/ 533681 h 552695"/>
                <a:gd name="connsiteX113" fmla="*/ 632187 w 672826"/>
                <a:gd name="connsiteY113" fmla="*/ 552696 h 552695"/>
                <a:gd name="connsiteX114" fmla="*/ 580543 w 672826"/>
                <a:gd name="connsiteY114" fmla="*/ 501989 h 552695"/>
                <a:gd name="connsiteX115" fmla="*/ 628271 w 672826"/>
                <a:gd name="connsiteY115" fmla="*/ 451282 h 552695"/>
                <a:gd name="connsiteX116" fmla="*/ 670965 w 672826"/>
                <a:gd name="connsiteY116" fmla="*/ 492855 h 552695"/>
                <a:gd name="connsiteX117" fmla="*/ 669654 w 672826"/>
                <a:gd name="connsiteY117" fmla="*/ 504226 h 552695"/>
                <a:gd name="connsiteX118" fmla="*/ 600307 w 672826"/>
                <a:gd name="connsiteY118" fmla="*/ 504226 h 552695"/>
                <a:gd name="connsiteX119" fmla="*/ 632187 w 672826"/>
                <a:gd name="connsiteY119" fmla="*/ 535359 h 552695"/>
                <a:gd name="connsiteX120" fmla="*/ 658841 w 672826"/>
                <a:gd name="connsiteY120" fmla="*/ 522496 h 552695"/>
                <a:gd name="connsiteX121" fmla="*/ 672827 w 672826"/>
                <a:gd name="connsiteY121" fmla="*/ 533681 h 552695"/>
                <a:gd name="connsiteX122" fmla="*/ 627896 w 672826"/>
                <a:gd name="connsiteY122" fmla="*/ 467315 h 552695"/>
                <a:gd name="connsiteX123" fmla="*/ 601242 w 672826"/>
                <a:gd name="connsiteY123" fmla="*/ 489871 h 552695"/>
                <a:gd name="connsiteX124" fmla="*/ 651760 w 672826"/>
                <a:gd name="connsiteY124" fmla="*/ 489871 h 552695"/>
                <a:gd name="connsiteX125" fmla="*/ 627896 w 672826"/>
                <a:gd name="connsiteY125" fmla="*/ 467315 h 552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2826" h="552695">
                  <a:moveTo>
                    <a:pt x="4474" y="139817"/>
                  </a:moveTo>
                  <a:lnTo>
                    <a:pt x="4474" y="9321"/>
                  </a:lnTo>
                  <a:lnTo>
                    <a:pt x="44555" y="9321"/>
                  </a:lnTo>
                  <a:cubicBezTo>
                    <a:pt x="71959" y="9321"/>
                    <a:pt x="88737" y="23862"/>
                    <a:pt x="88737" y="46978"/>
                  </a:cubicBezTo>
                  <a:cubicBezTo>
                    <a:pt x="88737" y="70095"/>
                    <a:pt x="71959" y="84636"/>
                    <a:pt x="44555" y="84636"/>
                  </a:cubicBezTo>
                  <a:lnTo>
                    <a:pt x="25726" y="84636"/>
                  </a:lnTo>
                  <a:lnTo>
                    <a:pt x="25726" y="139817"/>
                  </a:lnTo>
                  <a:lnTo>
                    <a:pt x="4474" y="139817"/>
                  </a:lnTo>
                  <a:close/>
                  <a:moveTo>
                    <a:pt x="45488" y="27404"/>
                  </a:moveTo>
                  <a:lnTo>
                    <a:pt x="25726" y="27404"/>
                  </a:lnTo>
                  <a:lnTo>
                    <a:pt x="25726" y="66553"/>
                  </a:lnTo>
                  <a:lnTo>
                    <a:pt x="45488" y="66553"/>
                  </a:lnTo>
                  <a:cubicBezTo>
                    <a:pt x="58723" y="66553"/>
                    <a:pt x="66553" y="59096"/>
                    <a:pt x="66553" y="46606"/>
                  </a:cubicBezTo>
                  <a:cubicBezTo>
                    <a:pt x="66553" y="34861"/>
                    <a:pt x="58723" y="27404"/>
                    <a:pt x="45488" y="27404"/>
                  </a:cubicBezTo>
                  <a:close/>
                  <a:moveTo>
                    <a:pt x="110528" y="139817"/>
                  </a:moveTo>
                  <a:lnTo>
                    <a:pt x="110528" y="0"/>
                  </a:lnTo>
                  <a:lnTo>
                    <a:pt x="129730" y="0"/>
                  </a:lnTo>
                  <a:lnTo>
                    <a:pt x="129730" y="139817"/>
                  </a:lnTo>
                  <a:lnTo>
                    <a:pt x="110528" y="139817"/>
                  </a:lnTo>
                  <a:close/>
                  <a:moveTo>
                    <a:pt x="225825" y="99550"/>
                  </a:moveTo>
                  <a:lnTo>
                    <a:pt x="225825" y="45860"/>
                  </a:lnTo>
                  <a:lnTo>
                    <a:pt x="245214" y="45860"/>
                  </a:lnTo>
                  <a:lnTo>
                    <a:pt x="245214" y="98617"/>
                  </a:lnTo>
                  <a:cubicBezTo>
                    <a:pt x="245214" y="126768"/>
                    <a:pt x="228998" y="143545"/>
                    <a:pt x="202713" y="143545"/>
                  </a:cubicBezTo>
                  <a:cubicBezTo>
                    <a:pt x="176243" y="143545"/>
                    <a:pt x="160021" y="126768"/>
                    <a:pt x="160021" y="98617"/>
                  </a:cubicBezTo>
                  <a:lnTo>
                    <a:pt x="160021" y="45860"/>
                  </a:lnTo>
                  <a:lnTo>
                    <a:pt x="179408" y="45860"/>
                  </a:lnTo>
                  <a:lnTo>
                    <a:pt x="179408" y="99550"/>
                  </a:lnTo>
                  <a:cubicBezTo>
                    <a:pt x="179408" y="115768"/>
                    <a:pt x="187983" y="125462"/>
                    <a:pt x="202713" y="125462"/>
                  </a:cubicBezTo>
                  <a:cubicBezTo>
                    <a:pt x="217066" y="125462"/>
                    <a:pt x="225825" y="115768"/>
                    <a:pt x="225825" y="99550"/>
                  </a:cubicBezTo>
                  <a:close/>
                  <a:moveTo>
                    <a:pt x="265463" y="126580"/>
                  </a:moveTo>
                  <a:lnTo>
                    <a:pt x="278698" y="115022"/>
                  </a:lnTo>
                  <a:cubicBezTo>
                    <a:pt x="284852" y="122852"/>
                    <a:pt x="292308" y="127886"/>
                    <a:pt x="301627" y="127886"/>
                  </a:cubicBezTo>
                  <a:cubicBezTo>
                    <a:pt x="310762" y="127886"/>
                    <a:pt x="315797" y="122293"/>
                    <a:pt x="315797" y="115209"/>
                  </a:cubicBezTo>
                  <a:cubicBezTo>
                    <a:pt x="315797" y="96194"/>
                    <a:pt x="269747" y="103092"/>
                    <a:pt x="269747" y="69908"/>
                  </a:cubicBezTo>
                  <a:cubicBezTo>
                    <a:pt x="269747" y="54435"/>
                    <a:pt x="282798" y="42132"/>
                    <a:pt x="301627" y="42132"/>
                  </a:cubicBezTo>
                  <a:cubicBezTo>
                    <a:pt x="315421" y="42132"/>
                    <a:pt x="327545" y="48843"/>
                    <a:pt x="334250" y="57791"/>
                  </a:cubicBezTo>
                  <a:lnTo>
                    <a:pt x="321199" y="69163"/>
                  </a:lnTo>
                  <a:cubicBezTo>
                    <a:pt x="316173" y="62452"/>
                    <a:pt x="309643" y="57791"/>
                    <a:pt x="301819" y="57791"/>
                  </a:cubicBezTo>
                  <a:cubicBezTo>
                    <a:pt x="292868" y="57791"/>
                    <a:pt x="288392" y="63011"/>
                    <a:pt x="288392" y="69349"/>
                  </a:cubicBezTo>
                  <a:cubicBezTo>
                    <a:pt x="288392" y="88178"/>
                    <a:pt x="334442" y="81839"/>
                    <a:pt x="334442" y="114091"/>
                  </a:cubicBezTo>
                  <a:cubicBezTo>
                    <a:pt x="334250" y="132547"/>
                    <a:pt x="319337" y="143545"/>
                    <a:pt x="301819" y="143545"/>
                  </a:cubicBezTo>
                  <a:cubicBezTo>
                    <a:pt x="285971" y="143545"/>
                    <a:pt x="274222" y="137207"/>
                    <a:pt x="265463" y="126580"/>
                  </a:cubicBezTo>
                  <a:close/>
                  <a:moveTo>
                    <a:pt x="0" y="548968"/>
                  </a:moveTo>
                  <a:lnTo>
                    <a:pt x="0" y="455011"/>
                  </a:lnTo>
                  <a:lnTo>
                    <a:pt x="19202" y="455011"/>
                  </a:lnTo>
                  <a:lnTo>
                    <a:pt x="19202" y="463772"/>
                  </a:lnTo>
                  <a:cubicBezTo>
                    <a:pt x="25913" y="456502"/>
                    <a:pt x="34674" y="451282"/>
                    <a:pt x="47165" y="451282"/>
                  </a:cubicBezTo>
                  <a:cubicBezTo>
                    <a:pt x="60028" y="451282"/>
                    <a:pt x="70841" y="457062"/>
                    <a:pt x="76806" y="468246"/>
                  </a:cubicBezTo>
                  <a:cubicBezTo>
                    <a:pt x="84076" y="458925"/>
                    <a:pt x="93397" y="451282"/>
                    <a:pt x="109617" y="451282"/>
                  </a:cubicBezTo>
                  <a:cubicBezTo>
                    <a:pt x="129191" y="451282"/>
                    <a:pt x="144291" y="464704"/>
                    <a:pt x="144291" y="490618"/>
                  </a:cubicBezTo>
                  <a:lnTo>
                    <a:pt x="144291" y="548968"/>
                  </a:lnTo>
                  <a:lnTo>
                    <a:pt x="124903" y="548968"/>
                  </a:lnTo>
                  <a:lnTo>
                    <a:pt x="124903" y="491363"/>
                  </a:lnTo>
                  <a:cubicBezTo>
                    <a:pt x="124903" y="477567"/>
                    <a:pt x="117260" y="469365"/>
                    <a:pt x="105143" y="469365"/>
                  </a:cubicBezTo>
                  <a:cubicBezTo>
                    <a:pt x="93957" y="469365"/>
                    <a:pt x="86687" y="476449"/>
                    <a:pt x="81653" y="485397"/>
                  </a:cubicBezTo>
                  <a:cubicBezTo>
                    <a:pt x="81839" y="487076"/>
                    <a:pt x="81839" y="488753"/>
                    <a:pt x="81839" y="490618"/>
                  </a:cubicBezTo>
                  <a:lnTo>
                    <a:pt x="81839" y="548968"/>
                  </a:lnTo>
                  <a:lnTo>
                    <a:pt x="62451" y="548968"/>
                  </a:lnTo>
                  <a:lnTo>
                    <a:pt x="62451" y="491363"/>
                  </a:lnTo>
                  <a:cubicBezTo>
                    <a:pt x="62451" y="477567"/>
                    <a:pt x="54995" y="469365"/>
                    <a:pt x="42691" y="469365"/>
                  </a:cubicBezTo>
                  <a:cubicBezTo>
                    <a:pt x="30760" y="469365"/>
                    <a:pt x="23676" y="477567"/>
                    <a:pt x="19202" y="485584"/>
                  </a:cubicBezTo>
                  <a:lnTo>
                    <a:pt x="19202" y="548968"/>
                  </a:lnTo>
                  <a:lnTo>
                    <a:pt x="0" y="548968"/>
                  </a:lnTo>
                  <a:close/>
                  <a:moveTo>
                    <a:pt x="200884" y="551764"/>
                  </a:moveTo>
                  <a:cubicBezTo>
                    <a:pt x="182247" y="551764"/>
                    <a:pt x="169569" y="541138"/>
                    <a:pt x="169569" y="524546"/>
                  </a:cubicBezTo>
                  <a:cubicBezTo>
                    <a:pt x="169569" y="510378"/>
                    <a:pt x="180568" y="500125"/>
                    <a:pt x="200517" y="496769"/>
                  </a:cubicBezTo>
                  <a:lnTo>
                    <a:pt x="230902" y="491736"/>
                  </a:lnTo>
                  <a:lnTo>
                    <a:pt x="230902" y="486889"/>
                  </a:lnTo>
                  <a:cubicBezTo>
                    <a:pt x="230902" y="475331"/>
                    <a:pt x="222327" y="468246"/>
                    <a:pt x="210211" y="468246"/>
                  </a:cubicBezTo>
                  <a:cubicBezTo>
                    <a:pt x="199957" y="468246"/>
                    <a:pt x="191941" y="472907"/>
                    <a:pt x="186530" y="480550"/>
                  </a:cubicBezTo>
                  <a:lnTo>
                    <a:pt x="172179" y="469551"/>
                  </a:lnTo>
                  <a:cubicBezTo>
                    <a:pt x="180568" y="458367"/>
                    <a:pt x="193987" y="451282"/>
                    <a:pt x="210770" y="451282"/>
                  </a:cubicBezTo>
                  <a:cubicBezTo>
                    <a:pt x="236121" y="451282"/>
                    <a:pt x="250107" y="466196"/>
                    <a:pt x="250107" y="486889"/>
                  </a:cubicBezTo>
                  <a:lnTo>
                    <a:pt x="250107" y="548968"/>
                  </a:lnTo>
                  <a:lnTo>
                    <a:pt x="230902" y="548968"/>
                  </a:lnTo>
                  <a:lnTo>
                    <a:pt x="230902" y="538341"/>
                  </a:lnTo>
                  <a:cubicBezTo>
                    <a:pt x="224189" y="546544"/>
                    <a:pt x="212449" y="551764"/>
                    <a:pt x="200884" y="551764"/>
                  </a:cubicBezTo>
                  <a:close/>
                  <a:moveTo>
                    <a:pt x="188960" y="523801"/>
                  </a:moveTo>
                  <a:cubicBezTo>
                    <a:pt x="188960" y="531071"/>
                    <a:pt x="194738" y="536104"/>
                    <a:pt x="204433" y="536104"/>
                  </a:cubicBezTo>
                  <a:cubicBezTo>
                    <a:pt x="216173" y="536104"/>
                    <a:pt x="225308" y="530512"/>
                    <a:pt x="230902" y="521564"/>
                  </a:cubicBezTo>
                  <a:lnTo>
                    <a:pt x="230902" y="505345"/>
                  </a:lnTo>
                  <a:lnTo>
                    <a:pt x="205552" y="509632"/>
                  </a:lnTo>
                  <a:cubicBezTo>
                    <a:pt x="193803" y="511683"/>
                    <a:pt x="188960" y="516717"/>
                    <a:pt x="188960" y="523801"/>
                  </a:cubicBezTo>
                  <a:close/>
                  <a:moveTo>
                    <a:pt x="318519" y="455011"/>
                  </a:moveTo>
                  <a:lnTo>
                    <a:pt x="339210" y="455011"/>
                  </a:lnTo>
                  <a:lnTo>
                    <a:pt x="366799" y="528088"/>
                  </a:lnTo>
                  <a:lnTo>
                    <a:pt x="394204" y="455011"/>
                  </a:lnTo>
                  <a:lnTo>
                    <a:pt x="415087" y="455011"/>
                  </a:lnTo>
                  <a:lnTo>
                    <a:pt x="379474" y="548968"/>
                  </a:lnTo>
                  <a:lnTo>
                    <a:pt x="353940" y="548968"/>
                  </a:lnTo>
                  <a:lnTo>
                    <a:pt x="318519" y="455011"/>
                  </a:lnTo>
                  <a:close/>
                  <a:moveTo>
                    <a:pt x="443068" y="434132"/>
                  </a:moveTo>
                  <a:cubicBezTo>
                    <a:pt x="435987" y="434132"/>
                    <a:pt x="430017" y="428165"/>
                    <a:pt x="430017" y="421082"/>
                  </a:cubicBezTo>
                  <a:cubicBezTo>
                    <a:pt x="430017" y="413998"/>
                    <a:pt x="435987" y="408032"/>
                    <a:pt x="443068" y="408032"/>
                  </a:cubicBezTo>
                  <a:cubicBezTo>
                    <a:pt x="450149" y="408032"/>
                    <a:pt x="456119" y="413998"/>
                    <a:pt x="456119" y="421082"/>
                  </a:cubicBezTo>
                  <a:cubicBezTo>
                    <a:pt x="456119" y="428165"/>
                    <a:pt x="450149" y="434132"/>
                    <a:pt x="443068" y="434132"/>
                  </a:cubicBezTo>
                  <a:close/>
                  <a:moveTo>
                    <a:pt x="433374" y="548968"/>
                  </a:moveTo>
                  <a:lnTo>
                    <a:pt x="433374" y="455011"/>
                  </a:lnTo>
                  <a:lnTo>
                    <a:pt x="452579" y="455011"/>
                  </a:lnTo>
                  <a:lnTo>
                    <a:pt x="452579" y="548968"/>
                  </a:lnTo>
                  <a:lnTo>
                    <a:pt x="433374" y="548968"/>
                  </a:lnTo>
                  <a:close/>
                  <a:moveTo>
                    <a:pt x="484918" y="548968"/>
                  </a:moveTo>
                  <a:lnTo>
                    <a:pt x="484918" y="409151"/>
                  </a:lnTo>
                  <a:lnTo>
                    <a:pt x="504115" y="409151"/>
                  </a:lnTo>
                  <a:lnTo>
                    <a:pt x="504115" y="548968"/>
                  </a:lnTo>
                  <a:lnTo>
                    <a:pt x="484918" y="548968"/>
                  </a:lnTo>
                  <a:close/>
                  <a:moveTo>
                    <a:pt x="536463" y="548968"/>
                  </a:moveTo>
                  <a:lnTo>
                    <a:pt x="536463" y="409151"/>
                  </a:lnTo>
                  <a:lnTo>
                    <a:pt x="555660" y="409151"/>
                  </a:lnTo>
                  <a:lnTo>
                    <a:pt x="555660" y="548968"/>
                  </a:lnTo>
                  <a:lnTo>
                    <a:pt x="536463" y="548968"/>
                  </a:lnTo>
                  <a:close/>
                  <a:moveTo>
                    <a:pt x="672827" y="533681"/>
                  </a:moveTo>
                  <a:cubicBezTo>
                    <a:pt x="664059" y="545426"/>
                    <a:pt x="649706" y="552696"/>
                    <a:pt x="632187" y="552696"/>
                  </a:cubicBezTo>
                  <a:cubicBezTo>
                    <a:pt x="599748" y="552696"/>
                    <a:pt x="580543" y="529394"/>
                    <a:pt x="580543" y="501989"/>
                  </a:cubicBezTo>
                  <a:cubicBezTo>
                    <a:pt x="580543" y="473839"/>
                    <a:pt x="598445" y="451282"/>
                    <a:pt x="628271" y="451282"/>
                  </a:cubicBezTo>
                  <a:cubicBezTo>
                    <a:pt x="654181" y="451282"/>
                    <a:pt x="670965" y="468992"/>
                    <a:pt x="670965" y="492855"/>
                  </a:cubicBezTo>
                  <a:cubicBezTo>
                    <a:pt x="670965" y="497142"/>
                    <a:pt x="670405" y="501430"/>
                    <a:pt x="669654" y="504226"/>
                  </a:cubicBezTo>
                  <a:lnTo>
                    <a:pt x="600307" y="504226"/>
                  </a:lnTo>
                  <a:cubicBezTo>
                    <a:pt x="601610" y="524733"/>
                    <a:pt x="614101" y="535359"/>
                    <a:pt x="632187" y="535359"/>
                  </a:cubicBezTo>
                  <a:cubicBezTo>
                    <a:pt x="643560" y="535359"/>
                    <a:pt x="653062" y="530325"/>
                    <a:pt x="658841" y="522496"/>
                  </a:cubicBezTo>
                  <a:lnTo>
                    <a:pt x="672827" y="533681"/>
                  </a:lnTo>
                  <a:close/>
                  <a:moveTo>
                    <a:pt x="627896" y="467315"/>
                  </a:moveTo>
                  <a:cubicBezTo>
                    <a:pt x="613918" y="467315"/>
                    <a:pt x="604223" y="475331"/>
                    <a:pt x="601242" y="489871"/>
                  </a:cubicBezTo>
                  <a:lnTo>
                    <a:pt x="651760" y="489871"/>
                  </a:lnTo>
                  <a:cubicBezTo>
                    <a:pt x="651384" y="478127"/>
                    <a:pt x="643001" y="467315"/>
                    <a:pt x="627896" y="467315"/>
                  </a:cubicBezTo>
                  <a:close/>
                </a:path>
              </a:pathLst>
            </a:custGeom>
            <a:solidFill>
              <a:srgbClr val="000091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CA2CA985-3AC2-2423-BACC-CFE218277DFE}"/>
                </a:ext>
              </a:extLst>
            </p:cNvPr>
            <p:cNvSpPr/>
            <p:nvPr/>
          </p:nvSpPr>
          <p:spPr>
            <a:xfrm>
              <a:off x="11305180" y="390105"/>
              <a:ext cx="671976" cy="153415"/>
            </a:xfrm>
            <a:custGeom>
              <a:avLst/>
              <a:gdLst>
                <a:gd name="connsiteX0" fmla="*/ 0 w 671976"/>
                <a:gd name="connsiteY0" fmla="*/ 49014 h 153415"/>
                <a:gd name="connsiteX1" fmla="*/ 18728 w 671976"/>
                <a:gd name="connsiteY1" fmla="*/ 49014 h 153415"/>
                <a:gd name="connsiteX2" fmla="*/ 18728 w 671976"/>
                <a:gd name="connsiteY2" fmla="*/ 39848 h 153415"/>
                <a:gd name="connsiteX3" fmla="*/ 60569 w 671976"/>
                <a:gd name="connsiteY3" fmla="*/ 0 h 153415"/>
                <a:gd name="connsiteX4" fmla="*/ 84877 w 671976"/>
                <a:gd name="connsiteY4" fmla="*/ 5380 h 153415"/>
                <a:gd name="connsiteX5" fmla="*/ 71528 w 671976"/>
                <a:gd name="connsiteY5" fmla="*/ 31879 h 153415"/>
                <a:gd name="connsiteX6" fmla="*/ 61167 w 671976"/>
                <a:gd name="connsiteY6" fmla="*/ 28292 h 153415"/>
                <a:gd name="connsiteX7" fmla="*/ 50607 w 671976"/>
                <a:gd name="connsiteY7" fmla="*/ 38852 h 153415"/>
                <a:gd name="connsiteX8" fmla="*/ 50607 w 671976"/>
                <a:gd name="connsiteY8" fmla="*/ 49014 h 153415"/>
                <a:gd name="connsiteX9" fmla="*/ 78103 w 671976"/>
                <a:gd name="connsiteY9" fmla="*/ 49014 h 153415"/>
                <a:gd name="connsiteX10" fmla="*/ 78103 w 671976"/>
                <a:gd name="connsiteY10" fmla="*/ 77305 h 153415"/>
                <a:gd name="connsiteX11" fmla="*/ 50607 w 671976"/>
                <a:gd name="connsiteY11" fmla="*/ 77305 h 153415"/>
                <a:gd name="connsiteX12" fmla="*/ 50607 w 671976"/>
                <a:gd name="connsiteY12" fmla="*/ 149431 h 153415"/>
                <a:gd name="connsiteX13" fmla="*/ 18728 w 671976"/>
                <a:gd name="connsiteY13" fmla="*/ 149431 h 153415"/>
                <a:gd name="connsiteX14" fmla="*/ 18728 w 671976"/>
                <a:gd name="connsiteY14" fmla="*/ 77305 h 153415"/>
                <a:gd name="connsiteX15" fmla="*/ 0 w 671976"/>
                <a:gd name="connsiteY15" fmla="*/ 77305 h 153415"/>
                <a:gd name="connsiteX16" fmla="*/ 0 w 671976"/>
                <a:gd name="connsiteY16" fmla="*/ 49014 h 153415"/>
                <a:gd name="connsiteX17" fmla="*/ 94212 w 671976"/>
                <a:gd name="connsiteY17" fmla="*/ 149431 h 153415"/>
                <a:gd name="connsiteX18" fmla="*/ 94212 w 671976"/>
                <a:gd name="connsiteY18" fmla="*/ 49014 h 153415"/>
                <a:gd name="connsiteX19" fmla="*/ 125892 w 671976"/>
                <a:gd name="connsiteY19" fmla="*/ 49014 h 153415"/>
                <a:gd name="connsiteX20" fmla="*/ 125892 w 671976"/>
                <a:gd name="connsiteY20" fmla="*/ 57183 h 153415"/>
                <a:gd name="connsiteX21" fmla="*/ 150199 w 671976"/>
                <a:gd name="connsiteY21" fmla="*/ 47021 h 153415"/>
                <a:gd name="connsiteX22" fmla="*/ 159364 w 671976"/>
                <a:gd name="connsiteY22" fmla="*/ 48416 h 153415"/>
                <a:gd name="connsiteX23" fmla="*/ 159364 w 671976"/>
                <a:gd name="connsiteY23" fmla="*/ 79697 h 153415"/>
                <a:gd name="connsiteX24" fmla="*/ 147012 w 671976"/>
                <a:gd name="connsiteY24" fmla="*/ 78301 h 153415"/>
                <a:gd name="connsiteX25" fmla="*/ 125892 w 671976"/>
                <a:gd name="connsiteY25" fmla="*/ 88463 h 153415"/>
                <a:gd name="connsiteX26" fmla="*/ 125892 w 671976"/>
                <a:gd name="connsiteY26" fmla="*/ 149431 h 153415"/>
                <a:gd name="connsiteX27" fmla="*/ 94212 w 671976"/>
                <a:gd name="connsiteY27" fmla="*/ 149431 h 153415"/>
                <a:gd name="connsiteX28" fmla="*/ 201286 w 671976"/>
                <a:gd name="connsiteY28" fmla="*/ 152420 h 153415"/>
                <a:gd name="connsiteX29" fmla="*/ 166816 w 671976"/>
                <a:gd name="connsiteY29" fmla="*/ 121139 h 153415"/>
                <a:gd name="connsiteX30" fmla="*/ 200485 w 671976"/>
                <a:gd name="connsiteY30" fmla="*/ 90456 h 153415"/>
                <a:gd name="connsiteX31" fmla="*/ 228783 w 671976"/>
                <a:gd name="connsiteY31" fmla="*/ 85674 h 153415"/>
                <a:gd name="connsiteX32" fmla="*/ 212642 w 671976"/>
                <a:gd name="connsiteY32" fmla="*/ 72324 h 153415"/>
                <a:gd name="connsiteX33" fmla="*/ 193513 w 671976"/>
                <a:gd name="connsiteY33" fmla="*/ 82885 h 153415"/>
                <a:gd name="connsiteX34" fmla="*/ 170402 w 671976"/>
                <a:gd name="connsiteY34" fmla="*/ 65351 h 153415"/>
                <a:gd name="connsiteX35" fmla="*/ 213636 w 671976"/>
                <a:gd name="connsiteY35" fmla="*/ 45028 h 153415"/>
                <a:gd name="connsiteX36" fmla="*/ 260263 w 671976"/>
                <a:gd name="connsiteY36" fmla="*/ 86072 h 153415"/>
                <a:gd name="connsiteX37" fmla="*/ 260263 w 671976"/>
                <a:gd name="connsiteY37" fmla="*/ 149431 h 153415"/>
                <a:gd name="connsiteX38" fmla="*/ 228783 w 671976"/>
                <a:gd name="connsiteY38" fmla="*/ 149431 h 153415"/>
                <a:gd name="connsiteX39" fmla="*/ 228783 w 671976"/>
                <a:gd name="connsiteY39" fmla="*/ 141860 h 153415"/>
                <a:gd name="connsiteX40" fmla="*/ 201286 w 671976"/>
                <a:gd name="connsiteY40" fmla="*/ 152420 h 153415"/>
                <a:gd name="connsiteX41" fmla="*/ 198097 w 671976"/>
                <a:gd name="connsiteY41" fmla="*/ 119545 h 153415"/>
                <a:gd name="connsiteX42" fmla="*/ 208259 w 671976"/>
                <a:gd name="connsiteY42" fmla="*/ 127913 h 153415"/>
                <a:gd name="connsiteX43" fmla="*/ 228783 w 671976"/>
                <a:gd name="connsiteY43" fmla="*/ 117154 h 153415"/>
                <a:gd name="connsiteX44" fmla="*/ 228783 w 671976"/>
                <a:gd name="connsiteY44" fmla="*/ 107192 h 153415"/>
                <a:gd name="connsiteX45" fmla="*/ 209052 w 671976"/>
                <a:gd name="connsiteY45" fmla="*/ 110579 h 153415"/>
                <a:gd name="connsiteX46" fmla="*/ 198097 w 671976"/>
                <a:gd name="connsiteY46" fmla="*/ 119545 h 153415"/>
                <a:gd name="connsiteX47" fmla="*/ 289362 w 671976"/>
                <a:gd name="connsiteY47" fmla="*/ 33074 h 153415"/>
                <a:gd name="connsiteX48" fmla="*/ 262066 w 671976"/>
                <a:gd name="connsiteY48" fmla="*/ 33074 h 153415"/>
                <a:gd name="connsiteX49" fmla="*/ 282390 w 671976"/>
                <a:gd name="connsiteY49" fmla="*/ 0 h 153415"/>
                <a:gd name="connsiteX50" fmla="*/ 321836 w 671976"/>
                <a:gd name="connsiteY50" fmla="*/ 0 h 153415"/>
                <a:gd name="connsiteX51" fmla="*/ 342160 w 671976"/>
                <a:gd name="connsiteY51" fmla="*/ 33074 h 153415"/>
                <a:gd name="connsiteX52" fmla="*/ 314863 w 671976"/>
                <a:gd name="connsiteY52" fmla="*/ 33074 h 153415"/>
                <a:gd name="connsiteX53" fmla="*/ 302113 w 671976"/>
                <a:gd name="connsiteY53" fmla="*/ 13747 h 153415"/>
                <a:gd name="connsiteX54" fmla="*/ 289362 w 671976"/>
                <a:gd name="connsiteY54" fmla="*/ 33074 h 153415"/>
                <a:gd name="connsiteX55" fmla="*/ 286173 w 671976"/>
                <a:gd name="connsiteY55" fmla="*/ 149431 h 153415"/>
                <a:gd name="connsiteX56" fmla="*/ 286173 w 671976"/>
                <a:gd name="connsiteY56" fmla="*/ 49014 h 153415"/>
                <a:gd name="connsiteX57" fmla="*/ 317853 w 671976"/>
                <a:gd name="connsiteY57" fmla="*/ 49014 h 153415"/>
                <a:gd name="connsiteX58" fmla="*/ 317853 w 671976"/>
                <a:gd name="connsiteY58" fmla="*/ 149431 h 153415"/>
                <a:gd name="connsiteX59" fmla="*/ 286173 w 671976"/>
                <a:gd name="connsiteY59" fmla="*/ 149431 h 153415"/>
                <a:gd name="connsiteX60" fmla="*/ 394706 w 671976"/>
                <a:gd name="connsiteY60" fmla="*/ 123729 h 153415"/>
                <a:gd name="connsiteX61" fmla="*/ 412642 w 671976"/>
                <a:gd name="connsiteY61" fmla="*/ 114564 h 153415"/>
                <a:gd name="connsiteX62" fmla="*/ 437350 w 671976"/>
                <a:gd name="connsiteY62" fmla="*/ 133292 h 153415"/>
                <a:gd name="connsiteX63" fmla="*/ 394506 w 671976"/>
                <a:gd name="connsiteY63" fmla="*/ 153416 h 153415"/>
                <a:gd name="connsiteX64" fmla="*/ 338719 w 671976"/>
                <a:gd name="connsiteY64" fmla="*/ 99222 h 153415"/>
                <a:gd name="connsiteX65" fmla="*/ 394506 w 671976"/>
                <a:gd name="connsiteY65" fmla="*/ 45028 h 153415"/>
                <a:gd name="connsiteX66" fmla="*/ 437350 w 671976"/>
                <a:gd name="connsiteY66" fmla="*/ 65152 h 153415"/>
                <a:gd name="connsiteX67" fmla="*/ 412642 w 671976"/>
                <a:gd name="connsiteY67" fmla="*/ 83881 h 153415"/>
                <a:gd name="connsiteX68" fmla="*/ 394113 w 671976"/>
                <a:gd name="connsiteY68" fmla="*/ 74715 h 153415"/>
                <a:gd name="connsiteX69" fmla="*/ 371593 w 671976"/>
                <a:gd name="connsiteY69" fmla="*/ 99222 h 153415"/>
                <a:gd name="connsiteX70" fmla="*/ 394706 w 671976"/>
                <a:gd name="connsiteY70" fmla="*/ 123729 h 153415"/>
                <a:gd name="connsiteX71" fmla="*/ 453816 w 671976"/>
                <a:gd name="connsiteY71" fmla="*/ 149431 h 153415"/>
                <a:gd name="connsiteX72" fmla="*/ 453816 w 671976"/>
                <a:gd name="connsiteY72" fmla="*/ 0 h 153415"/>
                <a:gd name="connsiteX73" fmla="*/ 485496 w 671976"/>
                <a:gd name="connsiteY73" fmla="*/ 0 h 153415"/>
                <a:gd name="connsiteX74" fmla="*/ 485496 w 671976"/>
                <a:gd name="connsiteY74" fmla="*/ 54592 h 153415"/>
                <a:gd name="connsiteX75" fmla="*/ 512191 w 671976"/>
                <a:gd name="connsiteY75" fmla="*/ 45028 h 153415"/>
                <a:gd name="connsiteX76" fmla="*/ 551044 w 671976"/>
                <a:gd name="connsiteY76" fmla="*/ 90456 h 153415"/>
                <a:gd name="connsiteX77" fmla="*/ 551044 w 671976"/>
                <a:gd name="connsiteY77" fmla="*/ 149431 h 153415"/>
                <a:gd name="connsiteX78" fmla="*/ 519163 w 671976"/>
                <a:gd name="connsiteY78" fmla="*/ 149431 h 153415"/>
                <a:gd name="connsiteX79" fmla="*/ 519163 w 671976"/>
                <a:gd name="connsiteY79" fmla="*/ 91850 h 153415"/>
                <a:gd name="connsiteX80" fmla="*/ 503624 w 671976"/>
                <a:gd name="connsiteY80" fmla="*/ 74715 h 153415"/>
                <a:gd name="connsiteX81" fmla="*/ 485496 w 671976"/>
                <a:gd name="connsiteY81" fmla="*/ 86869 h 153415"/>
                <a:gd name="connsiteX82" fmla="*/ 485496 w 671976"/>
                <a:gd name="connsiteY82" fmla="*/ 149431 h 153415"/>
                <a:gd name="connsiteX83" fmla="*/ 453816 w 671976"/>
                <a:gd name="connsiteY83" fmla="*/ 149431 h 153415"/>
                <a:gd name="connsiteX84" fmla="*/ 671977 w 671976"/>
                <a:gd name="connsiteY84" fmla="*/ 133292 h 153415"/>
                <a:gd name="connsiteX85" fmla="*/ 627346 w 671976"/>
                <a:gd name="connsiteY85" fmla="*/ 153416 h 153415"/>
                <a:gd name="connsiteX86" fmla="*/ 570958 w 671976"/>
                <a:gd name="connsiteY86" fmla="*/ 99222 h 153415"/>
                <a:gd name="connsiteX87" fmla="*/ 623163 w 671976"/>
                <a:gd name="connsiteY87" fmla="*/ 45028 h 153415"/>
                <a:gd name="connsiteX88" fmla="*/ 670382 w 671976"/>
                <a:gd name="connsiteY88" fmla="*/ 91252 h 153415"/>
                <a:gd name="connsiteX89" fmla="*/ 668386 w 671976"/>
                <a:gd name="connsiteY89" fmla="*/ 107989 h 153415"/>
                <a:gd name="connsiteX90" fmla="*/ 603432 w 671976"/>
                <a:gd name="connsiteY90" fmla="*/ 107989 h 153415"/>
                <a:gd name="connsiteX91" fmla="*/ 627146 w 671976"/>
                <a:gd name="connsiteY91" fmla="*/ 125123 h 153415"/>
                <a:gd name="connsiteX92" fmla="*/ 649657 w 671976"/>
                <a:gd name="connsiteY92" fmla="*/ 115560 h 153415"/>
                <a:gd name="connsiteX93" fmla="*/ 671977 w 671976"/>
                <a:gd name="connsiteY93" fmla="*/ 133292 h 153415"/>
                <a:gd name="connsiteX94" fmla="*/ 622361 w 671976"/>
                <a:gd name="connsiteY94" fmla="*/ 70532 h 153415"/>
                <a:gd name="connsiteX95" fmla="*/ 603632 w 671976"/>
                <a:gd name="connsiteY95" fmla="*/ 85674 h 153415"/>
                <a:gd name="connsiteX96" fmla="*/ 639696 w 671976"/>
                <a:gd name="connsiteY96" fmla="*/ 85674 h 153415"/>
                <a:gd name="connsiteX97" fmla="*/ 622361 w 671976"/>
                <a:gd name="connsiteY97" fmla="*/ 70532 h 153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671976" h="153415">
                  <a:moveTo>
                    <a:pt x="0" y="49014"/>
                  </a:moveTo>
                  <a:lnTo>
                    <a:pt x="18728" y="49014"/>
                  </a:lnTo>
                  <a:lnTo>
                    <a:pt x="18728" y="39848"/>
                  </a:lnTo>
                  <a:cubicBezTo>
                    <a:pt x="18728" y="18530"/>
                    <a:pt x="33074" y="0"/>
                    <a:pt x="60569" y="0"/>
                  </a:cubicBezTo>
                  <a:cubicBezTo>
                    <a:pt x="69734" y="0"/>
                    <a:pt x="77704" y="1992"/>
                    <a:pt x="84877" y="5380"/>
                  </a:cubicBezTo>
                  <a:lnTo>
                    <a:pt x="71528" y="31879"/>
                  </a:lnTo>
                  <a:cubicBezTo>
                    <a:pt x="69336" y="30085"/>
                    <a:pt x="65750" y="28292"/>
                    <a:pt x="61167" y="28292"/>
                  </a:cubicBezTo>
                  <a:cubicBezTo>
                    <a:pt x="54592" y="28292"/>
                    <a:pt x="50607" y="32675"/>
                    <a:pt x="50607" y="38852"/>
                  </a:cubicBezTo>
                  <a:lnTo>
                    <a:pt x="50607" y="49014"/>
                  </a:lnTo>
                  <a:lnTo>
                    <a:pt x="78103" y="49014"/>
                  </a:lnTo>
                  <a:lnTo>
                    <a:pt x="78103" y="77305"/>
                  </a:lnTo>
                  <a:lnTo>
                    <a:pt x="50607" y="77305"/>
                  </a:lnTo>
                  <a:lnTo>
                    <a:pt x="50607" y="149431"/>
                  </a:lnTo>
                  <a:lnTo>
                    <a:pt x="18728" y="149431"/>
                  </a:lnTo>
                  <a:lnTo>
                    <a:pt x="18728" y="77305"/>
                  </a:lnTo>
                  <a:lnTo>
                    <a:pt x="0" y="77305"/>
                  </a:lnTo>
                  <a:lnTo>
                    <a:pt x="0" y="49014"/>
                  </a:lnTo>
                  <a:close/>
                  <a:moveTo>
                    <a:pt x="94212" y="149431"/>
                  </a:moveTo>
                  <a:lnTo>
                    <a:pt x="94212" y="49014"/>
                  </a:lnTo>
                  <a:lnTo>
                    <a:pt x="125892" y="49014"/>
                  </a:lnTo>
                  <a:lnTo>
                    <a:pt x="125892" y="57183"/>
                  </a:lnTo>
                  <a:cubicBezTo>
                    <a:pt x="132069" y="51404"/>
                    <a:pt x="139839" y="47021"/>
                    <a:pt x="150199" y="47021"/>
                  </a:cubicBezTo>
                  <a:cubicBezTo>
                    <a:pt x="153786" y="47021"/>
                    <a:pt x="156974" y="47618"/>
                    <a:pt x="159364" y="48416"/>
                  </a:cubicBezTo>
                  <a:lnTo>
                    <a:pt x="159364" y="79697"/>
                  </a:lnTo>
                  <a:cubicBezTo>
                    <a:pt x="155978" y="78899"/>
                    <a:pt x="152192" y="78301"/>
                    <a:pt x="147012" y="78301"/>
                  </a:cubicBezTo>
                  <a:cubicBezTo>
                    <a:pt x="135456" y="78301"/>
                    <a:pt x="127885" y="85076"/>
                    <a:pt x="125892" y="88463"/>
                  </a:cubicBezTo>
                  <a:lnTo>
                    <a:pt x="125892" y="149431"/>
                  </a:lnTo>
                  <a:lnTo>
                    <a:pt x="94212" y="149431"/>
                  </a:lnTo>
                  <a:close/>
                  <a:moveTo>
                    <a:pt x="201286" y="152420"/>
                  </a:moveTo>
                  <a:cubicBezTo>
                    <a:pt x="180962" y="152420"/>
                    <a:pt x="166816" y="140664"/>
                    <a:pt x="166816" y="121139"/>
                  </a:cubicBezTo>
                  <a:cubicBezTo>
                    <a:pt x="166816" y="105797"/>
                    <a:pt x="178571" y="94042"/>
                    <a:pt x="200485" y="90456"/>
                  </a:cubicBezTo>
                  <a:lnTo>
                    <a:pt x="228783" y="85674"/>
                  </a:lnTo>
                  <a:cubicBezTo>
                    <a:pt x="228583" y="78103"/>
                    <a:pt x="222003" y="72324"/>
                    <a:pt x="212642" y="72324"/>
                  </a:cubicBezTo>
                  <a:cubicBezTo>
                    <a:pt x="204276" y="72324"/>
                    <a:pt x="198097" y="76309"/>
                    <a:pt x="193513" y="82885"/>
                  </a:cubicBezTo>
                  <a:lnTo>
                    <a:pt x="170402" y="65351"/>
                  </a:lnTo>
                  <a:cubicBezTo>
                    <a:pt x="179567" y="52600"/>
                    <a:pt x="194907" y="45028"/>
                    <a:pt x="213636" y="45028"/>
                  </a:cubicBezTo>
                  <a:cubicBezTo>
                    <a:pt x="245516" y="45028"/>
                    <a:pt x="260263" y="64156"/>
                    <a:pt x="260263" y="86072"/>
                  </a:cubicBezTo>
                  <a:lnTo>
                    <a:pt x="260263" y="149431"/>
                  </a:lnTo>
                  <a:lnTo>
                    <a:pt x="228783" y="149431"/>
                  </a:lnTo>
                  <a:lnTo>
                    <a:pt x="228783" y="141860"/>
                  </a:lnTo>
                  <a:cubicBezTo>
                    <a:pt x="223205" y="148037"/>
                    <a:pt x="211841" y="152420"/>
                    <a:pt x="201286" y="152420"/>
                  </a:cubicBezTo>
                  <a:close/>
                  <a:moveTo>
                    <a:pt x="198097" y="119545"/>
                  </a:moveTo>
                  <a:cubicBezTo>
                    <a:pt x="198097" y="124725"/>
                    <a:pt x="202080" y="127913"/>
                    <a:pt x="208259" y="127913"/>
                  </a:cubicBezTo>
                  <a:cubicBezTo>
                    <a:pt x="218421" y="127913"/>
                    <a:pt x="224792" y="123131"/>
                    <a:pt x="228783" y="117154"/>
                  </a:cubicBezTo>
                  <a:lnTo>
                    <a:pt x="228783" y="107192"/>
                  </a:lnTo>
                  <a:lnTo>
                    <a:pt x="209052" y="110579"/>
                  </a:lnTo>
                  <a:cubicBezTo>
                    <a:pt x="200886" y="111974"/>
                    <a:pt x="198097" y="114962"/>
                    <a:pt x="198097" y="119545"/>
                  </a:cubicBezTo>
                  <a:close/>
                  <a:moveTo>
                    <a:pt x="289362" y="33074"/>
                  </a:moveTo>
                  <a:lnTo>
                    <a:pt x="262066" y="33074"/>
                  </a:lnTo>
                  <a:lnTo>
                    <a:pt x="282390" y="0"/>
                  </a:lnTo>
                  <a:lnTo>
                    <a:pt x="321836" y="0"/>
                  </a:lnTo>
                  <a:lnTo>
                    <a:pt x="342160" y="33074"/>
                  </a:lnTo>
                  <a:lnTo>
                    <a:pt x="314863" y="33074"/>
                  </a:lnTo>
                  <a:lnTo>
                    <a:pt x="302113" y="13747"/>
                  </a:lnTo>
                  <a:lnTo>
                    <a:pt x="289362" y="33074"/>
                  </a:lnTo>
                  <a:close/>
                  <a:moveTo>
                    <a:pt x="286173" y="149431"/>
                  </a:moveTo>
                  <a:lnTo>
                    <a:pt x="286173" y="49014"/>
                  </a:lnTo>
                  <a:lnTo>
                    <a:pt x="317853" y="49014"/>
                  </a:lnTo>
                  <a:lnTo>
                    <a:pt x="317853" y="149431"/>
                  </a:lnTo>
                  <a:lnTo>
                    <a:pt x="286173" y="149431"/>
                  </a:lnTo>
                  <a:close/>
                  <a:moveTo>
                    <a:pt x="394706" y="123729"/>
                  </a:moveTo>
                  <a:cubicBezTo>
                    <a:pt x="402680" y="123729"/>
                    <a:pt x="409052" y="119744"/>
                    <a:pt x="412642" y="114564"/>
                  </a:cubicBezTo>
                  <a:lnTo>
                    <a:pt x="437350" y="133292"/>
                  </a:lnTo>
                  <a:cubicBezTo>
                    <a:pt x="427981" y="145645"/>
                    <a:pt x="413035" y="153416"/>
                    <a:pt x="394506" y="153416"/>
                  </a:cubicBezTo>
                  <a:cubicBezTo>
                    <a:pt x="359043" y="153416"/>
                    <a:pt x="338719" y="128511"/>
                    <a:pt x="338719" y="99222"/>
                  </a:cubicBezTo>
                  <a:cubicBezTo>
                    <a:pt x="338719" y="69934"/>
                    <a:pt x="359043" y="45028"/>
                    <a:pt x="394506" y="45028"/>
                  </a:cubicBezTo>
                  <a:cubicBezTo>
                    <a:pt x="413035" y="45028"/>
                    <a:pt x="427981" y="52799"/>
                    <a:pt x="437350" y="65152"/>
                  </a:cubicBezTo>
                  <a:lnTo>
                    <a:pt x="412642" y="83881"/>
                  </a:lnTo>
                  <a:cubicBezTo>
                    <a:pt x="409052" y="78701"/>
                    <a:pt x="402881" y="74715"/>
                    <a:pt x="394113" y="74715"/>
                  </a:cubicBezTo>
                  <a:cubicBezTo>
                    <a:pt x="381163" y="74715"/>
                    <a:pt x="371593" y="84478"/>
                    <a:pt x="371593" y="99222"/>
                  </a:cubicBezTo>
                  <a:cubicBezTo>
                    <a:pt x="371593" y="114166"/>
                    <a:pt x="381163" y="123729"/>
                    <a:pt x="394706" y="123729"/>
                  </a:cubicBezTo>
                  <a:close/>
                  <a:moveTo>
                    <a:pt x="453816" y="149431"/>
                  </a:moveTo>
                  <a:lnTo>
                    <a:pt x="453816" y="0"/>
                  </a:lnTo>
                  <a:lnTo>
                    <a:pt x="485496" y="0"/>
                  </a:lnTo>
                  <a:lnTo>
                    <a:pt x="485496" y="54592"/>
                  </a:lnTo>
                  <a:cubicBezTo>
                    <a:pt x="492067" y="49014"/>
                    <a:pt x="500434" y="45028"/>
                    <a:pt x="512191" y="45028"/>
                  </a:cubicBezTo>
                  <a:cubicBezTo>
                    <a:pt x="533509" y="45028"/>
                    <a:pt x="551044" y="59971"/>
                    <a:pt x="551044" y="90456"/>
                  </a:cubicBezTo>
                  <a:lnTo>
                    <a:pt x="551044" y="149431"/>
                  </a:lnTo>
                  <a:lnTo>
                    <a:pt x="519163" y="149431"/>
                  </a:lnTo>
                  <a:lnTo>
                    <a:pt x="519163" y="91850"/>
                  </a:lnTo>
                  <a:cubicBezTo>
                    <a:pt x="519163" y="81689"/>
                    <a:pt x="513786" y="74715"/>
                    <a:pt x="503624" y="74715"/>
                  </a:cubicBezTo>
                  <a:cubicBezTo>
                    <a:pt x="492468" y="74715"/>
                    <a:pt x="487483" y="83482"/>
                    <a:pt x="485496" y="86869"/>
                  </a:cubicBezTo>
                  <a:lnTo>
                    <a:pt x="485496" y="149431"/>
                  </a:lnTo>
                  <a:lnTo>
                    <a:pt x="453816" y="149431"/>
                  </a:lnTo>
                  <a:close/>
                  <a:moveTo>
                    <a:pt x="671977" y="133292"/>
                  </a:moveTo>
                  <a:cubicBezTo>
                    <a:pt x="662408" y="145845"/>
                    <a:pt x="646668" y="153416"/>
                    <a:pt x="627346" y="153416"/>
                  </a:cubicBezTo>
                  <a:cubicBezTo>
                    <a:pt x="590481" y="153416"/>
                    <a:pt x="570958" y="128511"/>
                    <a:pt x="570958" y="99222"/>
                  </a:cubicBezTo>
                  <a:cubicBezTo>
                    <a:pt x="570958" y="70133"/>
                    <a:pt x="589086" y="45028"/>
                    <a:pt x="623163" y="45028"/>
                  </a:cubicBezTo>
                  <a:cubicBezTo>
                    <a:pt x="651653" y="45028"/>
                    <a:pt x="670382" y="63956"/>
                    <a:pt x="670382" y="91252"/>
                  </a:cubicBezTo>
                  <a:cubicBezTo>
                    <a:pt x="670382" y="98027"/>
                    <a:pt x="669380" y="104403"/>
                    <a:pt x="668386" y="107989"/>
                  </a:cubicBezTo>
                  <a:lnTo>
                    <a:pt x="603432" y="107989"/>
                  </a:lnTo>
                  <a:cubicBezTo>
                    <a:pt x="606421" y="121537"/>
                    <a:pt x="615188" y="125123"/>
                    <a:pt x="627146" y="125123"/>
                  </a:cubicBezTo>
                  <a:cubicBezTo>
                    <a:pt x="636707" y="125123"/>
                    <a:pt x="645073" y="121338"/>
                    <a:pt x="649657" y="115560"/>
                  </a:cubicBezTo>
                  <a:lnTo>
                    <a:pt x="671977" y="133292"/>
                  </a:lnTo>
                  <a:close/>
                  <a:moveTo>
                    <a:pt x="622361" y="70532"/>
                  </a:moveTo>
                  <a:cubicBezTo>
                    <a:pt x="612199" y="70532"/>
                    <a:pt x="606028" y="75513"/>
                    <a:pt x="603632" y="85674"/>
                  </a:cubicBezTo>
                  <a:lnTo>
                    <a:pt x="639696" y="85674"/>
                  </a:lnTo>
                  <a:cubicBezTo>
                    <a:pt x="639295" y="78899"/>
                    <a:pt x="634118" y="70532"/>
                    <a:pt x="622361" y="70532"/>
                  </a:cubicBezTo>
                  <a:close/>
                </a:path>
              </a:pathLst>
            </a:custGeom>
            <a:solidFill>
              <a:srgbClr val="417DC4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28486175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7CAA9-6ECD-8F49-8289-13579AAE1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4A7BA3-D950-9097-DDDD-F688CBFCC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263" y="345395"/>
            <a:ext cx="10031656" cy="6152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err="1">
                <a:latin typeface="Marianne" panose="02000000000000000000" pitchFamily="50" charset="0"/>
              </a:rPr>
              <a:t>Ressources</a:t>
            </a:r>
            <a:r>
              <a:rPr lang="en-US" sz="2800" dirty="0">
                <a:latin typeface="Marianne" panose="02000000000000000000" pitchFamily="50" charset="0"/>
              </a:rPr>
              <a:t> </a:t>
            </a:r>
            <a:r>
              <a:rPr lang="en-US" sz="2800" dirty="0" err="1">
                <a:latin typeface="Marianne" panose="02000000000000000000" pitchFamily="50" charset="0"/>
              </a:rPr>
              <a:t>utiles</a:t>
            </a:r>
            <a:r>
              <a:rPr lang="en-US" sz="2800" dirty="0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 {{</a:t>
            </a:r>
            <a:r>
              <a:rPr lang="en-US" sz="2800" dirty="0" err="1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pagination_ressources_utiles</a:t>
            </a:r>
            <a:r>
              <a:rPr lang="en-US" sz="2800" dirty="0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}}</a:t>
            </a:r>
          </a:p>
        </p:txBody>
      </p:sp>
      <p:sp>
        <p:nvSpPr>
          <p:cNvPr id="5" name="zone_titre_fiche_solution">
            <a:extLst>
              <a:ext uri="{FF2B5EF4-FFF2-40B4-BE49-F238E27FC236}">
                <a16:creationId xmlns:a16="http://schemas.microsoft.com/office/drawing/2014/main" id="{C76718D3-101C-1B45-FD71-3691F60DE7E5}"/>
              </a:ext>
            </a:extLst>
          </p:cNvPr>
          <p:cNvSpPr txBox="1"/>
          <p:nvPr/>
        </p:nvSpPr>
        <p:spPr>
          <a:xfrm>
            <a:off x="576262" y="1093598"/>
            <a:ext cx="110403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rgbClr val="161616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{{</a:t>
            </a:r>
            <a:r>
              <a:rPr lang="fr-FR" sz="2000" b="1" dirty="0" err="1">
                <a:solidFill>
                  <a:srgbClr val="161616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titre_fiche_solution</a:t>
            </a:r>
            <a:r>
              <a:rPr lang="fr-FR" sz="2000" b="1" dirty="0">
                <a:solidFill>
                  <a:srgbClr val="161616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}}</a:t>
            </a:r>
            <a:endParaRPr lang="fr-FR" sz="2000" dirty="0"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B62F42A1-9E9E-D546-190A-5C7D09368113}"/>
              </a:ext>
            </a:extLst>
          </p:cNvPr>
          <p:cNvCxnSpPr>
            <a:cxnSpLocks/>
          </p:cNvCxnSpPr>
          <p:nvPr/>
        </p:nvCxnSpPr>
        <p:spPr>
          <a:xfrm>
            <a:off x="576263" y="960689"/>
            <a:ext cx="1161573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BFBD2EB6-34B6-54D8-319B-95BBA847CB21}"/>
              </a:ext>
            </a:extLst>
          </p:cNvPr>
          <p:cNvCxnSpPr>
            <a:cxnSpLocks/>
          </p:cNvCxnSpPr>
          <p:nvPr/>
        </p:nvCxnSpPr>
        <p:spPr>
          <a:xfrm>
            <a:off x="576263" y="6512991"/>
            <a:ext cx="1161573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 3">
            <a:extLst>
              <a:ext uri="{FF2B5EF4-FFF2-40B4-BE49-F238E27FC236}">
                <a16:creationId xmlns:a16="http://schemas.microsoft.com/office/drawing/2014/main" id="{8B657D20-7F9C-8851-0BA6-B35DF1DB8D17}"/>
              </a:ext>
            </a:extLst>
          </p:cNvPr>
          <p:cNvSpPr/>
          <p:nvPr/>
        </p:nvSpPr>
        <p:spPr>
          <a:xfrm>
            <a:off x="576263" y="6598217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0A0A0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Données issues de Plus </a:t>
            </a:r>
            <a:r>
              <a:rPr lang="en-US" sz="1000" i="1" dirty="0" err="1">
                <a:solidFill>
                  <a:srgbClr val="A0A0A0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fraîche</a:t>
            </a:r>
            <a:r>
              <a:rPr lang="en-US" sz="1000" i="1" dirty="0">
                <a:solidFill>
                  <a:srgbClr val="A0A0A0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 ma </a:t>
            </a:r>
            <a:r>
              <a:rPr lang="en-US" sz="1000" i="1" dirty="0" err="1">
                <a:solidFill>
                  <a:srgbClr val="A0A0A0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ville</a:t>
            </a:r>
            <a:r>
              <a:rPr lang="en-US" sz="1000" i="1" dirty="0">
                <a:solidFill>
                  <a:srgbClr val="A0A0A0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 (ADEME)</a:t>
            </a:r>
            <a:endParaRPr lang="en-US" sz="1000" dirty="0"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zone_ressources_fiche_solution">
            <a:extLst>
              <a:ext uri="{FF2B5EF4-FFF2-40B4-BE49-F238E27FC236}">
                <a16:creationId xmlns:a16="http://schemas.microsoft.com/office/drawing/2014/main" id="{67927841-950D-B96E-D880-93E461963945}"/>
              </a:ext>
            </a:extLst>
          </p:cNvPr>
          <p:cNvSpPr txBox="1"/>
          <p:nvPr/>
        </p:nvSpPr>
        <p:spPr>
          <a:xfrm>
            <a:off x="839464" y="1626616"/>
            <a:ext cx="97069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rgbClr val="161616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{{</a:t>
            </a:r>
            <a:r>
              <a:rPr lang="fr-FR" sz="1200" dirty="0" err="1">
                <a:solidFill>
                  <a:srgbClr val="161616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ressources_utiles_fiche_solution</a:t>
            </a:r>
            <a:r>
              <a:rPr lang="fr-FR" sz="1200" dirty="0">
                <a:solidFill>
                  <a:srgbClr val="161616"/>
                </a:solidFill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}}</a:t>
            </a:r>
            <a:endParaRPr lang="fr-FR" sz="1200" dirty="0"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" name="Graphique 7">
            <a:extLst>
              <a:ext uri="{FF2B5EF4-FFF2-40B4-BE49-F238E27FC236}">
                <a16:creationId xmlns:a16="http://schemas.microsoft.com/office/drawing/2014/main" id="{90E56B43-E313-B989-7F97-A57482C9A24E}"/>
              </a:ext>
            </a:extLst>
          </p:cNvPr>
          <p:cNvGrpSpPr/>
          <p:nvPr/>
        </p:nvGrpSpPr>
        <p:grpSpPr>
          <a:xfrm>
            <a:off x="10659199" y="183863"/>
            <a:ext cx="1333272" cy="561489"/>
            <a:chOff x="10659199" y="183863"/>
            <a:chExt cx="1333272" cy="561489"/>
          </a:xfrm>
        </p:grpSpPr>
        <p:sp>
          <p:nvSpPr>
            <p:cNvPr id="6" name="Forme libre : forme 5">
              <a:extLst>
                <a:ext uri="{FF2B5EF4-FFF2-40B4-BE49-F238E27FC236}">
                  <a16:creationId xmlns:a16="http://schemas.microsoft.com/office/drawing/2014/main" id="{97D1579A-D370-02D0-35BD-12DA97DC0E89}"/>
                </a:ext>
              </a:extLst>
            </p:cNvPr>
            <p:cNvSpPr/>
            <p:nvPr/>
          </p:nvSpPr>
          <p:spPr>
            <a:xfrm>
              <a:off x="10877319" y="183863"/>
              <a:ext cx="342519" cy="338206"/>
            </a:xfrm>
            <a:custGeom>
              <a:avLst/>
              <a:gdLst>
                <a:gd name="connsiteX0" fmla="*/ 287037 w 342519"/>
                <a:gd name="connsiteY0" fmla="*/ 228581 h 338206"/>
                <a:gd name="connsiteX1" fmla="*/ 287037 w 342519"/>
                <a:gd name="connsiteY1" fmla="*/ 228470 h 338206"/>
                <a:gd name="connsiteX2" fmla="*/ 166428 w 342519"/>
                <a:gd name="connsiteY2" fmla="*/ 228470 h 338206"/>
                <a:gd name="connsiteX3" fmla="*/ 110952 w 342519"/>
                <a:gd name="connsiteY3" fmla="*/ 173654 h 338206"/>
                <a:gd name="connsiteX4" fmla="*/ 110952 w 342519"/>
                <a:gd name="connsiteY4" fmla="*/ 54816 h 338206"/>
                <a:gd name="connsiteX5" fmla="*/ 55476 w 342519"/>
                <a:gd name="connsiteY5" fmla="*/ 0 h 338206"/>
                <a:gd name="connsiteX6" fmla="*/ 0 w 342519"/>
                <a:gd name="connsiteY6" fmla="*/ 54816 h 338206"/>
                <a:gd name="connsiteX7" fmla="*/ 109 w 342519"/>
                <a:gd name="connsiteY7" fmla="*/ 222447 h 338206"/>
                <a:gd name="connsiteX8" fmla="*/ 109 w 342519"/>
                <a:gd name="connsiteY8" fmla="*/ 251819 h 338206"/>
                <a:gd name="connsiteX9" fmla="*/ 87542 w 342519"/>
                <a:gd name="connsiteY9" fmla="*/ 338206 h 338206"/>
                <a:gd name="connsiteX10" fmla="*/ 287044 w 342519"/>
                <a:gd name="connsiteY10" fmla="*/ 338206 h 338206"/>
                <a:gd name="connsiteX11" fmla="*/ 342519 w 342519"/>
                <a:gd name="connsiteY11" fmla="*/ 283390 h 338206"/>
                <a:gd name="connsiteX12" fmla="*/ 287044 w 342519"/>
                <a:gd name="connsiteY12" fmla="*/ 228574 h 338206"/>
                <a:gd name="connsiteX13" fmla="*/ 287037 w 342519"/>
                <a:gd name="connsiteY13" fmla="*/ 228581 h 338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2519" h="338206">
                  <a:moveTo>
                    <a:pt x="287037" y="228581"/>
                  </a:moveTo>
                  <a:lnTo>
                    <a:pt x="287037" y="228470"/>
                  </a:lnTo>
                  <a:lnTo>
                    <a:pt x="166428" y="228470"/>
                  </a:lnTo>
                  <a:cubicBezTo>
                    <a:pt x="135803" y="228470"/>
                    <a:pt x="110952" y="203912"/>
                    <a:pt x="110952" y="173654"/>
                  </a:cubicBezTo>
                  <a:lnTo>
                    <a:pt x="110952" y="54816"/>
                  </a:lnTo>
                  <a:cubicBezTo>
                    <a:pt x="110952" y="24558"/>
                    <a:pt x="86100" y="0"/>
                    <a:pt x="55476" y="0"/>
                  </a:cubicBezTo>
                  <a:cubicBezTo>
                    <a:pt x="24851" y="0"/>
                    <a:pt x="0" y="24558"/>
                    <a:pt x="0" y="54816"/>
                  </a:cubicBezTo>
                  <a:lnTo>
                    <a:pt x="109" y="222447"/>
                  </a:lnTo>
                  <a:lnTo>
                    <a:pt x="109" y="251819"/>
                  </a:lnTo>
                  <a:cubicBezTo>
                    <a:pt x="109" y="299512"/>
                    <a:pt x="39274" y="338206"/>
                    <a:pt x="87542" y="338206"/>
                  </a:cubicBezTo>
                  <a:lnTo>
                    <a:pt x="287044" y="338206"/>
                  </a:lnTo>
                  <a:cubicBezTo>
                    <a:pt x="317668" y="338206"/>
                    <a:pt x="342519" y="313648"/>
                    <a:pt x="342519" y="283390"/>
                  </a:cubicBezTo>
                  <a:cubicBezTo>
                    <a:pt x="342519" y="253132"/>
                    <a:pt x="317668" y="228574"/>
                    <a:pt x="287044" y="228574"/>
                  </a:cubicBezTo>
                  <a:lnTo>
                    <a:pt x="287037" y="228581"/>
                  </a:lnTo>
                  <a:close/>
                </a:path>
              </a:pathLst>
            </a:custGeom>
            <a:solidFill>
              <a:srgbClr val="417DC4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8" name="Forme libre : forme 7">
              <a:extLst>
                <a:ext uri="{FF2B5EF4-FFF2-40B4-BE49-F238E27FC236}">
                  <a16:creationId xmlns:a16="http://schemas.microsoft.com/office/drawing/2014/main" id="{8B684CC8-9CAD-4B0B-3BEB-DB2FA4230A60}"/>
                </a:ext>
              </a:extLst>
            </p:cNvPr>
            <p:cNvSpPr/>
            <p:nvPr/>
          </p:nvSpPr>
          <p:spPr>
            <a:xfrm>
              <a:off x="10892183" y="523615"/>
              <a:ext cx="108630" cy="221737"/>
            </a:xfrm>
            <a:custGeom>
              <a:avLst/>
              <a:gdLst>
                <a:gd name="connsiteX0" fmla="*/ 81928 w 108630"/>
                <a:gd name="connsiteY0" fmla="*/ 21632 h 221737"/>
                <a:gd name="connsiteX1" fmla="*/ 0 w 108630"/>
                <a:gd name="connsiteY1" fmla="*/ 0 h 221737"/>
                <a:gd name="connsiteX2" fmla="*/ 0 w 108630"/>
                <a:gd name="connsiteY2" fmla="*/ 167424 h 221737"/>
                <a:gd name="connsiteX3" fmla="*/ 54315 w 108630"/>
                <a:gd name="connsiteY3" fmla="*/ 221738 h 221737"/>
                <a:gd name="connsiteX4" fmla="*/ 108630 w 108630"/>
                <a:gd name="connsiteY4" fmla="*/ 167424 h 221737"/>
                <a:gd name="connsiteX5" fmla="*/ 108630 w 108630"/>
                <a:gd name="connsiteY5" fmla="*/ 21626 h 221737"/>
                <a:gd name="connsiteX6" fmla="*/ 81928 w 108630"/>
                <a:gd name="connsiteY6" fmla="*/ 21626 h 221737"/>
                <a:gd name="connsiteX7" fmla="*/ 81928 w 108630"/>
                <a:gd name="connsiteY7" fmla="*/ 21632 h 221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8630" h="221737">
                  <a:moveTo>
                    <a:pt x="81928" y="21632"/>
                  </a:moveTo>
                  <a:cubicBezTo>
                    <a:pt x="45763" y="21632"/>
                    <a:pt x="18939" y="14362"/>
                    <a:pt x="0" y="0"/>
                  </a:cubicBezTo>
                  <a:lnTo>
                    <a:pt x="0" y="167424"/>
                  </a:lnTo>
                  <a:cubicBezTo>
                    <a:pt x="0" y="197419"/>
                    <a:pt x="24320" y="221738"/>
                    <a:pt x="54315" y="221738"/>
                  </a:cubicBezTo>
                  <a:cubicBezTo>
                    <a:pt x="84311" y="221738"/>
                    <a:pt x="108630" y="197419"/>
                    <a:pt x="108630" y="167424"/>
                  </a:cubicBezTo>
                  <a:lnTo>
                    <a:pt x="108630" y="21626"/>
                  </a:lnTo>
                  <a:lnTo>
                    <a:pt x="81928" y="21626"/>
                  </a:lnTo>
                  <a:lnTo>
                    <a:pt x="81928" y="21632"/>
                  </a:lnTo>
                  <a:close/>
                </a:path>
              </a:pathLst>
            </a:custGeom>
            <a:solidFill>
              <a:srgbClr val="FCC63A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6BD3A48D-C4A5-DD36-77B5-E0DE1FAB8CA5}"/>
                </a:ext>
              </a:extLst>
            </p:cNvPr>
            <p:cNvSpPr/>
            <p:nvPr/>
          </p:nvSpPr>
          <p:spPr>
            <a:xfrm>
              <a:off x="10659199" y="406603"/>
              <a:ext cx="223576" cy="108630"/>
            </a:xfrm>
            <a:custGeom>
              <a:avLst/>
              <a:gdLst>
                <a:gd name="connsiteX0" fmla="*/ 195824 w 223576"/>
                <a:gd name="connsiteY0" fmla="*/ 18120 h 108630"/>
                <a:gd name="connsiteX1" fmla="*/ 195824 w 223576"/>
                <a:gd name="connsiteY1" fmla="*/ 0 h 108630"/>
                <a:gd name="connsiteX2" fmla="*/ 54315 w 223576"/>
                <a:gd name="connsiteY2" fmla="*/ 0 h 108630"/>
                <a:gd name="connsiteX3" fmla="*/ 0 w 223576"/>
                <a:gd name="connsiteY3" fmla="*/ 54315 h 108630"/>
                <a:gd name="connsiteX4" fmla="*/ 54315 w 223576"/>
                <a:gd name="connsiteY4" fmla="*/ 108630 h 108630"/>
                <a:gd name="connsiteX5" fmla="*/ 223577 w 223576"/>
                <a:gd name="connsiteY5" fmla="*/ 108630 h 108630"/>
                <a:gd name="connsiteX6" fmla="*/ 195824 w 223576"/>
                <a:gd name="connsiteY6" fmla="*/ 18120 h 108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3576" h="108630">
                  <a:moveTo>
                    <a:pt x="195824" y="18120"/>
                  </a:moveTo>
                  <a:lnTo>
                    <a:pt x="195824" y="0"/>
                  </a:lnTo>
                  <a:lnTo>
                    <a:pt x="54315" y="0"/>
                  </a:lnTo>
                  <a:cubicBezTo>
                    <a:pt x="24320" y="0"/>
                    <a:pt x="0" y="24319"/>
                    <a:pt x="0" y="54315"/>
                  </a:cubicBezTo>
                  <a:cubicBezTo>
                    <a:pt x="0" y="84310"/>
                    <a:pt x="24320" y="108630"/>
                    <a:pt x="54315" y="108630"/>
                  </a:cubicBezTo>
                  <a:lnTo>
                    <a:pt x="223577" y="108630"/>
                  </a:lnTo>
                  <a:cubicBezTo>
                    <a:pt x="204248" y="88440"/>
                    <a:pt x="195824" y="58170"/>
                    <a:pt x="195824" y="18120"/>
                  </a:cubicBezTo>
                  <a:close/>
                </a:path>
              </a:pathLst>
            </a:custGeom>
            <a:solidFill>
              <a:srgbClr val="F25255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27B51D67-7014-4AE0-1BAF-8ED813462478}"/>
                </a:ext>
              </a:extLst>
            </p:cNvPr>
            <p:cNvSpPr/>
            <p:nvPr/>
          </p:nvSpPr>
          <p:spPr>
            <a:xfrm>
              <a:off x="11319644" y="190969"/>
              <a:ext cx="672826" cy="552695"/>
            </a:xfrm>
            <a:custGeom>
              <a:avLst/>
              <a:gdLst>
                <a:gd name="connsiteX0" fmla="*/ 4474 w 672826"/>
                <a:gd name="connsiteY0" fmla="*/ 139817 h 552695"/>
                <a:gd name="connsiteX1" fmla="*/ 4474 w 672826"/>
                <a:gd name="connsiteY1" fmla="*/ 9321 h 552695"/>
                <a:gd name="connsiteX2" fmla="*/ 44555 w 672826"/>
                <a:gd name="connsiteY2" fmla="*/ 9321 h 552695"/>
                <a:gd name="connsiteX3" fmla="*/ 88737 w 672826"/>
                <a:gd name="connsiteY3" fmla="*/ 46978 h 552695"/>
                <a:gd name="connsiteX4" fmla="*/ 44555 w 672826"/>
                <a:gd name="connsiteY4" fmla="*/ 84636 h 552695"/>
                <a:gd name="connsiteX5" fmla="*/ 25726 w 672826"/>
                <a:gd name="connsiteY5" fmla="*/ 84636 h 552695"/>
                <a:gd name="connsiteX6" fmla="*/ 25726 w 672826"/>
                <a:gd name="connsiteY6" fmla="*/ 139817 h 552695"/>
                <a:gd name="connsiteX7" fmla="*/ 4474 w 672826"/>
                <a:gd name="connsiteY7" fmla="*/ 139817 h 552695"/>
                <a:gd name="connsiteX8" fmla="*/ 45488 w 672826"/>
                <a:gd name="connsiteY8" fmla="*/ 27404 h 552695"/>
                <a:gd name="connsiteX9" fmla="*/ 25726 w 672826"/>
                <a:gd name="connsiteY9" fmla="*/ 27404 h 552695"/>
                <a:gd name="connsiteX10" fmla="*/ 25726 w 672826"/>
                <a:gd name="connsiteY10" fmla="*/ 66553 h 552695"/>
                <a:gd name="connsiteX11" fmla="*/ 45488 w 672826"/>
                <a:gd name="connsiteY11" fmla="*/ 66553 h 552695"/>
                <a:gd name="connsiteX12" fmla="*/ 66553 w 672826"/>
                <a:gd name="connsiteY12" fmla="*/ 46606 h 552695"/>
                <a:gd name="connsiteX13" fmla="*/ 45488 w 672826"/>
                <a:gd name="connsiteY13" fmla="*/ 27404 h 552695"/>
                <a:gd name="connsiteX14" fmla="*/ 110528 w 672826"/>
                <a:gd name="connsiteY14" fmla="*/ 139817 h 552695"/>
                <a:gd name="connsiteX15" fmla="*/ 110528 w 672826"/>
                <a:gd name="connsiteY15" fmla="*/ 0 h 552695"/>
                <a:gd name="connsiteX16" fmla="*/ 129730 w 672826"/>
                <a:gd name="connsiteY16" fmla="*/ 0 h 552695"/>
                <a:gd name="connsiteX17" fmla="*/ 129730 w 672826"/>
                <a:gd name="connsiteY17" fmla="*/ 139817 h 552695"/>
                <a:gd name="connsiteX18" fmla="*/ 110528 w 672826"/>
                <a:gd name="connsiteY18" fmla="*/ 139817 h 552695"/>
                <a:gd name="connsiteX19" fmla="*/ 225825 w 672826"/>
                <a:gd name="connsiteY19" fmla="*/ 99550 h 552695"/>
                <a:gd name="connsiteX20" fmla="*/ 225825 w 672826"/>
                <a:gd name="connsiteY20" fmla="*/ 45860 h 552695"/>
                <a:gd name="connsiteX21" fmla="*/ 245214 w 672826"/>
                <a:gd name="connsiteY21" fmla="*/ 45860 h 552695"/>
                <a:gd name="connsiteX22" fmla="*/ 245214 w 672826"/>
                <a:gd name="connsiteY22" fmla="*/ 98617 h 552695"/>
                <a:gd name="connsiteX23" fmla="*/ 202713 w 672826"/>
                <a:gd name="connsiteY23" fmla="*/ 143545 h 552695"/>
                <a:gd name="connsiteX24" fmla="*/ 160021 w 672826"/>
                <a:gd name="connsiteY24" fmla="*/ 98617 h 552695"/>
                <a:gd name="connsiteX25" fmla="*/ 160021 w 672826"/>
                <a:gd name="connsiteY25" fmla="*/ 45860 h 552695"/>
                <a:gd name="connsiteX26" fmla="*/ 179408 w 672826"/>
                <a:gd name="connsiteY26" fmla="*/ 45860 h 552695"/>
                <a:gd name="connsiteX27" fmla="*/ 179408 w 672826"/>
                <a:gd name="connsiteY27" fmla="*/ 99550 h 552695"/>
                <a:gd name="connsiteX28" fmla="*/ 202713 w 672826"/>
                <a:gd name="connsiteY28" fmla="*/ 125462 h 552695"/>
                <a:gd name="connsiteX29" fmla="*/ 225825 w 672826"/>
                <a:gd name="connsiteY29" fmla="*/ 99550 h 552695"/>
                <a:gd name="connsiteX30" fmla="*/ 265463 w 672826"/>
                <a:gd name="connsiteY30" fmla="*/ 126580 h 552695"/>
                <a:gd name="connsiteX31" fmla="*/ 278698 w 672826"/>
                <a:gd name="connsiteY31" fmla="*/ 115022 h 552695"/>
                <a:gd name="connsiteX32" fmla="*/ 301627 w 672826"/>
                <a:gd name="connsiteY32" fmla="*/ 127886 h 552695"/>
                <a:gd name="connsiteX33" fmla="*/ 315797 w 672826"/>
                <a:gd name="connsiteY33" fmla="*/ 115209 h 552695"/>
                <a:gd name="connsiteX34" fmla="*/ 269747 w 672826"/>
                <a:gd name="connsiteY34" fmla="*/ 69908 h 552695"/>
                <a:gd name="connsiteX35" fmla="*/ 301627 w 672826"/>
                <a:gd name="connsiteY35" fmla="*/ 42132 h 552695"/>
                <a:gd name="connsiteX36" fmla="*/ 334250 w 672826"/>
                <a:gd name="connsiteY36" fmla="*/ 57791 h 552695"/>
                <a:gd name="connsiteX37" fmla="*/ 321199 w 672826"/>
                <a:gd name="connsiteY37" fmla="*/ 69163 h 552695"/>
                <a:gd name="connsiteX38" fmla="*/ 301819 w 672826"/>
                <a:gd name="connsiteY38" fmla="*/ 57791 h 552695"/>
                <a:gd name="connsiteX39" fmla="*/ 288392 w 672826"/>
                <a:gd name="connsiteY39" fmla="*/ 69349 h 552695"/>
                <a:gd name="connsiteX40" fmla="*/ 334442 w 672826"/>
                <a:gd name="connsiteY40" fmla="*/ 114091 h 552695"/>
                <a:gd name="connsiteX41" fmla="*/ 301819 w 672826"/>
                <a:gd name="connsiteY41" fmla="*/ 143545 h 552695"/>
                <a:gd name="connsiteX42" fmla="*/ 265463 w 672826"/>
                <a:gd name="connsiteY42" fmla="*/ 126580 h 552695"/>
                <a:gd name="connsiteX43" fmla="*/ 0 w 672826"/>
                <a:gd name="connsiteY43" fmla="*/ 548968 h 552695"/>
                <a:gd name="connsiteX44" fmla="*/ 0 w 672826"/>
                <a:gd name="connsiteY44" fmla="*/ 455011 h 552695"/>
                <a:gd name="connsiteX45" fmla="*/ 19202 w 672826"/>
                <a:gd name="connsiteY45" fmla="*/ 455011 h 552695"/>
                <a:gd name="connsiteX46" fmla="*/ 19202 w 672826"/>
                <a:gd name="connsiteY46" fmla="*/ 463772 h 552695"/>
                <a:gd name="connsiteX47" fmla="*/ 47165 w 672826"/>
                <a:gd name="connsiteY47" fmla="*/ 451282 h 552695"/>
                <a:gd name="connsiteX48" fmla="*/ 76806 w 672826"/>
                <a:gd name="connsiteY48" fmla="*/ 468246 h 552695"/>
                <a:gd name="connsiteX49" fmla="*/ 109617 w 672826"/>
                <a:gd name="connsiteY49" fmla="*/ 451282 h 552695"/>
                <a:gd name="connsiteX50" fmla="*/ 144291 w 672826"/>
                <a:gd name="connsiteY50" fmla="*/ 490618 h 552695"/>
                <a:gd name="connsiteX51" fmla="*/ 144291 w 672826"/>
                <a:gd name="connsiteY51" fmla="*/ 548968 h 552695"/>
                <a:gd name="connsiteX52" fmla="*/ 124903 w 672826"/>
                <a:gd name="connsiteY52" fmla="*/ 548968 h 552695"/>
                <a:gd name="connsiteX53" fmla="*/ 124903 w 672826"/>
                <a:gd name="connsiteY53" fmla="*/ 491363 h 552695"/>
                <a:gd name="connsiteX54" fmla="*/ 105143 w 672826"/>
                <a:gd name="connsiteY54" fmla="*/ 469365 h 552695"/>
                <a:gd name="connsiteX55" fmla="*/ 81653 w 672826"/>
                <a:gd name="connsiteY55" fmla="*/ 485397 h 552695"/>
                <a:gd name="connsiteX56" fmla="*/ 81839 w 672826"/>
                <a:gd name="connsiteY56" fmla="*/ 490618 h 552695"/>
                <a:gd name="connsiteX57" fmla="*/ 81839 w 672826"/>
                <a:gd name="connsiteY57" fmla="*/ 548968 h 552695"/>
                <a:gd name="connsiteX58" fmla="*/ 62451 w 672826"/>
                <a:gd name="connsiteY58" fmla="*/ 548968 h 552695"/>
                <a:gd name="connsiteX59" fmla="*/ 62451 w 672826"/>
                <a:gd name="connsiteY59" fmla="*/ 491363 h 552695"/>
                <a:gd name="connsiteX60" fmla="*/ 42691 w 672826"/>
                <a:gd name="connsiteY60" fmla="*/ 469365 h 552695"/>
                <a:gd name="connsiteX61" fmla="*/ 19202 w 672826"/>
                <a:gd name="connsiteY61" fmla="*/ 485584 h 552695"/>
                <a:gd name="connsiteX62" fmla="*/ 19202 w 672826"/>
                <a:gd name="connsiteY62" fmla="*/ 548968 h 552695"/>
                <a:gd name="connsiteX63" fmla="*/ 0 w 672826"/>
                <a:gd name="connsiteY63" fmla="*/ 548968 h 552695"/>
                <a:gd name="connsiteX64" fmla="*/ 200884 w 672826"/>
                <a:gd name="connsiteY64" fmla="*/ 551764 h 552695"/>
                <a:gd name="connsiteX65" fmla="*/ 169569 w 672826"/>
                <a:gd name="connsiteY65" fmla="*/ 524546 h 552695"/>
                <a:gd name="connsiteX66" fmla="*/ 200517 w 672826"/>
                <a:gd name="connsiteY66" fmla="*/ 496769 h 552695"/>
                <a:gd name="connsiteX67" fmla="*/ 230902 w 672826"/>
                <a:gd name="connsiteY67" fmla="*/ 491736 h 552695"/>
                <a:gd name="connsiteX68" fmla="*/ 230902 w 672826"/>
                <a:gd name="connsiteY68" fmla="*/ 486889 h 552695"/>
                <a:gd name="connsiteX69" fmla="*/ 210211 w 672826"/>
                <a:gd name="connsiteY69" fmla="*/ 468246 h 552695"/>
                <a:gd name="connsiteX70" fmla="*/ 186530 w 672826"/>
                <a:gd name="connsiteY70" fmla="*/ 480550 h 552695"/>
                <a:gd name="connsiteX71" fmla="*/ 172179 w 672826"/>
                <a:gd name="connsiteY71" fmla="*/ 469551 h 552695"/>
                <a:gd name="connsiteX72" fmla="*/ 210770 w 672826"/>
                <a:gd name="connsiteY72" fmla="*/ 451282 h 552695"/>
                <a:gd name="connsiteX73" fmla="*/ 250107 w 672826"/>
                <a:gd name="connsiteY73" fmla="*/ 486889 h 552695"/>
                <a:gd name="connsiteX74" fmla="*/ 250107 w 672826"/>
                <a:gd name="connsiteY74" fmla="*/ 548968 h 552695"/>
                <a:gd name="connsiteX75" fmla="*/ 230902 w 672826"/>
                <a:gd name="connsiteY75" fmla="*/ 548968 h 552695"/>
                <a:gd name="connsiteX76" fmla="*/ 230902 w 672826"/>
                <a:gd name="connsiteY76" fmla="*/ 538341 h 552695"/>
                <a:gd name="connsiteX77" fmla="*/ 200884 w 672826"/>
                <a:gd name="connsiteY77" fmla="*/ 551764 h 552695"/>
                <a:gd name="connsiteX78" fmla="*/ 188960 w 672826"/>
                <a:gd name="connsiteY78" fmla="*/ 523801 h 552695"/>
                <a:gd name="connsiteX79" fmla="*/ 204433 w 672826"/>
                <a:gd name="connsiteY79" fmla="*/ 536104 h 552695"/>
                <a:gd name="connsiteX80" fmla="*/ 230902 w 672826"/>
                <a:gd name="connsiteY80" fmla="*/ 521564 h 552695"/>
                <a:gd name="connsiteX81" fmla="*/ 230902 w 672826"/>
                <a:gd name="connsiteY81" fmla="*/ 505345 h 552695"/>
                <a:gd name="connsiteX82" fmla="*/ 205552 w 672826"/>
                <a:gd name="connsiteY82" fmla="*/ 509632 h 552695"/>
                <a:gd name="connsiteX83" fmla="*/ 188960 w 672826"/>
                <a:gd name="connsiteY83" fmla="*/ 523801 h 552695"/>
                <a:gd name="connsiteX84" fmla="*/ 318519 w 672826"/>
                <a:gd name="connsiteY84" fmla="*/ 455011 h 552695"/>
                <a:gd name="connsiteX85" fmla="*/ 339210 w 672826"/>
                <a:gd name="connsiteY85" fmla="*/ 455011 h 552695"/>
                <a:gd name="connsiteX86" fmla="*/ 366799 w 672826"/>
                <a:gd name="connsiteY86" fmla="*/ 528088 h 552695"/>
                <a:gd name="connsiteX87" fmla="*/ 394204 w 672826"/>
                <a:gd name="connsiteY87" fmla="*/ 455011 h 552695"/>
                <a:gd name="connsiteX88" fmla="*/ 415087 w 672826"/>
                <a:gd name="connsiteY88" fmla="*/ 455011 h 552695"/>
                <a:gd name="connsiteX89" fmla="*/ 379474 w 672826"/>
                <a:gd name="connsiteY89" fmla="*/ 548968 h 552695"/>
                <a:gd name="connsiteX90" fmla="*/ 353940 w 672826"/>
                <a:gd name="connsiteY90" fmla="*/ 548968 h 552695"/>
                <a:gd name="connsiteX91" fmla="*/ 318519 w 672826"/>
                <a:gd name="connsiteY91" fmla="*/ 455011 h 552695"/>
                <a:gd name="connsiteX92" fmla="*/ 443068 w 672826"/>
                <a:gd name="connsiteY92" fmla="*/ 434132 h 552695"/>
                <a:gd name="connsiteX93" fmla="*/ 430017 w 672826"/>
                <a:gd name="connsiteY93" fmla="*/ 421082 h 552695"/>
                <a:gd name="connsiteX94" fmla="*/ 443068 w 672826"/>
                <a:gd name="connsiteY94" fmla="*/ 408032 h 552695"/>
                <a:gd name="connsiteX95" fmla="*/ 456119 w 672826"/>
                <a:gd name="connsiteY95" fmla="*/ 421082 h 552695"/>
                <a:gd name="connsiteX96" fmla="*/ 443068 w 672826"/>
                <a:gd name="connsiteY96" fmla="*/ 434132 h 552695"/>
                <a:gd name="connsiteX97" fmla="*/ 433374 w 672826"/>
                <a:gd name="connsiteY97" fmla="*/ 548968 h 552695"/>
                <a:gd name="connsiteX98" fmla="*/ 433374 w 672826"/>
                <a:gd name="connsiteY98" fmla="*/ 455011 h 552695"/>
                <a:gd name="connsiteX99" fmla="*/ 452579 w 672826"/>
                <a:gd name="connsiteY99" fmla="*/ 455011 h 552695"/>
                <a:gd name="connsiteX100" fmla="*/ 452579 w 672826"/>
                <a:gd name="connsiteY100" fmla="*/ 548968 h 552695"/>
                <a:gd name="connsiteX101" fmla="*/ 433374 w 672826"/>
                <a:gd name="connsiteY101" fmla="*/ 548968 h 552695"/>
                <a:gd name="connsiteX102" fmla="*/ 484918 w 672826"/>
                <a:gd name="connsiteY102" fmla="*/ 548968 h 552695"/>
                <a:gd name="connsiteX103" fmla="*/ 484918 w 672826"/>
                <a:gd name="connsiteY103" fmla="*/ 409151 h 552695"/>
                <a:gd name="connsiteX104" fmla="*/ 504115 w 672826"/>
                <a:gd name="connsiteY104" fmla="*/ 409151 h 552695"/>
                <a:gd name="connsiteX105" fmla="*/ 504115 w 672826"/>
                <a:gd name="connsiteY105" fmla="*/ 548968 h 552695"/>
                <a:gd name="connsiteX106" fmla="*/ 484918 w 672826"/>
                <a:gd name="connsiteY106" fmla="*/ 548968 h 552695"/>
                <a:gd name="connsiteX107" fmla="*/ 536463 w 672826"/>
                <a:gd name="connsiteY107" fmla="*/ 548968 h 552695"/>
                <a:gd name="connsiteX108" fmla="*/ 536463 w 672826"/>
                <a:gd name="connsiteY108" fmla="*/ 409151 h 552695"/>
                <a:gd name="connsiteX109" fmla="*/ 555660 w 672826"/>
                <a:gd name="connsiteY109" fmla="*/ 409151 h 552695"/>
                <a:gd name="connsiteX110" fmla="*/ 555660 w 672826"/>
                <a:gd name="connsiteY110" fmla="*/ 548968 h 552695"/>
                <a:gd name="connsiteX111" fmla="*/ 536463 w 672826"/>
                <a:gd name="connsiteY111" fmla="*/ 548968 h 552695"/>
                <a:gd name="connsiteX112" fmla="*/ 672827 w 672826"/>
                <a:gd name="connsiteY112" fmla="*/ 533681 h 552695"/>
                <a:gd name="connsiteX113" fmla="*/ 632187 w 672826"/>
                <a:gd name="connsiteY113" fmla="*/ 552696 h 552695"/>
                <a:gd name="connsiteX114" fmla="*/ 580543 w 672826"/>
                <a:gd name="connsiteY114" fmla="*/ 501989 h 552695"/>
                <a:gd name="connsiteX115" fmla="*/ 628271 w 672826"/>
                <a:gd name="connsiteY115" fmla="*/ 451282 h 552695"/>
                <a:gd name="connsiteX116" fmla="*/ 670965 w 672826"/>
                <a:gd name="connsiteY116" fmla="*/ 492855 h 552695"/>
                <a:gd name="connsiteX117" fmla="*/ 669654 w 672826"/>
                <a:gd name="connsiteY117" fmla="*/ 504226 h 552695"/>
                <a:gd name="connsiteX118" fmla="*/ 600307 w 672826"/>
                <a:gd name="connsiteY118" fmla="*/ 504226 h 552695"/>
                <a:gd name="connsiteX119" fmla="*/ 632187 w 672826"/>
                <a:gd name="connsiteY119" fmla="*/ 535359 h 552695"/>
                <a:gd name="connsiteX120" fmla="*/ 658841 w 672826"/>
                <a:gd name="connsiteY120" fmla="*/ 522496 h 552695"/>
                <a:gd name="connsiteX121" fmla="*/ 672827 w 672826"/>
                <a:gd name="connsiteY121" fmla="*/ 533681 h 552695"/>
                <a:gd name="connsiteX122" fmla="*/ 627896 w 672826"/>
                <a:gd name="connsiteY122" fmla="*/ 467315 h 552695"/>
                <a:gd name="connsiteX123" fmla="*/ 601242 w 672826"/>
                <a:gd name="connsiteY123" fmla="*/ 489871 h 552695"/>
                <a:gd name="connsiteX124" fmla="*/ 651760 w 672826"/>
                <a:gd name="connsiteY124" fmla="*/ 489871 h 552695"/>
                <a:gd name="connsiteX125" fmla="*/ 627896 w 672826"/>
                <a:gd name="connsiteY125" fmla="*/ 467315 h 552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2826" h="552695">
                  <a:moveTo>
                    <a:pt x="4474" y="139817"/>
                  </a:moveTo>
                  <a:lnTo>
                    <a:pt x="4474" y="9321"/>
                  </a:lnTo>
                  <a:lnTo>
                    <a:pt x="44555" y="9321"/>
                  </a:lnTo>
                  <a:cubicBezTo>
                    <a:pt x="71959" y="9321"/>
                    <a:pt x="88737" y="23862"/>
                    <a:pt x="88737" y="46978"/>
                  </a:cubicBezTo>
                  <a:cubicBezTo>
                    <a:pt x="88737" y="70095"/>
                    <a:pt x="71959" y="84636"/>
                    <a:pt x="44555" y="84636"/>
                  </a:cubicBezTo>
                  <a:lnTo>
                    <a:pt x="25726" y="84636"/>
                  </a:lnTo>
                  <a:lnTo>
                    <a:pt x="25726" y="139817"/>
                  </a:lnTo>
                  <a:lnTo>
                    <a:pt x="4474" y="139817"/>
                  </a:lnTo>
                  <a:close/>
                  <a:moveTo>
                    <a:pt x="45488" y="27404"/>
                  </a:moveTo>
                  <a:lnTo>
                    <a:pt x="25726" y="27404"/>
                  </a:lnTo>
                  <a:lnTo>
                    <a:pt x="25726" y="66553"/>
                  </a:lnTo>
                  <a:lnTo>
                    <a:pt x="45488" y="66553"/>
                  </a:lnTo>
                  <a:cubicBezTo>
                    <a:pt x="58723" y="66553"/>
                    <a:pt x="66553" y="59096"/>
                    <a:pt x="66553" y="46606"/>
                  </a:cubicBezTo>
                  <a:cubicBezTo>
                    <a:pt x="66553" y="34861"/>
                    <a:pt x="58723" y="27404"/>
                    <a:pt x="45488" y="27404"/>
                  </a:cubicBezTo>
                  <a:close/>
                  <a:moveTo>
                    <a:pt x="110528" y="139817"/>
                  </a:moveTo>
                  <a:lnTo>
                    <a:pt x="110528" y="0"/>
                  </a:lnTo>
                  <a:lnTo>
                    <a:pt x="129730" y="0"/>
                  </a:lnTo>
                  <a:lnTo>
                    <a:pt x="129730" y="139817"/>
                  </a:lnTo>
                  <a:lnTo>
                    <a:pt x="110528" y="139817"/>
                  </a:lnTo>
                  <a:close/>
                  <a:moveTo>
                    <a:pt x="225825" y="99550"/>
                  </a:moveTo>
                  <a:lnTo>
                    <a:pt x="225825" y="45860"/>
                  </a:lnTo>
                  <a:lnTo>
                    <a:pt x="245214" y="45860"/>
                  </a:lnTo>
                  <a:lnTo>
                    <a:pt x="245214" y="98617"/>
                  </a:lnTo>
                  <a:cubicBezTo>
                    <a:pt x="245214" y="126768"/>
                    <a:pt x="228998" y="143545"/>
                    <a:pt x="202713" y="143545"/>
                  </a:cubicBezTo>
                  <a:cubicBezTo>
                    <a:pt x="176243" y="143545"/>
                    <a:pt x="160021" y="126768"/>
                    <a:pt x="160021" y="98617"/>
                  </a:cubicBezTo>
                  <a:lnTo>
                    <a:pt x="160021" y="45860"/>
                  </a:lnTo>
                  <a:lnTo>
                    <a:pt x="179408" y="45860"/>
                  </a:lnTo>
                  <a:lnTo>
                    <a:pt x="179408" y="99550"/>
                  </a:lnTo>
                  <a:cubicBezTo>
                    <a:pt x="179408" y="115768"/>
                    <a:pt x="187983" y="125462"/>
                    <a:pt x="202713" y="125462"/>
                  </a:cubicBezTo>
                  <a:cubicBezTo>
                    <a:pt x="217066" y="125462"/>
                    <a:pt x="225825" y="115768"/>
                    <a:pt x="225825" y="99550"/>
                  </a:cubicBezTo>
                  <a:close/>
                  <a:moveTo>
                    <a:pt x="265463" y="126580"/>
                  </a:moveTo>
                  <a:lnTo>
                    <a:pt x="278698" y="115022"/>
                  </a:lnTo>
                  <a:cubicBezTo>
                    <a:pt x="284852" y="122852"/>
                    <a:pt x="292308" y="127886"/>
                    <a:pt x="301627" y="127886"/>
                  </a:cubicBezTo>
                  <a:cubicBezTo>
                    <a:pt x="310762" y="127886"/>
                    <a:pt x="315797" y="122293"/>
                    <a:pt x="315797" y="115209"/>
                  </a:cubicBezTo>
                  <a:cubicBezTo>
                    <a:pt x="315797" y="96194"/>
                    <a:pt x="269747" y="103092"/>
                    <a:pt x="269747" y="69908"/>
                  </a:cubicBezTo>
                  <a:cubicBezTo>
                    <a:pt x="269747" y="54435"/>
                    <a:pt x="282798" y="42132"/>
                    <a:pt x="301627" y="42132"/>
                  </a:cubicBezTo>
                  <a:cubicBezTo>
                    <a:pt x="315421" y="42132"/>
                    <a:pt x="327545" y="48843"/>
                    <a:pt x="334250" y="57791"/>
                  </a:cubicBezTo>
                  <a:lnTo>
                    <a:pt x="321199" y="69163"/>
                  </a:lnTo>
                  <a:cubicBezTo>
                    <a:pt x="316173" y="62452"/>
                    <a:pt x="309643" y="57791"/>
                    <a:pt x="301819" y="57791"/>
                  </a:cubicBezTo>
                  <a:cubicBezTo>
                    <a:pt x="292868" y="57791"/>
                    <a:pt x="288392" y="63011"/>
                    <a:pt x="288392" y="69349"/>
                  </a:cubicBezTo>
                  <a:cubicBezTo>
                    <a:pt x="288392" y="88178"/>
                    <a:pt x="334442" y="81839"/>
                    <a:pt x="334442" y="114091"/>
                  </a:cubicBezTo>
                  <a:cubicBezTo>
                    <a:pt x="334250" y="132547"/>
                    <a:pt x="319337" y="143545"/>
                    <a:pt x="301819" y="143545"/>
                  </a:cubicBezTo>
                  <a:cubicBezTo>
                    <a:pt x="285971" y="143545"/>
                    <a:pt x="274222" y="137207"/>
                    <a:pt x="265463" y="126580"/>
                  </a:cubicBezTo>
                  <a:close/>
                  <a:moveTo>
                    <a:pt x="0" y="548968"/>
                  </a:moveTo>
                  <a:lnTo>
                    <a:pt x="0" y="455011"/>
                  </a:lnTo>
                  <a:lnTo>
                    <a:pt x="19202" y="455011"/>
                  </a:lnTo>
                  <a:lnTo>
                    <a:pt x="19202" y="463772"/>
                  </a:lnTo>
                  <a:cubicBezTo>
                    <a:pt x="25913" y="456502"/>
                    <a:pt x="34674" y="451282"/>
                    <a:pt x="47165" y="451282"/>
                  </a:cubicBezTo>
                  <a:cubicBezTo>
                    <a:pt x="60028" y="451282"/>
                    <a:pt x="70841" y="457062"/>
                    <a:pt x="76806" y="468246"/>
                  </a:cubicBezTo>
                  <a:cubicBezTo>
                    <a:pt x="84076" y="458925"/>
                    <a:pt x="93397" y="451282"/>
                    <a:pt x="109617" y="451282"/>
                  </a:cubicBezTo>
                  <a:cubicBezTo>
                    <a:pt x="129191" y="451282"/>
                    <a:pt x="144291" y="464704"/>
                    <a:pt x="144291" y="490618"/>
                  </a:cubicBezTo>
                  <a:lnTo>
                    <a:pt x="144291" y="548968"/>
                  </a:lnTo>
                  <a:lnTo>
                    <a:pt x="124903" y="548968"/>
                  </a:lnTo>
                  <a:lnTo>
                    <a:pt x="124903" y="491363"/>
                  </a:lnTo>
                  <a:cubicBezTo>
                    <a:pt x="124903" y="477567"/>
                    <a:pt x="117260" y="469365"/>
                    <a:pt x="105143" y="469365"/>
                  </a:cubicBezTo>
                  <a:cubicBezTo>
                    <a:pt x="93957" y="469365"/>
                    <a:pt x="86687" y="476449"/>
                    <a:pt x="81653" y="485397"/>
                  </a:cubicBezTo>
                  <a:cubicBezTo>
                    <a:pt x="81839" y="487076"/>
                    <a:pt x="81839" y="488753"/>
                    <a:pt x="81839" y="490618"/>
                  </a:cubicBezTo>
                  <a:lnTo>
                    <a:pt x="81839" y="548968"/>
                  </a:lnTo>
                  <a:lnTo>
                    <a:pt x="62451" y="548968"/>
                  </a:lnTo>
                  <a:lnTo>
                    <a:pt x="62451" y="491363"/>
                  </a:lnTo>
                  <a:cubicBezTo>
                    <a:pt x="62451" y="477567"/>
                    <a:pt x="54995" y="469365"/>
                    <a:pt x="42691" y="469365"/>
                  </a:cubicBezTo>
                  <a:cubicBezTo>
                    <a:pt x="30760" y="469365"/>
                    <a:pt x="23676" y="477567"/>
                    <a:pt x="19202" y="485584"/>
                  </a:cubicBezTo>
                  <a:lnTo>
                    <a:pt x="19202" y="548968"/>
                  </a:lnTo>
                  <a:lnTo>
                    <a:pt x="0" y="548968"/>
                  </a:lnTo>
                  <a:close/>
                  <a:moveTo>
                    <a:pt x="200884" y="551764"/>
                  </a:moveTo>
                  <a:cubicBezTo>
                    <a:pt x="182247" y="551764"/>
                    <a:pt x="169569" y="541138"/>
                    <a:pt x="169569" y="524546"/>
                  </a:cubicBezTo>
                  <a:cubicBezTo>
                    <a:pt x="169569" y="510378"/>
                    <a:pt x="180568" y="500125"/>
                    <a:pt x="200517" y="496769"/>
                  </a:cubicBezTo>
                  <a:lnTo>
                    <a:pt x="230902" y="491736"/>
                  </a:lnTo>
                  <a:lnTo>
                    <a:pt x="230902" y="486889"/>
                  </a:lnTo>
                  <a:cubicBezTo>
                    <a:pt x="230902" y="475331"/>
                    <a:pt x="222327" y="468246"/>
                    <a:pt x="210211" y="468246"/>
                  </a:cubicBezTo>
                  <a:cubicBezTo>
                    <a:pt x="199957" y="468246"/>
                    <a:pt x="191941" y="472907"/>
                    <a:pt x="186530" y="480550"/>
                  </a:cubicBezTo>
                  <a:lnTo>
                    <a:pt x="172179" y="469551"/>
                  </a:lnTo>
                  <a:cubicBezTo>
                    <a:pt x="180568" y="458367"/>
                    <a:pt x="193987" y="451282"/>
                    <a:pt x="210770" y="451282"/>
                  </a:cubicBezTo>
                  <a:cubicBezTo>
                    <a:pt x="236121" y="451282"/>
                    <a:pt x="250107" y="466196"/>
                    <a:pt x="250107" y="486889"/>
                  </a:cubicBezTo>
                  <a:lnTo>
                    <a:pt x="250107" y="548968"/>
                  </a:lnTo>
                  <a:lnTo>
                    <a:pt x="230902" y="548968"/>
                  </a:lnTo>
                  <a:lnTo>
                    <a:pt x="230902" y="538341"/>
                  </a:lnTo>
                  <a:cubicBezTo>
                    <a:pt x="224189" y="546544"/>
                    <a:pt x="212449" y="551764"/>
                    <a:pt x="200884" y="551764"/>
                  </a:cubicBezTo>
                  <a:close/>
                  <a:moveTo>
                    <a:pt x="188960" y="523801"/>
                  </a:moveTo>
                  <a:cubicBezTo>
                    <a:pt x="188960" y="531071"/>
                    <a:pt x="194738" y="536104"/>
                    <a:pt x="204433" y="536104"/>
                  </a:cubicBezTo>
                  <a:cubicBezTo>
                    <a:pt x="216173" y="536104"/>
                    <a:pt x="225308" y="530512"/>
                    <a:pt x="230902" y="521564"/>
                  </a:cubicBezTo>
                  <a:lnTo>
                    <a:pt x="230902" y="505345"/>
                  </a:lnTo>
                  <a:lnTo>
                    <a:pt x="205552" y="509632"/>
                  </a:lnTo>
                  <a:cubicBezTo>
                    <a:pt x="193803" y="511683"/>
                    <a:pt x="188960" y="516717"/>
                    <a:pt x="188960" y="523801"/>
                  </a:cubicBezTo>
                  <a:close/>
                  <a:moveTo>
                    <a:pt x="318519" y="455011"/>
                  </a:moveTo>
                  <a:lnTo>
                    <a:pt x="339210" y="455011"/>
                  </a:lnTo>
                  <a:lnTo>
                    <a:pt x="366799" y="528088"/>
                  </a:lnTo>
                  <a:lnTo>
                    <a:pt x="394204" y="455011"/>
                  </a:lnTo>
                  <a:lnTo>
                    <a:pt x="415087" y="455011"/>
                  </a:lnTo>
                  <a:lnTo>
                    <a:pt x="379474" y="548968"/>
                  </a:lnTo>
                  <a:lnTo>
                    <a:pt x="353940" y="548968"/>
                  </a:lnTo>
                  <a:lnTo>
                    <a:pt x="318519" y="455011"/>
                  </a:lnTo>
                  <a:close/>
                  <a:moveTo>
                    <a:pt x="443068" y="434132"/>
                  </a:moveTo>
                  <a:cubicBezTo>
                    <a:pt x="435987" y="434132"/>
                    <a:pt x="430017" y="428165"/>
                    <a:pt x="430017" y="421082"/>
                  </a:cubicBezTo>
                  <a:cubicBezTo>
                    <a:pt x="430017" y="413998"/>
                    <a:pt x="435987" y="408032"/>
                    <a:pt x="443068" y="408032"/>
                  </a:cubicBezTo>
                  <a:cubicBezTo>
                    <a:pt x="450149" y="408032"/>
                    <a:pt x="456119" y="413998"/>
                    <a:pt x="456119" y="421082"/>
                  </a:cubicBezTo>
                  <a:cubicBezTo>
                    <a:pt x="456119" y="428165"/>
                    <a:pt x="450149" y="434132"/>
                    <a:pt x="443068" y="434132"/>
                  </a:cubicBezTo>
                  <a:close/>
                  <a:moveTo>
                    <a:pt x="433374" y="548968"/>
                  </a:moveTo>
                  <a:lnTo>
                    <a:pt x="433374" y="455011"/>
                  </a:lnTo>
                  <a:lnTo>
                    <a:pt x="452579" y="455011"/>
                  </a:lnTo>
                  <a:lnTo>
                    <a:pt x="452579" y="548968"/>
                  </a:lnTo>
                  <a:lnTo>
                    <a:pt x="433374" y="548968"/>
                  </a:lnTo>
                  <a:close/>
                  <a:moveTo>
                    <a:pt x="484918" y="548968"/>
                  </a:moveTo>
                  <a:lnTo>
                    <a:pt x="484918" y="409151"/>
                  </a:lnTo>
                  <a:lnTo>
                    <a:pt x="504115" y="409151"/>
                  </a:lnTo>
                  <a:lnTo>
                    <a:pt x="504115" y="548968"/>
                  </a:lnTo>
                  <a:lnTo>
                    <a:pt x="484918" y="548968"/>
                  </a:lnTo>
                  <a:close/>
                  <a:moveTo>
                    <a:pt x="536463" y="548968"/>
                  </a:moveTo>
                  <a:lnTo>
                    <a:pt x="536463" y="409151"/>
                  </a:lnTo>
                  <a:lnTo>
                    <a:pt x="555660" y="409151"/>
                  </a:lnTo>
                  <a:lnTo>
                    <a:pt x="555660" y="548968"/>
                  </a:lnTo>
                  <a:lnTo>
                    <a:pt x="536463" y="548968"/>
                  </a:lnTo>
                  <a:close/>
                  <a:moveTo>
                    <a:pt x="672827" y="533681"/>
                  </a:moveTo>
                  <a:cubicBezTo>
                    <a:pt x="664059" y="545426"/>
                    <a:pt x="649706" y="552696"/>
                    <a:pt x="632187" y="552696"/>
                  </a:cubicBezTo>
                  <a:cubicBezTo>
                    <a:pt x="599748" y="552696"/>
                    <a:pt x="580543" y="529394"/>
                    <a:pt x="580543" y="501989"/>
                  </a:cubicBezTo>
                  <a:cubicBezTo>
                    <a:pt x="580543" y="473839"/>
                    <a:pt x="598445" y="451282"/>
                    <a:pt x="628271" y="451282"/>
                  </a:cubicBezTo>
                  <a:cubicBezTo>
                    <a:pt x="654181" y="451282"/>
                    <a:pt x="670965" y="468992"/>
                    <a:pt x="670965" y="492855"/>
                  </a:cubicBezTo>
                  <a:cubicBezTo>
                    <a:pt x="670965" y="497142"/>
                    <a:pt x="670405" y="501430"/>
                    <a:pt x="669654" y="504226"/>
                  </a:cubicBezTo>
                  <a:lnTo>
                    <a:pt x="600307" y="504226"/>
                  </a:lnTo>
                  <a:cubicBezTo>
                    <a:pt x="601610" y="524733"/>
                    <a:pt x="614101" y="535359"/>
                    <a:pt x="632187" y="535359"/>
                  </a:cubicBezTo>
                  <a:cubicBezTo>
                    <a:pt x="643560" y="535359"/>
                    <a:pt x="653062" y="530325"/>
                    <a:pt x="658841" y="522496"/>
                  </a:cubicBezTo>
                  <a:lnTo>
                    <a:pt x="672827" y="533681"/>
                  </a:lnTo>
                  <a:close/>
                  <a:moveTo>
                    <a:pt x="627896" y="467315"/>
                  </a:moveTo>
                  <a:cubicBezTo>
                    <a:pt x="613918" y="467315"/>
                    <a:pt x="604223" y="475331"/>
                    <a:pt x="601242" y="489871"/>
                  </a:cubicBezTo>
                  <a:lnTo>
                    <a:pt x="651760" y="489871"/>
                  </a:lnTo>
                  <a:cubicBezTo>
                    <a:pt x="651384" y="478127"/>
                    <a:pt x="643001" y="467315"/>
                    <a:pt x="627896" y="467315"/>
                  </a:cubicBezTo>
                  <a:close/>
                </a:path>
              </a:pathLst>
            </a:custGeom>
            <a:solidFill>
              <a:srgbClr val="000091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EA9A6F2F-2B03-BF65-21AA-5A2657D6CED1}"/>
                </a:ext>
              </a:extLst>
            </p:cNvPr>
            <p:cNvSpPr/>
            <p:nvPr/>
          </p:nvSpPr>
          <p:spPr>
            <a:xfrm>
              <a:off x="11305180" y="390105"/>
              <a:ext cx="671976" cy="153415"/>
            </a:xfrm>
            <a:custGeom>
              <a:avLst/>
              <a:gdLst>
                <a:gd name="connsiteX0" fmla="*/ 0 w 671976"/>
                <a:gd name="connsiteY0" fmla="*/ 49014 h 153415"/>
                <a:gd name="connsiteX1" fmla="*/ 18728 w 671976"/>
                <a:gd name="connsiteY1" fmla="*/ 49014 h 153415"/>
                <a:gd name="connsiteX2" fmla="*/ 18728 w 671976"/>
                <a:gd name="connsiteY2" fmla="*/ 39848 h 153415"/>
                <a:gd name="connsiteX3" fmla="*/ 60569 w 671976"/>
                <a:gd name="connsiteY3" fmla="*/ 0 h 153415"/>
                <a:gd name="connsiteX4" fmla="*/ 84877 w 671976"/>
                <a:gd name="connsiteY4" fmla="*/ 5380 h 153415"/>
                <a:gd name="connsiteX5" fmla="*/ 71528 w 671976"/>
                <a:gd name="connsiteY5" fmla="*/ 31879 h 153415"/>
                <a:gd name="connsiteX6" fmla="*/ 61167 w 671976"/>
                <a:gd name="connsiteY6" fmla="*/ 28292 h 153415"/>
                <a:gd name="connsiteX7" fmla="*/ 50607 w 671976"/>
                <a:gd name="connsiteY7" fmla="*/ 38852 h 153415"/>
                <a:gd name="connsiteX8" fmla="*/ 50607 w 671976"/>
                <a:gd name="connsiteY8" fmla="*/ 49014 h 153415"/>
                <a:gd name="connsiteX9" fmla="*/ 78103 w 671976"/>
                <a:gd name="connsiteY9" fmla="*/ 49014 h 153415"/>
                <a:gd name="connsiteX10" fmla="*/ 78103 w 671976"/>
                <a:gd name="connsiteY10" fmla="*/ 77305 h 153415"/>
                <a:gd name="connsiteX11" fmla="*/ 50607 w 671976"/>
                <a:gd name="connsiteY11" fmla="*/ 77305 h 153415"/>
                <a:gd name="connsiteX12" fmla="*/ 50607 w 671976"/>
                <a:gd name="connsiteY12" fmla="*/ 149431 h 153415"/>
                <a:gd name="connsiteX13" fmla="*/ 18728 w 671976"/>
                <a:gd name="connsiteY13" fmla="*/ 149431 h 153415"/>
                <a:gd name="connsiteX14" fmla="*/ 18728 w 671976"/>
                <a:gd name="connsiteY14" fmla="*/ 77305 h 153415"/>
                <a:gd name="connsiteX15" fmla="*/ 0 w 671976"/>
                <a:gd name="connsiteY15" fmla="*/ 77305 h 153415"/>
                <a:gd name="connsiteX16" fmla="*/ 0 w 671976"/>
                <a:gd name="connsiteY16" fmla="*/ 49014 h 153415"/>
                <a:gd name="connsiteX17" fmla="*/ 94212 w 671976"/>
                <a:gd name="connsiteY17" fmla="*/ 149431 h 153415"/>
                <a:gd name="connsiteX18" fmla="*/ 94212 w 671976"/>
                <a:gd name="connsiteY18" fmla="*/ 49014 h 153415"/>
                <a:gd name="connsiteX19" fmla="*/ 125892 w 671976"/>
                <a:gd name="connsiteY19" fmla="*/ 49014 h 153415"/>
                <a:gd name="connsiteX20" fmla="*/ 125892 w 671976"/>
                <a:gd name="connsiteY20" fmla="*/ 57183 h 153415"/>
                <a:gd name="connsiteX21" fmla="*/ 150199 w 671976"/>
                <a:gd name="connsiteY21" fmla="*/ 47021 h 153415"/>
                <a:gd name="connsiteX22" fmla="*/ 159364 w 671976"/>
                <a:gd name="connsiteY22" fmla="*/ 48416 h 153415"/>
                <a:gd name="connsiteX23" fmla="*/ 159364 w 671976"/>
                <a:gd name="connsiteY23" fmla="*/ 79697 h 153415"/>
                <a:gd name="connsiteX24" fmla="*/ 147012 w 671976"/>
                <a:gd name="connsiteY24" fmla="*/ 78301 h 153415"/>
                <a:gd name="connsiteX25" fmla="*/ 125892 w 671976"/>
                <a:gd name="connsiteY25" fmla="*/ 88463 h 153415"/>
                <a:gd name="connsiteX26" fmla="*/ 125892 w 671976"/>
                <a:gd name="connsiteY26" fmla="*/ 149431 h 153415"/>
                <a:gd name="connsiteX27" fmla="*/ 94212 w 671976"/>
                <a:gd name="connsiteY27" fmla="*/ 149431 h 153415"/>
                <a:gd name="connsiteX28" fmla="*/ 201286 w 671976"/>
                <a:gd name="connsiteY28" fmla="*/ 152420 h 153415"/>
                <a:gd name="connsiteX29" fmla="*/ 166816 w 671976"/>
                <a:gd name="connsiteY29" fmla="*/ 121139 h 153415"/>
                <a:gd name="connsiteX30" fmla="*/ 200485 w 671976"/>
                <a:gd name="connsiteY30" fmla="*/ 90456 h 153415"/>
                <a:gd name="connsiteX31" fmla="*/ 228783 w 671976"/>
                <a:gd name="connsiteY31" fmla="*/ 85674 h 153415"/>
                <a:gd name="connsiteX32" fmla="*/ 212642 w 671976"/>
                <a:gd name="connsiteY32" fmla="*/ 72324 h 153415"/>
                <a:gd name="connsiteX33" fmla="*/ 193513 w 671976"/>
                <a:gd name="connsiteY33" fmla="*/ 82885 h 153415"/>
                <a:gd name="connsiteX34" fmla="*/ 170402 w 671976"/>
                <a:gd name="connsiteY34" fmla="*/ 65351 h 153415"/>
                <a:gd name="connsiteX35" fmla="*/ 213636 w 671976"/>
                <a:gd name="connsiteY35" fmla="*/ 45028 h 153415"/>
                <a:gd name="connsiteX36" fmla="*/ 260263 w 671976"/>
                <a:gd name="connsiteY36" fmla="*/ 86072 h 153415"/>
                <a:gd name="connsiteX37" fmla="*/ 260263 w 671976"/>
                <a:gd name="connsiteY37" fmla="*/ 149431 h 153415"/>
                <a:gd name="connsiteX38" fmla="*/ 228783 w 671976"/>
                <a:gd name="connsiteY38" fmla="*/ 149431 h 153415"/>
                <a:gd name="connsiteX39" fmla="*/ 228783 w 671976"/>
                <a:gd name="connsiteY39" fmla="*/ 141860 h 153415"/>
                <a:gd name="connsiteX40" fmla="*/ 201286 w 671976"/>
                <a:gd name="connsiteY40" fmla="*/ 152420 h 153415"/>
                <a:gd name="connsiteX41" fmla="*/ 198097 w 671976"/>
                <a:gd name="connsiteY41" fmla="*/ 119545 h 153415"/>
                <a:gd name="connsiteX42" fmla="*/ 208259 w 671976"/>
                <a:gd name="connsiteY42" fmla="*/ 127913 h 153415"/>
                <a:gd name="connsiteX43" fmla="*/ 228783 w 671976"/>
                <a:gd name="connsiteY43" fmla="*/ 117154 h 153415"/>
                <a:gd name="connsiteX44" fmla="*/ 228783 w 671976"/>
                <a:gd name="connsiteY44" fmla="*/ 107192 h 153415"/>
                <a:gd name="connsiteX45" fmla="*/ 209052 w 671976"/>
                <a:gd name="connsiteY45" fmla="*/ 110579 h 153415"/>
                <a:gd name="connsiteX46" fmla="*/ 198097 w 671976"/>
                <a:gd name="connsiteY46" fmla="*/ 119545 h 153415"/>
                <a:gd name="connsiteX47" fmla="*/ 289362 w 671976"/>
                <a:gd name="connsiteY47" fmla="*/ 33074 h 153415"/>
                <a:gd name="connsiteX48" fmla="*/ 262066 w 671976"/>
                <a:gd name="connsiteY48" fmla="*/ 33074 h 153415"/>
                <a:gd name="connsiteX49" fmla="*/ 282390 w 671976"/>
                <a:gd name="connsiteY49" fmla="*/ 0 h 153415"/>
                <a:gd name="connsiteX50" fmla="*/ 321836 w 671976"/>
                <a:gd name="connsiteY50" fmla="*/ 0 h 153415"/>
                <a:gd name="connsiteX51" fmla="*/ 342160 w 671976"/>
                <a:gd name="connsiteY51" fmla="*/ 33074 h 153415"/>
                <a:gd name="connsiteX52" fmla="*/ 314863 w 671976"/>
                <a:gd name="connsiteY52" fmla="*/ 33074 h 153415"/>
                <a:gd name="connsiteX53" fmla="*/ 302113 w 671976"/>
                <a:gd name="connsiteY53" fmla="*/ 13747 h 153415"/>
                <a:gd name="connsiteX54" fmla="*/ 289362 w 671976"/>
                <a:gd name="connsiteY54" fmla="*/ 33074 h 153415"/>
                <a:gd name="connsiteX55" fmla="*/ 286173 w 671976"/>
                <a:gd name="connsiteY55" fmla="*/ 149431 h 153415"/>
                <a:gd name="connsiteX56" fmla="*/ 286173 w 671976"/>
                <a:gd name="connsiteY56" fmla="*/ 49014 h 153415"/>
                <a:gd name="connsiteX57" fmla="*/ 317853 w 671976"/>
                <a:gd name="connsiteY57" fmla="*/ 49014 h 153415"/>
                <a:gd name="connsiteX58" fmla="*/ 317853 w 671976"/>
                <a:gd name="connsiteY58" fmla="*/ 149431 h 153415"/>
                <a:gd name="connsiteX59" fmla="*/ 286173 w 671976"/>
                <a:gd name="connsiteY59" fmla="*/ 149431 h 153415"/>
                <a:gd name="connsiteX60" fmla="*/ 394706 w 671976"/>
                <a:gd name="connsiteY60" fmla="*/ 123729 h 153415"/>
                <a:gd name="connsiteX61" fmla="*/ 412642 w 671976"/>
                <a:gd name="connsiteY61" fmla="*/ 114564 h 153415"/>
                <a:gd name="connsiteX62" fmla="*/ 437350 w 671976"/>
                <a:gd name="connsiteY62" fmla="*/ 133292 h 153415"/>
                <a:gd name="connsiteX63" fmla="*/ 394506 w 671976"/>
                <a:gd name="connsiteY63" fmla="*/ 153416 h 153415"/>
                <a:gd name="connsiteX64" fmla="*/ 338719 w 671976"/>
                <a:gd name="connsiteY64" fmla="*/ 99222 h 153415"/>
                <a:gd name="connsiteX65" fmla="*/ 394506 w 671976"/>
                <a:gd name="connsiteY65" fmla="*/ 45028 h 153415"/>
                <a:gd name="connsiteX66" fmla="*/ 437350 w 671976"/>
                <a:gd name="connsiteY66" fmla="*/ 65152 h 153415"/>
                <a:gd name="connsiteX67" fmla="*/ 412642 w 671976"/>
                <a:gd name="connsiteY67" fmla="*/ 83881 h 153415"/>
                <a:gd name="connsiteX68" fmla="*/ 394113 w 671976"/>
                <a:gd name="connsiteY68" fmla="*/ 74715 h 153415"/>
                <a:gd name="connsiteX69" fmla="*/ 371593 w 671976"/>
                <a:gd name="connsiteY69" fmla="*/ 99222 h 153415"/>
                <a:gd name="connsiteX70" fmla="*/ 394706 w 671976"/>
                <a:gd name="connsiteY70" fmla="*/ 123729 h 153415"/>
                <a:gd name="connsiteX71" fmla="*/ 453816 w 671976"/>
                <a:gd name="connsiteY71" fmla="*/ 149431 h 153415"/>
                <a:gd name="connsiteX72" fmla="*/ 453816 w 671976"/>
                <a:gd name="connsiteY72" fmla="*/ 0 h 153415"/>
                <a:gd name="connsiteX73" fmla="*/ 485496 w 671976"/>
                <a:gd name="connsiteY73" fmla="*/ 0 h 153415"/>
                <a:gd name="connsiteX74" fmla="*/ 485496 w 671976"/>
                <a:gd name="connsiteY74" fmla="*/ 54592 h 153415"/>
                <a:gd name="connsiteX75" fmla="*/ 512191 w 671976"/>
                <a:gd name="connsiteY75" fmla="*/ 45028 h 153415"/>
                <a:gd name="connsiteX76" fmla="*/ 551044 w 671976"/>
                <a:gd name="connsiteY76" fmla="*/ 90456 h 153415"/>
                <a:gd name="connsiteX77" fmla="*/ 551044 w 671976"/>
                <a:gd name="connsiteY77" fmla="*/ 149431 h 153415"/>
                <a:gd name="connsiteX78" fmla="*/ 519163 w 671976"/>
                <a:gd name="connsiteY78" fmla="*/ 149431 h 153415"/>
                <a:gd name="connsiteX79" fmla="*/ 519163 w 671976"/>
                <a:gd name="connsiteY79" fmla="*/ 91850 h 153415"/>
                <a:gd name="connsiteX80" fmla="*/ 503624 w 671976"/>
                <a:gd name="connsiteY80" fmla="*/ 74715 h 153415"/>
                <a:gd name="connsiteX81" fmla="*/ 485496 w 671976"/>
                <a:gd name="connsiteY81" fmla="*/ 86869 h 153415"/>
                <a:gd name="connsiteX82" fmla="*/ 485496 w 671976"/>
                <a:gd name="connsiteY82" fmla="*/ 149431 h 153415"/>
                <a:gd name="connsiteX83" fmla="*/ 453816 w 671976"/>
                <a:gd name="connsiteY83" fmla="*/ 149431 h 153415"/>
                <a:gd name="connsiteX84" fmla="*/ 671977 w 671976"/>
                <a:gd name="connsiteY84" fmla="*/ 133292 h 153415"/>
                <a:gd name="connsiteX85" fmla="*/ 627346 w 671976"/>
                <a:gd name="connsiteY85" fmla="*/ 153416 h 153415"/>
                <a:gd name="connsiteX86" fmla="*/ 570958 w 671976"/>
                <a:gd name="connsiteY86" fmla="*/ 99222 h 153415"/>
                <a:gd name="connsiteX87" fmla="*/ 623163 w 671976"/>
                <a:gd name="connsiteY87" fmla="*/ 45028 h 153415"/>
                <a:gd name="connsiteX88" fmla="*/ 670382 w 671976"/>
                <a:gd name="connsiteY88" fmla="*/ 91252 h 153415"/>
                <a:gd name="connsiteX89" fmla="*/ 668386 w 671976"/>
                <a:gd name="connsiteY89" fmla="*/ 107989 h 153415"/>
                <a:gd name="connsiteX90" fmla="*/ 603432 w 671976"/>
                <a:gd name="connsiteY90" fmla="*/ 107989 h 153415"/>
                <a:gd name="connsiteX91" fmla="*/ 627146 w 671976"/>
                <a:gd name="connsiteY91" fmla="*/ 125123 h 153415"/>
                <a:gd name="connsiteX92" fmla="*/ 649657 w 671976"/>
                <a:gd name="connsiteY92" fmla="*/ 115560 h 153415"/>
                <a:gd name="connsiteX93" fmla="*/ 671977 w 671976"/>
                <a:gd name="connsiteY93" fmla="*/ 133292 h 153415"/>
                <a:gd name="connsiteX94" fmla="*/ 622361 w 671976"/>
                <a:gd name="connsiteY94" fmla="*/ 70532 h 153415"/>
                <a:gd name="connsiteX95" fmla="*/ 603632 w 671976"/>
                <a:gd name="connsiteY95" fmla="*/ 85674 h 153415"/>
                <a:gd name="connsiteX96" fmla="*/ 639696 w 671976"/>
                <a:gd name="connsiteY96" fmla="*/ 85674 h 153415"/>
                <a:gd name="connsiteX97" fmla="*/ 622361 w 671976"/>
                <a:gd name="connsiteY97" fmla="*/ 70532 h 153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671976" h="153415">
                  <a:moveTo>
                    <a:pt x="0" y="49014"/>
                  </a:moveTo>
                  <a:lnTo>
                    <a:pt x="18728" y="49014"/>
                  </a:lnTo>
                  <a:lnTo>
                    <a:pt x="18728" y="39848"/>
                  </a:lnTo>
                  <a:cubicBezTo>
                    <a:pt x="18728" y="18530"/>
                    <a:pt x="33074" y="0"/>
                    <a:pt x="60569" y="0"/>
                  </a:cubicBezTo>
                  <a:cubicBezTo>
                    <a:pt x="69734" y="0"/>
                    <a:pt x="77704" y="1992"/>
                    <a:pt x="84877" y="5380"/>
                  </a:cubicBezTo>
                  <a:lnTo>
                    <a:pt x="71528" y="31879"/>
                  </a:lnTo>
                  <a:cubicBezTo>
                    <a:pt x="69336" y="30085"/>
                    <a:pt x="65750" y="28292"/>
                    <a:pt x="61167" y="28292"/>
                  </a:cubicBezTo>
                  <a:cubicBezTo>
                    <a:pt x="54592" y="28292"/>
                    <a:pt x="50607" y="32675"/>
                    <a:pt x="50607" y="38852"/>
                  </a:cubicBezTo>
                  <a:lnTo>
                    <a:pt x="50607" y="49014"/>
                  </a:lnTo>
                  <a:lnTo>
                    <a:pt x="78103" y="49014"/>
                  </a:lnTo>
                  <a:lnTo>
                    <a:pt x="78103" y="77305"/>
                  </a:lnTo>
                  <a:lnTo>
                    <a:pt x="50607" y="77305"/>
                  </a:lnTo>
                  <a:lnTo>
                    <a:pt x="50607" y="149431"/>
                  </a:lnTo>
                  <a:lnTo>
                    <a:pt x="18728" y="149431"/>
                  </a:lnTo>
                  <a:lnTo>
                    <a:pt x="18728" y="77305"/>
                  </a:lnTo>
                  <a:lnTo>
                    <a:pt x="0" y="77305"/>
                  </a:lnTo>
                  <a:lnTo>
                    <a:pt x="0" y="49014"/>
                  </a:lnTo>
                  <a:close/>
                  <a:moveTo>
                    <a:pt x="94212" y="149431"/>
                  </a:moveTo>
                  <a:lnTo>
                    <a:pt x="94212" y="49014"/>
                  </a:lnTo>
                  <a:lnTo>
                    <a:pt x="125892" y="49014"/>
                  </a:lnTo>
                  <a:lnTo>
                    <a:pt x="125892" y="57183"/>
                  </a:lnTo>
                  <a:cubicBezTo>
                    <a:pt x="132069" y="51404"/>
                    <a:pt x="139839" y="47021"/>
                    <a:pt x="150199" y="47021"/>
                  </a:cubicBezTo>
                  <a:cubicBezTo>
                    <a:pt x="153786" y="47021"/>
                    <a:pt x="156974" y="47618"/>
                    <a:pt x="159364" y="48416"/>
                  </a:cubicBezTo>
                  <a:lnTo>
                    <a:pt x="159364" y="79697"/>
                  </a:lnTo>
                  <a:cubicBezTo>
                    <a:pt x="155978" y="78899"/>
                    <a:pt x="152192" y="78301"/>
                    <a:pt x="147012" y="78301"/>
                  </a:cubicBezTo>
                  <a:cubicBezTo>
                    <a:pt x="135456" y="78301"/>
                    <a:pt x="127885" y="85076"/>
                    <a:pt x="125892" y="88463"/>
                  </a:cubicBezTo>
                  <a:lnTo>
                    <a:pt x="125892" y="149431"/>
                  </a:lnTo>
                  <a:lnTo>
                    <a:pt x="94212" y="149431"/>
                  </a:lnTo>
                  <a:close/>
                  <a:moveTo>
                    <a:pt x="201286" y="152420"/>
                  </a:moveTo>
                  <a:cubicBezTo>
                    <a:pt x="180962" y="152420"/>
                    <a:pt x="166816" y="140664"/>
                    <a:pt x="166816" y="121139"/>
                  </a:cubicBezTo>
                  <a:cubicBezTo>
                    <a:pt x="166816" y="105797"/>
                    <a:pt x="178571" y="94042"/>
                    <a:pt x="200485" y="90456"/>
                  </a:cubicBezTo>
                  <a:lnTo>
                    <a:pt x="228783" y="85674"/>
                  </a:lnTo>
                  <a:cubicBezTo>
                    <a:pt x="228583" y="78103"/>
                    <a:pt x="222003" y="72324"/>
                    <a:pt x="212642" y="72324"/>
                  </a:cubicBezTo>
                  <a:cubicBezTo>
                    <a:pt x="204276" y="72324"/>
                    <a:pt x="198097" y="76309"/>
                    <a:pt x="193513" y="82885"/>
                  </a:cubicBezTo>
                  <a:lnTo>
                    <a:pt x="170402" y="65351"/>
                  </a:lnTo>
                  <a:cubicBezTo>
                    <a:pt x="179567" y="52600"/>
                    <a:pt x="194907" y="45028"/>
                    <a:pt x="213636" y="45028"/>
                  </a:cubicBezTo>
                  <a:cubicBezTo>
                    <a:pt x="245516" y="45028"/>
                    <a:pt x="260263" y="64156"/>
                    <a:pt x="260263" y="86072"/>
                  </a:cubicBezTo>
                  <a:lnTo>
                    <a:pt x="260263" y="149431"/>
                  </a:lnTo>
                  <a:lnTo>
                    <a:pt x="228783" y="149431"/>
                  </a:lnTo>
                  <a:lnTo>
                    <a:pt x="228783" y="141860"/>
                  </a:lnTo>
                  <a:cubicBezTo>
                    <a:pt x="223205" y="148037"/>
                    <a:pt x="211841" y="152420"/>
                    <a:pt x="201286" y="152420"/>
                  </a:cubicBezTo>
                  <a:close/>
                  <a:moveTo>
                    <a:pt x="198097" y="119545"/>
                  </a:moveTo>
                  <a:cubicBezTo>
                    <a:pt x="198097" y="124725"/>
                    <a:pt x="202080" y="127913"/>
                    <a:pt x="208259" y="127913"/>
                  </a:cubicBezTo>
                  <a:cubicBezTo>
                    <a:pt x="218421" y="127913"/>
                    <a:pt x="224792" y="123131"/>
                    <a:pt x="228783" y="117154"/>
                  </a:cubicBezTo>
                  <a:lnTo>
                    <a:pt x="228783" y="107192"/>
                  </a:lnTo>
                  <a:lnTo>
                    <a:pt x="209052" y="110579"/>
                  </a:lnTo>
                  <a:cubicBezTo>
                    <a:pt x="200886" y="111974"/>
                    <a:pt x="198097" y="114962"/>
                    <a:pt x="198097" y="119545"/>
                  </a:cubicBezTo>
                  <a:close/>
                  <a:moveTo>
                    <a:pt x="289362" y="33074"/>
                  </a:moveTo>
                  <a:lnTo>
                    <a:pt x="262066" y="33074"/>
                  </a:lnTo>
                  <a:lnTo>
                    <a:pt x="282390" y="0"/>
                  </a:lnTo>
                  <a:lnTo>
                    <a:pt x="321836" y="0"/>
                  </a:lnTo>
                  <a:lnTo>
                    <a:pt x="342160" y="33074"/>
                  </a:lnTo>
                  <a:lnTo>
                    <a:pt x="314863" y="33074"/>
                  </a:lnTo>
                  <a:lnTo>
                    <a:pt x="302113" y="13747"/>
                  </a:lnTo>
                  <a:lnTo>
                    <a:pt x="289362" y="33074"/>
                  </a:lnTo>
                  <a:close/>
                  <a:moveTo>
                    <a:pt x="286173" y="149431"/>
                  </a:moveTo>
                  <a:lnTo>
                    <a:pt x="286173" y="49014"/>
                  </a:lnTo>
                  <a:lnTo>
                    <a:pt x="317853" y="49014"/>
                  </a:lnTo>
                  <a:lnTo>
                    <a:pt x="317853" y="149431"/>
                  </a:lnTo>
                  <a:lnTo>
                    <a:pt x="286173" y="149431"/>
                  </a:lnTo>
                  <a:close/>
                  <a:moveTo>
                    <a:pt x="394706" y="123729"/>
                  </a:moveTo>
                  <a:cubicBezTo>
                    <a:pt x="402680" y="123729"/>
                    <a:pt x="409052" y="119744"/>
                    <a:pt x="412642" y="114564"/>
                  </a:cubicBezTo>
                  <a:lnTo>
                    <a:pt x="437350" y="133292"/>
                  </a:lnTo>
                  <a:cubicBezTo>
                    <a:pt x="427981" y="145645"/>
                    <a:pt x="413035" y="153416"/>
                    <a:pt x="394506" y="153416"/>
                  </a:cubicBezTo>
                  <a:cubicBezTo>
                    <a:pt x="359043" y="153416"/>
                    <a:pt x="338719" y="128511"/>
                    <a:pt x="338719" y="99222"/>
                  </a:cubicBezTo>
                  <a:cubicBezTo>
                    <a:pt x="338719" y="69934"/>
                    <a:pt x="359043" y="45028"/>
                    <a:pt x="394506" y="45028"/>
                  </a:cubicBezTo>
                  <a:cubicBezTo>
                    <a:pt x="413035" y="45028"/>
                    <a:pt x="427981" y="52799"/>
                    <a:pt x="437350" y="65152"/>
                  </a:cubicBezTo>
                  <a:lnTo>
                    <a:pt x="412642" y="83881"/>
                  </a:lnTo>
                  <a:cubicBezTo>
                    <a:pt x="409052" y="78701"/>
                    <a:pt x="402881" y="74715"/>
                    <a:pt x="394113" y="74715"/>
                  </a:cubicBezTo>
                  <a:cubicBezTo>
                    <a:pt x="381163" y="74715"/>
                    <a:pt x="371593" y="84478"/>
                    <a:pt x="371593" y="99222"/>
                  </a:cubicBezTo>
                  <a:cubicBezTo>
                    <a:pt x="371593" y="114166"/>
                    <a:pt x="381163" y="123729"/>
                    <a:pt x="394706" y="123729"/>
                  </a:cubicBezTo>
                  <a:close/>
                  <a:moveTo>
                    <a:pt x="453816" y="149431"/>
                  </a:moveTo>
                  <a:lnTo>
                    <a:pt x="453816" y="0"/>
                  </a:lnTo>
                  <a:lnTo>
                    <a:pt x="485496" y="0"/>
                  </a:lnTo>
                  <a:lnTo>
                    <a:pt x="485496" y="54592"/>
                  </a:lnTo>
                  <a:cubicBezTo>
                    <a:pt x="492067" y="49014"/>
                    <a:pt x="500434" y="45028"/>
                    <a:pt x="512191" y="45028"/>
                  </a:cubicBezTo>
                  <a:cubicBezTo>
                    <a:pt x="533509" y="45028"/>
                    <a:pt x="551044" y="59971"/>
                    <a:pt x="551044" y="90456"/>
                  </a:cubicBezTo>
                  <a:lnTo>
                    <a:pt x="551044" y="149431"/>
                  </a:lnTo>
                  <a:lnTo>
                    <a:pt x="519163" y="149431"/>
                  </a:lnTo>
                  <a:lnTo>
                    <a:pt x="519163" y="91850"/>
                  </a:lnTo>
                  <a:cubicBezTo>
                    <a:pt x="519163" y="81689"/>
                    <a:pt x="513786" y="74715"/>
                    <a:pt x="503624" y="74715"/>
                  </a:cubicBezTo>
                  <a:cubicBezTo>
                    <a:pt x="492468" y="74715"/>
                    <a:pt x="487483" y="83482"/>
                    <a:pt x="485496" y="86869"/>
                  </a:cubicBezTo>
                  <a:lnTo>
                    <a:pt x="485496" y="149431"/>
                  </a:lnTo>
                  <a:lnTo>
                    <a:pt x="453816" y="149431"/>
                  </a:lnTo>
                  <a:close/>
                  <a:moveTo>
                    <a:pt x="671977" y="133292"/>
                  </a:moveTo>
                  <a:cubicBezTo>
                    <a:pt x="662408" y="145845"/>
                    <a:pt x="646668" y="153416"/>
                    <a:pt x="627346" y="153416"/>
                  </a:cubicBezTo>
                  <a:cubicBezTo>
                    <a:pt x="590481" y="153416"/>
                    <a:pt x="570958" y="128511"/>
                    <a:pt x="570958" y="99222"/>
                  </a:cubicBezTo>
                  <a:cubicBezTo>
                    <a:pt x="570958" y="70133"/>
                    <a:pt x="589086" y="45028"/>
                    <a:pt x="623163" y="45028"/>
                  </a:cubicBezTo>
                  <a:cubicBezTo>
                    <a:pt x="651653" y="45028"/>
                    <a:pt x="670382" y="63956"/>
                    <a:pt x="670382" y="91252"/>
                  </a:cubicBezTo>
                  <a:cubicBezTo>
                    <a:pt x="670382" y="98027"/>
                    <a:pt x="669380" y="104403"/>
                    <a:pt x="668386" y="107989"/>
                  </a:cubicBezTo>
                  <a:lnTo>
                    <a:pt x="603432" y="107989"/>
                  </a:lnTo>
                  <a:cubicBezTo>
                    <a:pt x="606421" y="121537"/>
                    <a:pt x="615188" y="125123"/>
                    <a:pt x="627146" y="125123"/>
                  </a:cubicBezTo>
                  <a:cubicBezTo>
                    <a:pt x="636707" y="125123"/>
                    <a:pt x="645073" y="121338"/>
                    <a:pt x="649657" y="115560"/>
                  </a:cubicBezTo>
                  <a:lnTo>
                    <a:pt x="671977" y="133292"/>
                  </a:lnTo>
                  <a:close/>
                  <a:moveTo>
                    <a:pt x="622361" y="70532"/>
                  </a:moveTo>
                  <a:cubicBezTo>
                    <a:pt x="612199" y="70532"/>
                    <a:pt x="606028" y="75513"/>
                    <a:pt x="603632" y="85674"/>
                  </a:cubicBezTo>
                  <a:lnTo>
                    <a:pt x="639696" y="85674"/>
                  </a:lnTo>
                  <a:cubicBezTo>
                    <a:pt x="639295" y="78899"/>
                    <a:pt x="634118" y="70532"/>
                    <a:pt x="622361" y="70532"/>
                  </a:cubicBezTo>
                  <a:close/>
                </a:path>
              </a:pathLst>
            </a:custGeom>
            <a:solidFill>
              <a:srgbClr val="417DC4"/>
            </a:solidFill>
            <a:ln w="8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01568802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2669</TotalTime>
  <Words>709</Words>
  <Application>Microsoft Office PowerPoint</Application>
  <PresentationFormat>Grand écran</PresentationFormat>
  <Paragraphs>127</Paragraphs>
  <Slides>14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Marianne</vt:lpstr>
      <vt:lpstr>Thème Office</vt:lpstr>
      <vt:lpstr>{{nom_projet}}</vt:lpstr>
      <vt:lpstr>Présentation PowerPoint</vt:lpstr>
      <vt:lpstr>Analyse simplifiée de la surchauffe de l’espace à rafraîchir</vt:lpstr>
      <vt:lpstr>Présentation PowerPoint</vt:lpstr>
      <vt:lpstr>Méthode {{n°_diagnostic}} : {{titre_fiche_diagnostic}}</vt:lpstr>
      <vt:lpstr>Présentation PowerPoint</vt:lpstr>
      <vt:lpstr>Solution {{n°_solution}} : {{titre_fiche_solution}}</vt:lpstr>
      <vt:lpstr>Présentation PowerPoint</vt:lpstr>
      <vt:lpstr>Présentation PowerPoint</vt:lpstr>
      <vt:lpstr>Présentation PowerPoint</vt:lpstr>
      <vt:lpstr>Présentation PowerPoint</vt:lpstr>
      <vt:lpstr>Aides financières et en ingénierie {{pagination_aides}}</vt:lpstr>
      <vt:lpstr>Présentation PowerPoint</vt:lpstr>
      <vt:lpstr>Ressources utiles {{pagination_ressources_utiles}}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Raphaël Taïeb</dc:creator>
  <cp:lastModifiedBy>Raphaël Taïeb</cp:lastModifiedBy>
  <cp:revision>380</cp:revision>
  <dcterms:created xsi:type="dcterms:W3CDTF">2026-05-22T14:14:17Z</dcterms:created>
  <dcterms:modified xsi:type="dcterms:W3CDTF">2026-10-12T09:13:19Z</dcterms:modified>
</cp:coreProperties>
</file>