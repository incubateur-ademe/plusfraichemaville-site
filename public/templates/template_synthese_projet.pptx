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76" r:id="rId8"/>
    <p:sldId id="27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34017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13072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92127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85424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74626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406</Words>
  <Application>Microsoft Office PowerPoint</Application>
  <PresentationFormat>Grand écran</PresentationFormat>
  <Paragraphs>60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141</cp:revision>
  <dcterms:created xsi:type="dcterms:W3CDTF">2026-05-22T14:14:17Z</dcterms:created>
  <dcterms:modified xsi:type="dcterms:W3CDTF">2026-09-14T14:01:37Z</dcterms:modified>
</cp:coreProperties>
</file>