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2065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208</cp:revision>
  <dcterms:created xsi:type="dcterms:W3CDTF">2026-05-22T14:14:17Z</dcterms:created>
  <dcterms:modified xsi:type="dcterms:W3CDTF">2026-09-22T14:48:06Z</dcterms:modified>
</cp:coreProperties>
</file>