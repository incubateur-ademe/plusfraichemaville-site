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>
      <p:cViewPr varScale="1">
        <p:scale>
          <a:sx n="133" d="100"/>
          <a:sy n="133" d="100"/>
        </p:scale>
        <p:origin x="374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51F3E0-F62C-2DC9-E805-EA9BC78202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0BFC53C-6840-85FC-CC7D-ACF50725C4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C2B2351-BA08-8543-B6E9-51B2D2B90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1C3682F-C699-F365-A134-71A7EBF12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3416E99-1E6F-D260-FADD-53997FBA8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2056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6062FF-9B14-0758-A470-0C1C34699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5D7879-1085-4DE8-3BB3-08AE285D0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63CC25-7451-7A9D-952E-C28652730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186715-C73F-5D9E-7724-9675515B7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257789-08D4-5679-CBA2-02A49C3E3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458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C86D54-0A35-F257-CF3A-F5BF470C7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BB5F6C-9A69-B8C1-E69A-A025AFBC67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1DB1854-8E92-B20F-F402-70DF25AA4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5FA73AF-5114-758E-7484-C7292D82B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5E9363-AB5F-C53F-7F62-83A237CC6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5076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D0E8C7-BC68-412C-4152-FF9544754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C630DDF-D3D2-202E-CEB4-1F8F464379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79626A1-B432-B8B2-7555-D204FF185A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D5BDA1A-0847-48E6-93CF-FB3C8419D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9CADF9A-9CB3-7537-F5B2-E11FD874B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E45253E-5DB5-A084-30F8-BD42D74F0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6897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61640F-DB27-0228-A73B-A9DE53300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6F0C32B-89DA-1160-31E6-5B748EABD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DD50C67-8342-3DCE-AEE1-91004EF73C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831EB5C-F431-21F3-51CD-E33990A39D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AEFF447-53CF-6961-B5AB-F8E0B300A5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851F7AF-84B7-5DA2-6B41-761D8FC62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85BDD33-26AF-7DFB-FB52-D3F7CE40A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D31FF0-0C37-E947-9494-8F21ED8BA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9809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4D1136-B29D-C5EC-9270-6F828FCC9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3D23F9F-1866-DF11-0A53-018444B72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7DE2FE5-12D5-59AF-3226-50F61DDD0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72B8593-D8C4-D1C0-3FE2-317B6E87E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7161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C61EC05-99BC-030C-81E0-758E2EB4A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298EB90-5D48-54B2-47D2-D6F9BE96D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3830089-C919-9CAE-498B-AAA120AA9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80629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3839C6-2C2B-1F0C-5D7A-C54E626A3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A82DF2-C8B2-6724-3254-E2A4E8C189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5A7ACB0-0484-15F2-85D7-026268042A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474C68C-FCDD-860A-F1F8-6E9D2B2E0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EAC4B5B-E64A-629F-D002-6D3AC3D29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17E13F2-B174-08B8-2D4E-D9FE4B1F5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69953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FE9A32-52AE-EEF7-C729-36AC4499C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3C3A4AC-1EFE-5428-F37E-D940A07484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48CBC4C-38D2-C904-CF15-752F5359D7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539F71C-1DCD-274B-4BBA-0E0033424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0D24098-5980-21A9-901A-6647E45E5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C9A77E6-59CB-3D6E-6FDB-3E114FD23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8277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2A1DC7-F506-8E98-C42E-BA1D1122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904C793-71A5-129F-70AD-6819995CE7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2D5F24-B75F-A9F7-A30B-FB07DAA82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5AD9AB-D11E-32F0-D3F0-4E4CC449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EDD0C63-7BC0-8F01-1D70-31280F466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50433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123AE3C-0005-07C9-224A-3F7F4FCF2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81E6B87-64E1-ED1C-3835-E41AA3105D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7D665B4-7AE4-2EBD-4809-10B120963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B3ED578-80DF-B547-C444-3C9766686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B776DE-B6B0-DE59-E4FC-FE20714E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57116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F6881F4-BA15-2739-75B7-BD4D9B511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E6DDC8D-77A8-13E0-E103-683EC960FE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1C815D9-F433-6AB2-E24C-F6B2F03A9F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2830845-4AE2-639F-0CE3-DB6205E790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8AD715-CCB9-24A8-5E95-5B75D628D4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7137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72A99C-E15F-6CD3-39F4-5747E50D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93485" y="1845202"/>
            <a:ext cx="8805030" cy="1655762"/>
          </a:xfrm>
        </p:spPr>
        <p:txBody>
          <a:bodyPr>
            <a:normAutofit/>
          </a:bodyPr>
          <a:lstStyle/>
          <a:p>
            <a:r>
              <a:rPr lang="fr-FR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nom_projet</a:t>
            </a:r>
            <a:r>
              <a:rPr lang="fr-FR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3E938B3-38C3-2BDF-45FF-A415208A80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37607"/>
            <a:ext cx="9144000" cy="1655762"/>
          </a:xfrm>
        </p:spPr>
        <p:txBody>
          <a:bodyPr>
            <a:normAutofit/>
          </a:bodyPr>
          <a:lstStyle/>
          <a:p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commune_projet</a:t>
            </a:r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 ({{</a:t>
            </a:r>
            <a:r>
              <a:rPr lang="fr-FR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code_postal_projet</a:t>
            </a:r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}})</a:t>
            </a:r>
          </a:p>
          <a:p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adresse_projet</a:t>
            </a:r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4" name="Picture 2" descr="L'agence de la transition écologique - ADEME">
            <a:extLst>
              <a:ext uri="{FF2B5EF4-FFF2-40B4-BE49-F238E27FC236}">
                <a16:creationId xmlns:a16="http://schemas.microsoft.com/office/drawing/2014/main" id="{B6E6D3F6-9BA9-58C1-F95E-4564406792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435" y="199707"/>
            <a:ext cx="949579" cy="1119802"/>
          </a:xfrm>
          <a:prstGeom prst="rect">
            <a:avLst/>
          </a:prstGeom>
        </p:spPr>
      </p:pic>
      <p:pic>
        <p:nvPicPr>
          <p:cNvPr id="5" name="Picture 1">
            <a:extLst>
              <a:ext uri="{FF2B5EF4-FFF2-40B4-BE49-F238E27FC236}">
                <a16:creationId xmlns:a16="http://schemas.microsoft.com/office/drawing/2014/main" id="{7E542749-53FE-0587-7981-2109CA078F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7627" y="257327"/>
            <a:ext cx="1552051" cy="758533"/>
          </a:xfrm>
          <a:prstGeom prst="rect">
            <a:avLst/>
          </a:prstGeom>
        </p:spPr>
      </p:pic>
      <p:sp>
        <p:nvSpPr>
          <p:cNvPr id="6" name="Text 10">
            <a:extLst>
              <a:ext uri="{FF2B5EF4-FFF2-40B4-BE49-F238E27FC236}">
                <a16:creationId xmlns:a16="http://schemas.microsoft.com/office/drawing/2014/main" id="{8CD713CB-3BC6-C09D-7C54-788D2169DE28}"/>
              </a:ext>
            </a:extLst>
          </p:cNvPr>
          <p:cNvSpPr/>
          <p:nvPr/>
        </p:nvSpPr>
        <p:spPr>
          <a:xfrm>
            <a:off x="2072640" y="638510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généré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 {{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date_generation_synthese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 via Plus 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(ADEME)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647536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72A99C-E15F-6CD3-39F4-5747E50D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38566" y="3565278"/>
            <a:ext cx="2924987" cy="530118"/>
          </a:xfrm>
        </p:spPr>
        <p:txBody>
          <a:bodyPr>
            <a:normAutofit/>
          </a:bodyPr>
          <a:lstStyle/>
          <a:p>
            <a:r>
              <a:rPr lang="fr-FR" sz="1400" dirty="0"/>
              <a:t>{{fiche1_titre}}</a:t>
            </a:r>
          </a:p>
        </p:txBody>
      </p:sp>
      <p:pic>
        <p:nvPicPr>
          <p:cNvPr id="5" name="fiche1_image">
            <a:extLst>
              <a:ext uri="{FF2B5EF4-FFF2-40B4-BE49-F238E27FC236}">
                <a16:creationId xmlns:a16="http://schemas.microsoft.com/office/drawing/2014/main" id="{5D7982A6-7118-576E-5274-9B022A908D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616" y="1418754"/>
            <a:ext cx="2280889" cy="1973353"/>
          </a:xfrm>
          <a:prstGeom prst="rect">
            <a:avLst/>
          </a:prstGeom>
        </p:spPr>
      </p:pic>
      <p:sp>
        <p:nvSpPr>
          <p:cNvPr id="8" name="Titre 1">
            <a:extLst>
              <a:ext uri="{FF2B5EF4-FFF2-40B4-BE49-F238E27FC236}">
                <a16:creationId xmlns:a16="http://schemas.microsoft.com/office/drawing/2014/main" id="{DFD446A5-1AE0-FC42-6104-416E85007852}"/>
              </a:ext>
            </a:extLst>
          </p:cNvPr>
          <p:cNvSpPr txBox="1">
            <a:spLocks/>
          </p:cNvSpPr>
          <p:nvPr/>
        </p:nvSpPr>
        <p:spPr>
          <a:xfrm>
            <a:off x="1003243" y="4268567"/>
            <a:ext cx="3060310" cy="23864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200" dirty="0"/>
              <a:t>{{fiche1_description}}</a:t>
            </a:r>
          </a:p>
        </p:txBody>
      </p:sp>
      <p:sp>
        <p:nvSpPr>
          <p:cNvPr id="9" name="Titre 1">
            <a:extLst>
              <a:ext uri="{FF2B5EF4-FFF2-40B4-BE49-F238E27FC236}">
                <a16:creationId xmlns:a16="http://schemas.microsoft.com/office/drawing/2014/main" id="{D96C96BC-B8F7-C618-B100-303616F41F4F}"/>
              </a:ext>
            </a:extLst>
          </p:cNvPr>
          <p:cNvSpPr txBox="1">
            <a:spLocks/>
          </p:cNvSpPr>
          <p:nvPr/>
        </p:nvSpPr>
        <p:spPr>
          <a:xfrm>
            <a:off x="4733413" y="3565278"/>
            <a:ext cx="2924987" cy="5301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400" dirty="0"/>
              <a:t>{{fiche2_titre}}</a:t>
            </a:r>
          </a:p>
        </p:txBody>
      </p:sp>
      <p:pic>
        <p:nvPicPr>
          <p:cNvPr id="10" name="fiche2_image">
            <a:extLst>
              <a:ext uri="{FF2B5EF4-FFF2-40B4-BE49-F238E27FC236}">
                <a16:creationId xmlns:a16="http://schemas.microsoft.com/office/drawing/2014/main" id="{1B6B780A-A39D-636C-4D64-802525F4EC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5463" y="1418754"/>
            <a:ext cx="2280889" cy="1973353"/>
          </a:xfrm>
          <a:prstGeom prst="rect">
            <a:avLst/>
          </a:prstGeom>
        </p:spPr>
      </p:pic>
      <p:sp>
        <p:nvSpPr>
          <p:cNvPr id="11" name="Titre 1">
            <a:extLst>
              <a:ext uri="{FF2B5EF4-FFF2-40B4-BE49-F238E27FC236}">
                <a16:creationId xmlns:a16="http://schemas.microsoft.com/office/drawing/2014/main" id="{DF4FAFD1-C5C8-F650-D808-D9A446485065}"/>
              </a:ext>
            </a:extLst>
          </p:cNvPr>
          <p:cNvSpPr txBox="1">
            <a:spLocks/>
          </p:cNvSpPr>
          <p:nvPr/>
        </p:nvSpPr>
        <p:spPr>
          <a:xfrm>
            <a:off x="4598090" y="4268567"/>
            <a:ext cx="3060310" cy="23864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200" dirty="0"/>
              <a:t>{{fiche2_description}}</a:t>
            </a:r>
          </a:p>
        </p:txBody>
      </p:sp>
      <p:sp>
        <p:nvSpPr>
          <p:cNvPr id="12" name="Titre 1">
            <a:extLst>
              <a:ext uri="{FF2B5EF4-FFF2-40B4-BE49-F238E27FC236}">
                <a16:creationId xmlns:a16="http://schemas.microsoft.com/office/drawing/2014/main" id="{2322BB7D-3CC3-52EC-9176-598B063FF26D}"/>
              </a:ext>
            </a:extLst>
          </p:cNvPr>
          <p:cNvSpPr txBox="1">
            <a:spLocks/>
          </p:cNvSpPr>
          <p:nvPr/>
        </p:nvSpPr>
        <p:spPr>
          <a:xfrm>
            <a:off x="8529966" y="3565278"/>
            <a:ext cx="2924987" cy="5301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400" dirty="0"/>
              <a:t>{{fiche3_titre}}</a:t>
            </a:r>
          </a:p>
        </p:txBody>
      </p:sp>
      <p:pic>
        <p:nvPicPr>
          <p:cNvPr id="13" name="fiche3_image">
            <a:extLst>
              <a:ext uri="{FF2B5EF4-FFF2-40B4-BE49-F238E27FC236}">
                <a16:creationId xmlns:a16="http://schemas.microsoft.com/office/drawing/2014/main" id="{39719801-C60D-A9CB-865F-AA2451EF16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2016" y="1418754"/>
            <a:ext cx="2280889" cy="1973353"/>
          </a:xfrm>
          <a:prstGeom prst="rect">
            <a:avLst/>
          </a:prstGeom>
        </p:spPr>
      </p:pic>
      <p:sp>
        <p:nvSpPr>
          <p:cNvPr id="14" name="Titre 1">
            <a:extLst>
              <a:ext uri="{FF2B5EF4-FFF2-40B4-BE49-F238E27FC236}">
                <a16:creationId xmlns:a16="http://schemas.microsoft.com/office/drawing/2014/main" id="{2B5F9271-D23A-AE1F-9887-C0E8E46B34B2}"/>
              </a:ext>
            </a:extLst>
          </p:cNvPr>
          <p:cNvSpPr txBox="1">
            <a:spLocks/>
          </p:cNvSpPr>
          <p:nvPr/>
        </p:nvSpPr>
        <p:spPr>
          <a:xfrm>
            <a:off x="8394643" y="4268567"/>
            <a:ext cx="3060310" cy="23864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200"/>
              <a:t>{{fiche3_description}}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40094403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34E2C556-0F82-2AF8-1F6F-094222D119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27178" y="474492"/>
            <a:ext cx="9144000" cy="923761"/>
          </a:xfrm>
        </p:spPr>
        <p:txBody>
          <a:bodyPr/>
          <a:lstStyle/>
          <a:p>
            <a:r>
              <a:rPr lang="fr-FR" dirty="0"/>
              <a:t>Carte LCZ</a:t>
            </a:r>
          </a:p>
        </p:txBody>
      </p:sp>
    </p:spTree>
    <p:extLst>
      <p:ext uri="{BB962C8B-B14F-4D97-AF65-F5344CB8AC3E}">
        <p14:creationId xmlns:p14="http://schemas.microsoft.com/office/powerpoint/2010/main" val="249161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</TotalTime>
  <Words>72</Words>
  <Application>Microsoft Office PowerPoint</Application>
  <PresentationFormat>Grand écran</PresentationFormat>
  <Paragraphs>11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Calibri</vt:lpstr>
      <vt:lpstr>Thème Office</vt:lpstr>
      <vt:lpstr>{{nom_projet}}</vt:lpstr>
      <vt:lpstr>{{fiche1_titre}}</vt:lpstr>
      <vt:lpstr>Carte LCZ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Raphaël Taïeb</dc:creator>
  <cp:lastModifiedBy>Raphaël Taïeb</cp:lastModifiedBy>
  <cp:revision>15</cp:revision>
  <dcterms:created xsi:type="dcterms:W3CDTF">2026-05-22T14:14:17Z</dcterms:created>
  <dcterms:modified xsi:type="dcterms:W3CDTF">2026-08-29T12:49:38Z</dcterms:modified>
</cp:coreProperties>
</file>