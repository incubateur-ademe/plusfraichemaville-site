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4" r:id="rId3"/>
    <p:sldId id="266" r:id="rId4"/>
    <p:sldId id="270" r:id="rId5"/>
    <p:sldId id="274" r:id="rId6"/>
    <p:sldId id="275" r:id="rId7"/>
    <p:sldId id="278" r:id="rId8"/>
    <p:sldId id="265" r:id="rId9"/>
    <p:sldId id="276" r:id="rId10"/>
    <p:sldId id="27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3" name="zone_aid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576263" y="1359255"/>
            <a:ext cx="10187280" cy="49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lnSpc>
                <a:spcPts val="1800"/>
              </a:lnSpc>
              <a:spcBef>
                <a:spcPts val="2500"/>
              </a:spcBef>
              <a:buFont typeface="Arial" panose="020B0604020202020204" pitchFamily="34" charset="0"/>
              <a:buChar char="•"/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  <a:br>
              <a:rPr lang="en-US" sz="1400" b="1" dirty="0">
                <a:latin typeface="Marianne" panose="02000000000000000000" pitchFamily="50" charset="0"/>
              </a:rPr>
            </a:b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{{</a:t>
            </a:r>
            <a:r>
              <a:rPr 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aide_type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solidFill>
                <a:srgbClr val="5C5C5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2061</TotalTime>
  <Words>474</Words>
  <Application>Microsoft Office PowerPoint</Application>
  <PresentationFormat>Grand écran</PresentationFormat>
  <Paragraphs>70</Paragraphs>
  <Slides>10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208</cp:revision>
  <dcterms:created xsi:type="dcterms:W3CDTF">2026-05-22T14:14:17Z</dcterms:created>
  <dcterms:modified xsi:type="dcterms:W3CDTF">2026-09-22T14:43:37Z</dcterms:modified>
</cp:coreProperties>
</file>