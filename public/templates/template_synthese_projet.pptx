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62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1" name="contour_aide">
            <a:extLst>
              <a:ext uri="{FF2B5EF4-FFF2-40B4-BE49-F238E27FC236}">
                <a16:creationId xmlns:a16="http://schemas.microsoft.com/office/drawing/2014/main" id="{6F190980-5A7F-CFD0-DB5F-2885D8DD4262}"/>
              </a:ext>
            </a:extLst>
          </p:cNvPr>
          <p:cNvSpPr/>
          <p:nvPr/>
        </p:nvSpPr>
        <p:spPr>
          <a:xfrm>
            <a:off x="576263" y="1436010"/>
            <a:ext cx="10581312" cy="1319489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</a:endParaRPr>
          </a:p>
        </p:txBody>
      </p:sp>
      <p:sp>
        <p:nvSpPr>
          <p:cNvPr id="32" name="zone_aide_type">
            <a:extLst>
              <a:ext uri="{FF2B5EF4-FFF2-40B4-BE49-F238E27FC236}">
                <a16:creationId xmlns:a16="http://schemas.microsoft.com/office/drawing/2014/main" id="{CA13F4C7-9C9C-5D69-7ABF-29ED7E1E953C}"/>
              </a:ext>
            </a:extLst>
          </p:cNvPr>
          <p:cNvSpPr/>
          <p:nvPr/>
        </p:nvSpPr>
        <p:spPr>
          <a:xfrm>
            <a:off x="759144" y="1502851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900" kern="0" spc="1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aide_type</a:t>
            </a: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33" name="zone_aide_titr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759143" y="1719567"/>
            <a:ext cx="10187280" cy="4071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400"/>
              </a:lnSpc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_aide_lien">
            <a:extLst>
              <a:ext uri="{FF2B5EF4-FFF2-40B4-BE49-F238E27FC236}">
                <a16:creationId xmlns:a16="http://schemas.microsoft.com/office/drawing/2014/main" id="{00ED1968-10CF-E3DC-940B-6214BFEF0E99}"/>
              </a:ext>
            </a:extLst>
          </p:cNvPr>
          <p:cNvSpPr/>
          <p:nvPr/>
        </p:nvSpPr>
        <p:spPr>
          <a:xfrm>
            <a:off x="759143" y="2448390"/>
            <a:ext cx="1466775" cy="288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latin typeface="Marianne" panose="02000000000000000000" pitchFamily="50" charset="0"/>
            </a:endParaRPr>
          </a:p>
        </p:txBody>
      </p:sp>
      <p:sp>
        <p:nvSpPr>
          <p:cNvPr id="3" name="zone_aide_details">
            <a:extLst>
              <a:ext uri="{FF2B5EF4-FFF2-40B4-BE49-F238E27FC236}">
                <a16:creationId xmlns:a16="http://schemas.microsoft.com/office/drawing/2014/main" id="{245A9113-DBB3-676F-614B-19E985C21046}"/>
              </a:ext>
            </a:extLst>
          </p:cNvPr>
          <p:cNvSpPr/>
          <p:nvPr/>
        </p:nvSpPr>
        <p:spPr>
          <a:xfrm>
            <a:off x="759143" y="2139464"/>
            <a:ext cx="10187280" cy="397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 · 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2006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198</cp:revision>
  <dcterms:created xsi:type="dcterms:W3CDTF">2026-05-22T14:14:17Z</dcterms:created>
  <dcterms:modified xsi:type="dcterms:W3CDTF">2026-09-22T13:49:03Z</dcterms:modified>
</cp:coreProperties>
</file>