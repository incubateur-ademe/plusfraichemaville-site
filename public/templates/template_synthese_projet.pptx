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62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788" y="104580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384" y="104580"/>
            <a:ext cx="896540" cy="916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zone_aide_type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028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zone_aide_titr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9567"/>
            <a:ext cx="10187280" cy="4071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400"/>
              </a:lnSpc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_aide_lien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48390"/>
            <a:ext cx="1466775" cy="288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latin typeface="Marianne" panose="02000000000000000000" pitchFamily="50" charset="0"/>
            </a:endParaRPr>
          </a:p>
        </p:txBody>
      </p:sp>
      <p:sp>
        <p:nvSpPr>
          <p:cNvPr id="3" name="zone_aide_details">
            <a:extLst>
              <a:ext uri="{FF2B5EF4-FFF2-40B4-BE49-F238E27FC236}">
                <a16:creationId xmlns:a16="http://schemas.microsoft.com/office/drawing/2014/main" id="{245A9113-DBB3-676F-614B-19E985C21046}"/>
              </a:ext>
            </a:extLst>
          </p:cNvPr>
          <p:cNvSpPr/>
          <p:nvPr/>
        </p:nvSpPr>
        <p:spPr>
          <a:xfrm>
            <a:off x="759143" y="2139464"/>
            <a:ext cx="10187280" cy="397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196</cp:revision>
  <dcterms:created xsi:type="dcterms:W3CDTF">2026-05-22T14:14:17Z</dcterms:created>
  <dcterms:modified xsi:type="dcterms:W3CDTF">2026-09-22T13:46:27Z</dcterms:modified>
</cp:coreProperties>
</file>