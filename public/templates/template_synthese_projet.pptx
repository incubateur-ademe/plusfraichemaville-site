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6" r:id="rId4"/>
    <p:sldId id="257" r:id="rId5"/>
    <p:sldId id="258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4660"/>
  </p:normalViewPr>
  <p:slideViewPr>
    <p:cSldViewPr snapToGrid="0">
      <p:cViewPr varScale="1">
        <p:scale>
          <a:sx n="124" d="100"/>
          <a:sy n="124" d="100"/>
        </p:scale>
        <p:origin x="86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638A9C-6ED0-4718-B5E7-9D405962C144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8AD46-B04C-426F-AD53-1ADC867E012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11628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D1F06-EBEC-48E7-718E-679E9C7AB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188976-03C7-BDC5-F35A-502E38D96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92900-84C4-792B-45B3-9A38832A4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3A749C-0CD8-8944-6CB6-BFC00D52AF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3497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51F3E0-F62C-2DC9-E805-EA9BC78202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0BFC53C-6840-85FC-CC7D-ACF50725C4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2B2351-BA08-8543-B6E9-51B2D2B90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3682F-C699-F365-A134-71A7EBF12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3416E99-1E6F-D260-FADD-53997FBA8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32056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6062FF-9B14-0758-A470-0C1C34699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5D7879-1085-4DE8-3BB3-08AE285D0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63CC25-7451-7A9D-952E-C286527300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186715-C73F-5D9E-7724-9675515B7F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257789-08D4-5679-CBA2-02A49C3E3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4458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86D54-0A35-F257-CF3A-F5BF470C7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BB5F6C-9A69-B8C1-E69A-A025AFBC67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1DB1854-8E92-B20F-F402-70DF25AA41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FA73AF-5114-758E-7484-C7292D82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E5E9363-AB5F-C53F-7F62-83A237CC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5076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0E8C7-BC68-412C-4152-FF9544754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630DDF-D3D2-202E-CEB4-1F8F464379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79626A1-B432-B8B2-7555-D204FF185A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D5BDA1A-0847-48E6-93CF-FB3C8419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9CADF9A-9CB3-7537-F5B2-E11FD874B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E45253E-5DB5-A084-30F8-BD42D74F0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6897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361640F-DB27-0228-A73B-A9DE53300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6F0C32B-89DA-1160-31E6-5B748EABD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ADD50C67-8342-3DCE-AEE1-91004EF73C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831EB5C-F431-21F3-51CD-E33990A39D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AEFF447-53CF-6961-B5AB-F8E0B300A5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851F7AF-84B7-5DA2-6B41-761D8FC62C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5BDD33-26AF-7DFB-FB52-D3F7CE40A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E9D31FF0-0C37-E947-9494-8F21ED8B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9809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4D1136-B29D-C5EC-9270-6F828FCC9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3D23F9F-1866-DF11-0A53-018444B725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DE2FE5-12D5-59AF-3226-50F61DDD0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2B8593-D8C4-D1C0-3FE2-317B6E87E3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7161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C61EC05-99BC-030C-81E0-758E2EB4A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298EB90-5D48-54B2-47D2-D6F9BE96D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3830089-C919-9CAE-498B-AAA120AA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8062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839C6-2C2B-1F0C-5D7A-C54E626A3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CA82DF2-C8B2-6724-3254-E2A4E8C189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5A7ACB0-0484-15F2-85D7-026268042A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474C68C-FCDD-860A-F1F8-6E9D2B2E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EAC4B5B-E64A-629F-D002-6D3AC3D29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17E13F2-B174-08B8-2D4E-D9FE4B1F54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69953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FE9A32-52AE-EEF7-C729-36AC4499C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B3C3A4AC-1EFE-5428-F37E-D940A07484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48CBC4C-38D2-C904-CF15-752F5359D7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539F71C-1DCD-274B-4BBA-0E003342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0D24098-5980-21A9-901A-6647E45E5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6C9A77E6-59CB-3D6E-6FDB-3E114FD23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98277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2A1DC7-F506-8E98-C42E-BA1D1122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904C793-71A5-129F-70AD-6819995CE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62D5F24-B75F-A9F7-A30B-FB07DAA82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15AD9AB-D11E-32F0-D3F0-4E4CC449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DD0C63-7BC0-8F01-1D70-31280F466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50433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123AE3C-0005-07C9-224A-3F7F4FCF2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81E6B87-64E1-ED1C-3835-E41AA3105D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7D665B4-7AE4-2EBD-4809-10B120963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B3ED578-80DF-B547-C444-3C9766686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8B776DE-B6B0-DE59-E4FC-FE20714E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5711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7628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F6881F4-BA15-2739-75B7-BD4D9B511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E6DDC8D-77A8-13E0-E103-683EC960F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C815D9-F433-6AB2-E24C-F6B2F03A9F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7F8B9-DFDB-4965-877D-C04A580740C9}" type="datetimeFigureOut">
              <a:rPr lang="fr-FR" smtClean="0"/>
              <a:t>29/08/2026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2830845-4AE2-639F-0CE3-DB6205E790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8AD715-CCB9-24A8-5E95-5B75D628D4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F16D3B-283D-4C69-820F-0983BC96EBA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71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1.svg"/><Relationship Id="rId5" Type="http://schemas.openxmlformats.org/officeDocument/2006/relationships/image" Target="../media/image7.png"/><Relationship Id="rId10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93485" y="2581845"/>
            <a:ext cx="8805030" cy="1655762"/>
          </a:xfrm>
        </p:spPr>
        <p:txBody>
          <a:bodyPr anchor="t">
            <a:normAutofit/>
          </a:bodyPr>
          <a:lstStyle/>
          <a:p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3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nom_projet</a:t>
            </a:r>
            <a:r>
              <a:rPr lang="fr-FR" sz="3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3E938B3-38C3-2BDF-45FF-A415208A80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28737"/>
            <a:ext cx="9144000" cy="1655762"/>
          </a:xfrm>
        </p:spPr>
        <p:txBody>
          <a:bodyPr>
            <a:normAutofit/>
          </a:bodyPr>
          <a:lstStyle/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commune_projet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({{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code_postal_projet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}})</a:t>
            </a:r>
          </a:p>
          <a:p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adresse_projet</a:t>
            </a:r>
            <a:r>
              <a:rPr lang="fr-FR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4" name="Picture 2" descr="L'agence de la transition écologique - ADEME">
            <a:extLst>
              <a:ext uri="{FF2B5EF4-FFF2-40B4-BE49-F238E27FC236}">
                <a16:creationId xmlns:a16="http://schemas.microsoft.com/office/drawing/2014/main" id="{B6E6D3F6-9BA9-58C1-F95E-4564406792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435" y="199707"/>
            <a:ext cx="949579" cy="1119802"/>
          </a:xfrm>
          <a:prstGeom prst="rect">
            <a:avLst/>
          </a:prstGeom>
        </p:spPr>
      </p:pic>
      <p:sp>
        <p:nvSpPr>
          <p:cNvPr id="6" name="Text 10">
            <a:extLst>
              <a:ext uri="{FF2B5EF4-FFF2-40B4-BE49-F238E27FC236}">
                <a16:creationId xmlns:a16="http://schemas.microsoft.com/office/drawing/2014/main" id="{8CD713CB-3BC6-C09D-7C54-788D2169DE28}"/>
              </a:ext>
            </a:extLst>
          </p:cNvPr>
          <p:cNvSpPr/>
          <p:nvPr/>
        </p:nvSpPr>
        <p:spPr>
          <a:xfrm>
            <a:off x="2072640" y="638510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généré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{{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date_generation_synthese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}} via Plus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fraîche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 </a:t>
            </a:r>
            <a:r>
              <a:rPr lang="en-US" sz="1000" i="1" dirty="0" err="1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r>
              <a:rPr lang="en-US" sz="1000" i="1" dirty="0">
                <a:solidFill>
                  <a:srgbClr val="A0A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(ADEME)</a:t>
            </a:r>
            <a:endParaRPr lang="en-US" sz="1000" dirty="0"/>
          </a:p>
        </p:txBody>
      </p:sp>
      <p:pic>
        <p:nvPicPr>
          <p:cNvPr id="7" name="Picture 3">
            <a:extLst>
              <a:ext uri="{FF2B5EF4-FFF2-40B4-BE49-F238E27FC236}">
                <a16:creationId xmlns:a16="http://schemas.microsoft.com/office/drawing/2014/main" id="{76322E58-8C9F-63C6-0CAF-9FBB07903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3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CEECE-80BD-24F5-29ED-51D02A8DC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CE7C914-9BAE-BFF2-E2E6-8DFEAA338D00}"/>
              </a:ext>
            </a:extLst>
          </p:cNvPr>
          <p:cNvSpPr/>
          <p:nvPr/>
        </p:nvSpPr>
        <p:spPr>
          <a:xfrm>
            <a:off x="609600" y="975360"/>
            <a:ext cx="10972800" cy="1950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133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A7DA23-AC46-53C2-5481-F11CF1FF75EA}"/>
              </a:ext>
            </a:extLst>
          </p:cNvPr>
          <p:cNvSpPr/>
          <p:nvPr/>
        </p:nvSpPr>
        <p:spPr>
          <a:xfrm>
            <a:off x="609600" y="2202220"/>
            <a:ext cx="10972800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Solutions de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rafraîchissement</a:t>
            </a:r>
            <a:r>
              <a:rPr lang="en-US" sz="3733" b="1" dirty="0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733" b="1" dirty="0" err="1">
                <a:solidFill>
                  <a:srgbClr val="1A1A1A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retenues</a:t>
            </a:r>
            <a:endParaRPr lang="en-US" sz="3733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02F78CA-65FF-9043-6070-1584BC6D4D54}"/>
              </a:ext>
            </a:extLst>
          </p:cNvPr>
          <p:cNvSpPr/>
          <p:nvPr/>
        </p:nvSpPr>
        <p:spPr>
          <a:xfrm>
            <a:off x="609600" y="3080044"/>
            <a:ext cx="731520" cy="487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fr-FR" sz="24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328B9A3-CC8F-11E9-FAB1-0824EF7E88D7}"/>
              </a:ext>
            </a:extLst>
          </p:cNvPr>
          <p:cNvSpPr/>
          <p:nvPr/>
        </p:nvSpPr>
        <p:spPr>
          <a:xfrm>
            <a:off x="609600" y="3398401"/>
            <a:ext cx="10972800" cy="2879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600" dirty="0" err="1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titre_fiches_solution</a:t>
            </a:r>
            <a:r>
              <a:rPr lang="fr-FR" sz="1600" dirty="0">
                <a:solidFill>
                  <a:srgbClr val="5C5C5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A3CAC41A-66B0-361D-B372-62D87EE7A9F8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 3">
            <a:extLst>
              <a:ext uri="{FF2B5EF4-FFF2-40B4-BE49-F238E27FC236}">
                <a16:creationId xmlns:a16="http://schemas.microsoft.com/office/drawing/2014/main" id="{515558A7-65FA-3B23-4336-CA7CF66783E3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Image 8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5FA40CA5-18D5-ABCF-9EE1-BF9C0AE210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922595D-B49E-4187-3566-440EF1D1B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708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7CAA9-6ECD-8F49-8289-13579AAE1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A7BA3-D950-9097-DDDD-F688CBFCC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263" y="345395"/>
            <a:ext cx="9706989" cy="6152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Solution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n°_solution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 : {{</a:t>
            </a:r>
            <a:r>
              <a:rPr lang="en-US" sz="3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titre_fiche_solution</a:t>
            </a:r>
            <a:r>
              <a:rPr lang="en-US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76718D3-101C-1B45-FD71-3691F60DE7E5}"/>
              </a:ext>
            </a:extLst>
          </p:cNvPr>
          <p:cNvSpPr txBox="1"/>
          <p:nvPr/>
        </p:nvSpPr>
        <p:spPr>
          <a:xfrm>
            <a:off x="576263" y="1093598"/>
            <a:ext cx="97069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2000" b="1" dirty="0" err="1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description_courte_fiche_solution</a:t>
            </a:r>
            <a:r>
              <a:rPr lang="fr-FR" sz="2000" b="1" dirty="0">
                <a:solidFill>
                  <a:srgbClr val="161616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  <a:endParaRPr lang="fr-FR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B62F42A1-9E9E-D546-190A-5C7D09368113}"/>
              </a:ext>
            </a:extLst>
          </p:cNvPr>
          <p:cNvCxnSpPr>
            <a:cxnSpLocks/>
          </p:cNvCxnSpPr>
          <p:nvPr/>
        </p:nvCxnSpPr>
        <p:spPr>
          <a:xfrm>
            <a:off x="576263" y="960689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Image 37" descr="Une image contenant texte, Police, blanc, conception&#10;&#10;Description générée automatiquement">
            <a:extLst>
              <a:ext uri="{FF2B5EF4-FFF2-40B4-BE49-F238E27FC236}">
                <a16:creationId xmlns:a16="http://schemas.microsoft.com/office/drawing/2014/main" id="{AC226DA6-1EF2-CFAB-8908-AEF5C4E4B8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63" y="5375317"/>
            <a:ext cx="3975795" cy="830111"/>
          </a:xfrm>
          <a:prstGeom prst="rect">
            <a:avLst/>
          </a:prstGeom>
        </p:spPr>
      </p:pic>
      <p:pic>
        <p:nvPicPr>
          <p:cNvPr id="40" name="Image 39" descr="Une image contenant texte, Police, blanc, capture d’écran&#10;&#10;Description générée automatiquement">
            <a:extLst>
              <a:ext uri="{FF2B5EF4-FFF2-40B4-BE49-F238E27FC236}">
                <a16:creationId xmlns:a16="http://schemas.microsoft.com/office/drawing/2014/main" id="{A0B7D414-A672-70A2-E902-803986BD58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3" y="4399297"/>
            <a:ext cx="4296189" cy="830111"/>
          </a:xfrm>
          <a:prstGeom prst="rect">
            <a:avLst/>
          </a:prstGeom>
        </p:spPr>
      </p:pic>
      <p:sp>
        <p:nvSpPr>
          <p:cNvPr id="43" name="Text 16">
            <a:extLst>
              <a:ext uri="{FF2B5EF4-FFF2-40B4-BE49-F238E27FC236}">
                <a16:creationId xmlns:a16="http://schemas.microsoft.com/office/drawing/2014/main" id="{A300427D-EA15-7150-EA9C-A87450E6202D}"/>
              </a:ext>
            </a:extLst>
          </p:cNvPr>
          <p:cNvSpPr/>
          <p:nvPr/>
        </p:nvSpPr>
        <p:spPr>
          <a:xfrm>
            <a:off x="712188" y="3920740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Mise </a:t>
            </a:r>
            <a:r>
              <a:rPr lang="en-US" b="1" kern="0" spc="15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en-US" b="1" kern="0" spc="15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oeuvre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E91C9383-E765-31FC-91C1-919BA413B245}"/>
              </a:ext>
            </a:extLst>
          </p:cNvPr>
          <p:cNvSpPr/>
          <p:nvPr/>
        </p:nvSpPr>
        <p:spPr>
          <a:xfrm>
            <a:off x="712188" y="1986268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Résultat</a:t>
            </a:r>
            <a:r>
              <a:rPr lang="en-US" b="1" kern="0" spc="1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kern="0" spc="1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attendu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 16">
            <a:extLst>
              <a:ext uri="{FF2B5EF4-FFF2-40B4-BE49-F238E27FC236}">
                <a16:creationId xmlns:a16="http://schemas.microsoft.com/office/drawing/2014/main" id="{4F281405-7CF6-3385-6A40-21850D059F03}"/>
              </a:ext>
            </a:extLst>
          </p:cNvPr>
          <p:cNvSpPr/>
          <p:nvPr/>
        </p:nvSpPr>
        <p:spPr>
          <a:xfrm>
            <a:off x="7660805" y="2133066"/>
            <a:ext cx="2220756" cy="2935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15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Cobénéfices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7" name="Image 46" descr="Une image contenant Police, Graphique, logo, conception&#10;&#10;Description générée automatiquement">
            <a:extLst>
              <a:ext uri="{FF2B5EF4-FFF2-40B4-BE49-F238E27FC236}">
                <a16:creationId xmlns:a16="http://schemas.microsoft.com/office/drawing/2014/main" id="{F8CDAE4D-2022-8DF2-D170-E9FBC5B089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3880" y="2669231"/>
            <a:ext cx="3390900" cy="901700"/>
          </a:xfrm>
          <a:prstGeom prst="rect">
            <a:avLst/>
          </a:prstGeom>
        </p:spPr>
      </p:pic>
      <p:pic>
        <p:nvPicPr>
          <p:cNvPr id="49" name="Image 48" descr="Une image contenant Police, texte, conception&#10;&#10;Description générée automatiquement">
            <a:extLst>
              <a:ext uri="{FF2B5EF4-FFF2-40B4-BE49-F238E27FC236}">
                <a16:creationId xmlns:a16="http://schemas.microsoft.com/office/drawing/2014/main" id="{7CA4471C-C514-5126-AA43-C7F2EA3623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6580" y="3519911"/>
            <a:ext cx="3378200" cy="1104900"/>
          </a:xfrm>
          <a:prstGeom prst="rect">
            <a:avLst/>
          </a:prstGeom>
        </p:spPr>
      </p:pic>
      <p:pic>
        <p:nvPicPr>
          <p:cNvPr id="51" name="Image 50" descr="Une image contenant Police, texte, logo, Graphique&#10;&#10;Description générée automatiquement">
            <a:extLst>
              <a:ext uri="{FF2B5EF4-FFF2-40B4-BE49-F238E27FC236}">
                <a16:creationId xmlns:a16="http://schemas.microsoft.com/office/drawing/2014/main" id="{4572FDB4-7972-6868-307C-A0E198A435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8066" y="4619988"/>
            <a:ext cx="3302000" cy="787400"/>
          </a:xfrm>
          <a:prstGeom prst="rect">
            <a:avLst/>
          </a:prstGeom>
        </p:spPr>
      </p:pic>
      <p:pic>
        <p:nvPicPr>
          <p:cNvPr id="53" name="Image 52" descr="Une image contenant Police, Graphique, logo, blanc&#10;&#10;Description générée automatiquement">
            <a:extLst>
              <a:ext uri="{FF2B5EF4-FFF2-40B4-BE49-F238E27FC236}">
                <a16:creationId xmlns:a16="http://schemas.microsoft.com/office/drawing/2014/main" id="{553CA788-F957-E39E-15A9-D1876EB52C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448" y="5407388"/>
            <a:ext cx="3302000" cy="838200"/>
          </a:xfrm>
          <a:prstGeom prst="rect">
            <a:avLst/>
          </a:prstGeom>
        </p:spPr>
      </p:pic>
      <p:cxnSp>
        <p:nvCxnSpPr>
          <p:cNvPr id="55" name="Connecteur droit 54">
            <a:extLst>
              <a:ext uri="{FF2B5EF4-FFF2-40B4-BE49-F238E27FC236}">
                <a16:creationId xmlns:a16="http://schemas.microsoft.com/office/drawing/2014/main" id="{BFBD2EB6-34B6-54D8-319B-95BBA847CB21}"/>
              </a:ext>
            </a:extLst>
          </p:cNvPr>
          <p:cNvCxnSpPr>
            <a:cxnSpLocks/>
          </p:cNvCxnSpPr>
          <p:nvPr/>
        </p:nvCxnSpPr>
        <p:spPr>
          <a:xfrm>
            <a:off x="576263" y="6512991"/>
            <a:ext cx="11615737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 3">
            <a:extLst>
              <a:ext uri="{FF2B5EF4-FFF2-40B4-BE49-F238E27FC236}">
                <a16:creationId xmlns:a16="http://schemas.microsoft.com/office/drawing/2014/main" id="{8B657D20-7F9C-8851-0BA6-B35DF1DB8D17}"/>
              </a:ext>
            </a:extLst>
          </p:cNvPr>
          <p:cNvSpPr/>
          <p:nvPr/>
        </p:nvSpPr>
        <p:spPr>
          <a:xfrm>
            <a:off x="576263" y="6598217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>
                <a:solidFill>
                  <a:srgbClr val="A0A0A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Données issues de Plus fraîche ma ville (ADEME)</a:t>
            </a:r>
            <a:endParaRPr lang="en-US" sz="1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7" name="Image 56" descr="Une image contenant Police, Graphique, logo, graphisme&#10;&#10;Description générée automatiquement">
            <a:extLst>
              <a:ext uri="{FF2B5EF4-FFF2-40B4-BE49-F238E27FC236}">
                <a16:creationId xmlns:a16="http://schemas.microsoft.com/office/drawing/2014/main" id="{830EBC68-A5C6-15CA-95C1-839F0A7C9BA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19804" b="18118"/>
          <a:stretch/>
        </p:blipFill>
        <p:spPr>
          <a:xfrm>
            <a:off x="10763987" y="98854"/>
            <a:ext cx="1229053" cy="76297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131FE9-968A-7934-D330-1035AA73A36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46452" y="104580"/>
            <a:ext cx="1552051" cy="758533"/>
          </a:xfrm>
          <a:prstGeom prst="rect">
            <a:avLst/>
          </a:prstGeom>
        </p:spPr>
      </p:pic>
      <p:sp>
        <p:nvSpPr>
          <p:cNvPr id="3" name="ZoneTexte 2">
            <a:extLst>
              <a:ext uri="{FF2B5EF4-FFF2-40B4-BE49-F238E27FC236}">
                <a16:creationId xmlns:a16="http://schemas.microsoft.com/office/drawing/2014/main" id="{283396D7-68F3-FCA6-1DDE-493C9D9A712C}"/>
              </a:ext>
            </a:extLst>
          </p:cNvPr>
          <p:cNvSpPr txBox="1"/>
          <p:nvPr/>
        </p:nvSpPr>
        <p:spPr>
          <a:xfrm>
            <a:off x="609751" y="2322378"/>
            <a:ext cx="1994034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500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1500" b="1" dirty="0" err="1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portee_baisse_temperature</a:t>
            </a:r>
            <a:r>
              <a:rPr lang="fr-FR" sz="1500" b="1" dirty="0">
                <a:solidFill>
                  <a:schemeClr val="bg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  <a:p>
            <a:endParaRPr lang="fr-FR" sz="1500" dirty="0">
              <a:solidFill>
                <a:schemeClr val="bg1">
                  <a:lumMod val="5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FECE4F3-532A-E644-8E92-8968D648D6B8}"/>
              </a:ext>
            </a:extLst>
          </p:cNvPr>
          <p:cNvSpPr txBox="1"/>
          <p:nvPr/>
        </p:nvSpPr>
        <p:spPr>
          <a:xfrm>
            <a:off x="2908452" y="2243993"/>
            <a:ext cx="186160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{{</a:t>
            </a:r>
            <a:r>
              <a:rPr lang="fr-FR" sz="4000" b="1" dirty="0" err="1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baisse_temperature</a:t>
            </a:r>
            <a:r>
              <a:rPr lang="fr-FR" sz="4000" b="1" dirty="0">
                <a:solidFill>
                  <a:srgbClr val="00206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}}</a:t>
            </a:r>
          </a:p>
        </p:txBody>
      </p:sp>
      <p:pic>
        <p:nvPicPr>
          <p:cNvPr id="8" name="picto_thermometre_baisse_temperature">
            <a:extLst>
              <a:ext uri="{FF2B5EF4-FFF2-40B4-BE49-F238E27FC236}">
                <a16:creationId xmlns:a16="http://schemas.microsoft.com/office/drawing/2014/main" id="{8C67CD90-FD6F-D29F-C16C-E1B92E89FA2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90772" y="2261585"/>
            <a:ext cx="705591" cy="705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40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A72A99C-E15F-6CD3-39F4-5747E50DB9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8566" y="3565278"/>
            <a:ext cx="2924987" cy="530118"/>
          </a:xfrm>
        </p:spPr>
        <p:txBody>
          <a:bodyPr>
            <a:normAutofit/>
          </a:bodyPr>
          <a:lstStyle/>
          <a:p>
            <a:r>
              <a:rPr lang="fr-FR" sz="1400" dirty="0"/>
              <a:t>{{fiche1_titre}}</a:t>
            </a:r>
          </a:p>
        </p:txBody>
      </p:sp>
      <p:pic>
        <p:nvPicPr>
          <p:cNvPr id="5" name="fiche1_image">
            <a:extLst>
              <a:ext uri="{FF2B5EF4-FFF2-40B4-BE49-F238E27FC236}">
                <a16:creationId xmlns:a16="http://schemas.microsoft.com/office/drawing/2014/main" id="{5D7982A6-7118-576E-5274-9B022A908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616" y="1418754"/>
            <a:ext cx="2280889" cy="1973353"/>
          </a:xfrm>
          <a:prstGeom prst="rect">
            <a:avLst/>
          </a:prstGeom>
        </p:spPr>
      </p:pic>
      <p:sp>
        <p:nvSpPr>
          <p:cNvPr id="8" name="Titre 1">
            <a:extLst>
              <a:ext uri="{FF2B5EF4-FFF2-40B4-BE49-F238E27FC236}">
                <a16:creationId xmlns:a16="http://schemas.microsoft.com/office/drawing/2014/main" id="{DFD446A5-1AE0-FC42-6104-416E85007852}"/>
              </a:ext>
            </a:extLst>
          </p:cNvPr>
          <p:cNvSpPr txBox="1">
            <a:spLocks/>
          </p:cNvSpPr>
          <p:nvPr/>
        </p:nvSpPr>
        <p:spPr>
          <a:xfrm>
            <a:off x="10032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{{fiche1_description}}</a:t>
            </a: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D96C96BC-B8F7-C618-B100-303616F41F4F}"/>
              </a:ext>
            </a:extLst>
          </p:cNvPr>
          <p:cNvSpPr txBox="1">
            <a:spLocks/>
          </p:cNvSpPr>
          <p:nvPr/>
        </p:nvSpPr>
        <p:spPr>
          <a:xfrm>
            <a:off x="4733413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{{fiche2_titre}}</a:t>
            </a:r>
          </a:p>
        </p:txBody>
      </p:sp>
      <p:pic>
        <p:nvPicPr>
          <p:cNvPr id="10" name="fiche2_image">
            <a:extLst>
              <a:ext uri="{FF2B5EF4-FFF2-40B4-BE49-F238E27FC236}">
                <a16:creationId xmlns:a16="http://schemas.microsoft.com/office/drawing/2014/main" id="{1B6B780A-A39D-636C-4D64-802525F4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5463" y="1418754"/>
            <a:ext cx="2280889" cy="1973353"/>
          </a:xfrm>
          <a:prstGeom prst="rect">
            <a:avLst/>
          </a:prstGeom>
        </p:spPr>
      </p:pic>
      <p:sp>
        <p:nvSpPr>
          <p:cNvPr id="11" name="Titre 1">
            <a:extLst>
              <a:ext uri="{FF2B5EF4-FFF2-40B4-BE49-F238E27FC236}">
                <a16:creationId xmlns:a16="http://schemas.microsoft.com/office/drawing/2014/main" id="{DF4FAFD1-C5C8-F650-D808-D9A446485065}"/>
              </a:ext>
            </a:extLst>
          </p:cNvPr>
          <p:cNvSpPr txBox="1">
            <a:spLocks/>
          </p:cNvSpPr>
          <p:nvPr/>
        </p:nvSpPr>
        <p:spPr>
          <a:xfrm>
            <a:off x="4598090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 dirty="0"/>
              <a:t>{{fiche2_description}}</a:t>
            </a:r>
          </a:p>
        </p:txBody>
      </p:sp>
      <p:sp>
        <p:nvSpPr>
          <p:cNvPr id="12" name="Titre 1">
            <a:extLst>
              <a:ext uri="{FF2B5EF4-FFF2-40B4-BE49-F238E27FC236}">
                <a16:creationId xmlns:a16="http://schemas.microsoft.com/office/drawing/2014/main" id="{2322BB7D-3CC3-52EC-9176-598B063FF26D}"/>
              </a:ext>
            </a:extLst>
          </p:cNvPr>
          <p:cNvSpPr txBox="1">
            <a:spLocks/>
          </p:cNvSpPr>
          <p:nvPr/>
        </p:nvSpPr>
        <p:spPr>
          <a:xfrm>
            <a:off x="8529966" y="3565278"/>
            <a:ext cx="2924987" cy="53011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400" dirty="0"/>
              <a:t>{{fiche3_titre}}</a:t>
            </a:r>
          </a:p>
        </p:txBody>
      </p:sp>
      <p:pic>
        <p:nvPicPr>
          <p:cNvPr id="13" name="fiche3_image">
            <a:extLst>
              <a:ext uri="{FF2B5EF4-FFF2-40B4-BE49-F238E27FC236}">
                <a16:creationId xmlns:a16="http://schemas.microsoft.com/office/drawing/2014/main" id="{39719801-C60D-A9CB-865F-AA2451EF1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2016" y="1418754"/>
            <a:ext cx="2280889" cy="1973353"/>
          </a:xfrm>
          <a:prstGeom prst="rect">
            <a:avLst/>
          </a:prstGeom>
        </p:spPr>
      </p:pic>
      <p:sp>
        <p:nvSpPr>
          <p:cNvPr id="14" name="Titre 1">
            <a:extLst>
              <a:ext uri="{FF2B5EF4-FFF2-40B4-BE49-F238E27FC236}">
                <a16:creationId xmlns:a16="http://schemas.microsoft.com/office/drawing/2014/main" id="{2B5F9271-D23A-AE1F-9887-C0E8E46B34B2}"/>
              </a:ext>
            </a:extLst>
          </p:cNvPr>
          <p:cNvSpPr txBox="1">
            <a:spLocks/>
          </p:cNvSpPr>
          <p:nvPr/>
        </p:nvSpPr>
        <p:spPr>
          <a:xfrm>
            <a:off x="8394643" y="4268567"/>
            <a:ext cx="3060310" cy="238646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sz="1200"/>
              <a:t>{{fiche3_description}}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40094403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4E2C556-0F82-2AF8-1F6F-094222D119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27178" y="474492"/>
            <a:ext cx="9144000" cy="923761"/>
          </a:xfrm>
        </p:spPr>
        <p:txBody>
          <a:bodyPr/>
          <a:lstStyle/>
          <a:p>
            <a:r>
              <a:rPr lang="fr-FR" dirty="0"/>
              <a:t>Carte LCZ</a:t>
            </a:r>
          </a:p>
        </p:txBody>
      </p:sp>
    </p:spTree>
    <p:extLst>
      <p:ext uri="{BB962C8B-B14F-4D97-AF65-F5344CB8AC3E}">
        <p14:creationId xmlns:p14="http://schemas.microsoft.com/office/powerpoint/2010/main" val="2491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291</TotalTime>
  <Words>145</Words>
  <Application>Microsoft Office PowerPoint</Application>
  <PresentationFormat>Grand écran</PresentationFormat>
  <Paragraphs>23</Paragraphs>
  <Slides>5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Thème Office</vt:lpstr>
      <vt:lpstr>{{nom_projet}}</vt:lpstr>
      <vt:lpstr>Présentation PowerPoint</vt:lpstr>
      <vt:lpstr>Solution {{n°_solution}} : {{titre_fiche_solution}}</vt:lpstr>
      <vt:lpstr>{{fiche1_titre}}</vt:lpstr>
      <vt:lpstr>Carte LCZ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Raphaël Taïeb</dc:creator>
  <cp:lastModifiedBy>Raphaël Taïeb</cp:lastModifiedBy>
  <cp:revision>26</cp:revision>
  <dcterms:created xsi:type="dcterms:W3CDTF">2026-05-22T14:14:17Z</dcterms:created>
  <dcterms:modified xsi:type="dcterms:W3CDTF">2026-08-29T16:33:03Z</dcterms:modified>
</cp:coreProperties>
</file>