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66" r:id="rId4"/>
    <p:sldId id="270" r:id="rId5"/>
    <p:sldId id="274" r:id="rId6"/>
    <p:sldId id="275" r:id="rId7"/>
    <p:sldId id="257" r:id="rId8"/>
    <p:sldId id="258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86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35" y="199707"/>
            <a:ext cx="949579" cy="1119802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/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15195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{{n°_solution}} : {{titre_fiche_solution}}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7633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860182" y="2347002"/>
            <a:ext cx="186160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085069" y="2634521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D631D5E-D07D-9DAE-EAC3-1A5DD2833A15}"/>
              </a:ext>
            </a:extLst>
          </p:cNvPr>
          <p:cNvSpPr txBox="1"/>
          <p:nvPr/>
        </p:nvSpPr>
        <p:spPr>
          <a:xfrm>
            <a:off x="8085069" y="322581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1E5E33C-8CFC-334B-4593-E730FD9EA6B7}"/>
              </a:ext>
            </a:extLst>
          </p:cNvPr>
          <p:cNvSpPr txBox="1"/>
          <p:nvPr/>
        </p:nvSpPr>
        <p:spPr>
          <a:xfrm>
            <a:off x="8082875" y="3804872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7B5A477-60D1-C184-143E-F283CFF41D85}"/>
              </a:ext>
            </a:extLst>
          </p:cNvPr>
          <p:cNvSpPr txBox="1"/>
          <p:nvPr/>
        </p:nvSpPr>
        <p:spPr>
          <a:xfrm>
            <a:off x="8090359" y="438392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E0B2B88-CCE4-F3AD-BB3A-53328832BC06}"/>
              </a:ext>
            </a:extLst>
          </p:cNvPr>
          <p:cNvSpPr txBox="1"/>
          <p:nvPr/>
        </p:nvSpPr>
        <p:spPr>
          <a:xfrm>
            <a:off x="8082875" y="4977224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1" y="2395650"/>
            <a:ext cx="19940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5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5" y="4853531"/>
            <a:ext cx="1944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581955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377409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}}</a:t>
            </a:r>
            <a:endParaRPr lang="fr-FR" dirty="0">
              <a:latin typeface="Aptos" panose="020B0004020202020204" pitchFamily="34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914130"/>
            <a:ext cx="932489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74626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400" b="1" i="0" dirty="0" err="1">
                <a:effectLst/>
                <a:latin typeface="Aptos" panose="020B0004020202020204" pitchFamily="34" charset="0"/>
              </a:rPr>
              <a:t>titre_materiau</a:t>
            </a:r>
            <a:r>
              <a:rPr lang="fr-FR" sz="1400" b="1" i="0" dirty="0">
                <a:effectLst/>
                <a:latin typeface="Aptos" panose="020B0004020202020204" pitchFamily="34" charset="0"/>
              </a:rPr>
              <a:t>}}</a:t>
            </a:r>
            <a:endParaRPr lang="fr-FR" sz="1400" b="1" dirty="0">
              <a:latin typeface="Aptos" panose="020B0004020202020204" pitchFamily="34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538776" y="1974626"/>
            <a:ext cx="1625783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/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554" y="2108376"/>
            <a:ext cx="876038" cy="902585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238962"/>
            <a:ext cx="7173528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1300" dirty="0">
                <a:latin typeface="Aptos"/>
              </a:rPr>
              <a:t>{{</a:t>
            </a:r>
            <a:r>
              <a:rPr lang="fr-FR" sz="1300" dirty="0" err="1">
                <a:latin typeface="Aptos"/>
              </a:rPr>
              <a:t>description_materiau</a:t>
            </a:r>
            <a:r>
              <a:rPr lang="fr-FR" sz="1300" dirty="0">
                <a:latin typeface="Aptos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74034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/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9706989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/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200" b="1" i="0" dirty="0" err="1">
                <a:effectLst/>
                <a:latin typeface="Aptos" panose="020B0004020202020204" pitchFamily="34" charset="0"/>
              </a:rPr>
              <a:t>titre_materiau</a:t>
            </a:r>
            <a:r>
              <a:rPr lang="fr-FR" sz="1200" b="1" i="0" dirty="0">
                <a:effectLst/>
                <a:latin typeface="Aptos" panose="020B0004020202020204" pitchFamily="34" charset="0"/>
              </a:rPr>
              <a:t>}}</a:t>
            </a:r>
            <a:endParaRPr lang="fr-FR" sz="1200" b="1" dirty="0">
              <a:latin typeface="Aptos" panose="020B0004020202020204" pitchFamily="34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/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9706989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200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400" b="1" i="0" dirty="0" err="1">
                <a:effectLst/>
                <a:latin typeface="Aptos" panose="020B0004020202020204" pitchFamily="34" charset="0"/>
              </a:rPr>
              <a:t>titre_fiche_solution</a:t>
            </a:r>
            <a:r>
              <a:rPr lang="fr-FR" sz="1400" b="1" i="0" dirty="0">
                <a:effectLst/>
                <a:latin typeface="Aptos" panose="020B0004020202020204" pitchFamily="34" charset="0"/>
              </a:rPr>
              <a:t>}}</a:t>
            </a:r>
            <a:endParaRPr lang="fr-FR" sz="1400" b="1" dirty="0">
              <a:latin typeface="Aptos" panose="020B0004020202020204" pitchFamily="34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/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05934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000" i="0" dirty="0" err="1">
                <a:effectLst/>
                <a:latin typeface="Aptos" panose="020B0004020202020204" pitchFamily="34" charset="0"/>
              </a:rPr>
              <a:t>quantite_materiau</a:t>
            </a:r>
            <a:r>
              <a:rPr lang="fr-FR" sz="1000" i="0" dirty="0">
                <a:effectLst/>
                <a:latin typeface="Aptos" panose="020B0004020202020204" pitchFamily="34" charset="0"/>
              </a:rPr>
              <a:t>}}</a:t>
            </a:r>
            <a:endParaRPr lang="fr-FR" sz="1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8566" y="3565278"/>
            <a:ext cx="2924987" cy="530118"/>
          </a:xfrm>
        </p:spPr>
        <p:txBody>
          <a:bodyPr>
            <a:normAutofit/>
          </a:bodyPr>
          <a:lstStyle/>
          <a:p>
            <a:r>
              <a:rPr lang="fr-FR" sz="1400" dirty="0"/>
              <a:t>{{fiche1_titre}}</a:t>
            </a:r>
          </a:p>
        </p:txBody>
      </p:sp>
      <p:pic>
        <p:nvPicPr>
          <p:cNvPr id="5" name="fiche1_image">
            <a:extLst>
              <a:ext uri="{FF2B5EF4-FFF2-40B4-BE49-F238E27FC236}">
                <a16:creationId xmlns:a16="http://schemas.microsoft.com/office/drawing/2014/main" id="{5D7982A6-7118-576E-5274-9B022A908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616" y="1418754"/>
            <a:ext cx="2280889" cy="1973353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DFD446A5-1AE0-FC42-6104-416E85007852}"/>
              </a:ext>
            </a:extLst>
          </p:cNvPr>
          <p:cNvSpPr txBox="1">
            <a:spLocks/>
          </p:cNvSpPr>
          <p:nvPr/>
        </p:nvSpPr>
        <p:spPr>
          <a:xfrm>
            <a:off x="10032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{{fiche1_description}}</a:t>
            </a: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D96C96BC-B8F7-C618-B100-303616F41F4F}"/>
              </a:ext>
            </a:extLst>
          </p:cNvPr>
          <p:cNvSpPr txBox="1">
            <a:spLocks/>
          </p:cNvSpPr>
          <p:nvPr/>
        </p:nvSpPr>
        <p:spPr>
          <a:xfrm>
            <a:off x="4733413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{{fiche2_titre}}</a:t>
            </a:r>
          </a:p>
        </p:txBody>
      </p:sp>
      <p:pic>
        <p:nvPicPr>
          <p:cNvPr id="10" name="fiche2_image">
            <a:extLst>
              <a:ext uri="{FF2B5EF4-FFF2-40B4-BE49-F238E27FC236}">
                <a16:creationId xmlns:a16="http://schemas.microsoft.com/office/drawing/2014/main" id="{1B6B780A-A39D-636C-4D64-802525F4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463" y="1418754"/>
            <a:ext cx="2280889" cy="1973353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DF4FAFD1-C5C8-F650-D808-D9A446485065}"/>
              </a:ext>
            </a:extLst>
          </p:cNvPr>
          <p:cNvSpPr txBox="1">
            <a:spLocks/>
          </p:cNvSpPr>
          <p:nvPr/>
        </p:nvSpPr>
        <p:spPr>
          <a:xfrm>
            <a:off x="4598090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{{fiche2_description}}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2322BB7D-3CC3-52EC-9176-598B063FF26D}"/>
              </a:ext>
            </a:extLst>
          </p:cNvPr>
          <p:cNvSpPr txBox="1">
            <a:spLocks/>
          </p:cNvSpPr>
          <p:nvPr/>
        </p:nvSpPr>
        <p:spPr>
          <a:xfrm>
            <a:off x="8529966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{{fiche3_titre}}</a:t>
            </a:r>
          </a:p>
        </p:txBody>
      </p:sp>
      <p:pic>
        <p:nvPicPr>
          <p:cNvPr id="13" name="fiche3_image">
            <a:extLst>
              <a:ext uri="{FF2B5EF4-FFF2-40B4-BE49-F238E27FC236}">
                <a16:creationId xmlns:a16="http://schemas.microsoft.com/office/drawing/2014/main" id="{39719801-C60D-A9CB-865F-AA2451EF1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2016" y="1418754"/>
            <a:ext cx="2280889" cy="1973353"/>
          </a:xfrm>
          <a:prstGeom prst="rect">
            <a:avLst/>
          </a:prstGeom>
        </p:spPr>
      </p:pic>
      <p:sp>
        <p:nvSpPr>
          <p:cNvPr id="14" name="Titre 1">
            <a:extLst>
              <a:ext uri="{FF2B5EF4-FFF2-40B4-BE49-F238E27FC236}">
                <a16:creationId xmlns:a16="http://schemas.microsoft.com/office/drawing/2014/main" id="{2B5F9271-D23A-AE1F-9887-C0E8E46B34B2}"/>
              </a:ext>
            </a:extLst>
          </p:cNvPr>
          <p:cNvSpPr txBox="1">
            <a:spLocks/>
          </p:cNvSpPr>
          <p:nvPr/>
        </p:nvSpPr>
        <p:spPr>
          <a:xfrm>
            <a:off x="83946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/>
              <a:t>{{fiche3_description}}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4009440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4E2C556-0F82-2AF8-1F6F-094222D11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7178" y="474492"/>
            <a:ext cx="9144000" cy="923761"/>
          </a:xfrm>
        </p:spPr>
        <p:txBody>
          <a:bodyPr/>
          <a:lstStyle/>
          <a:p>
            <a:r>
              <a:rPr lang="fr-FR" dirty="0"/>
              <a:t>Carte LCZ</a:t>
            </a:r>
          </a:p>
        </p:txBody>
      </p:sp>
    </p:spTree>
    <p:extLst>
      <p:ext uri="{BB962C8B-B14F-4D97-AF65-F5344CB8AC3E}">
        <p14:creationId xmlns:p14="http://schemas.microsoft.com/office/powerpoint/2010/main" val="24916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1166</TotalTime>
  <Words>371</Words>
  <Application>Microsoft Office PowerPoint</Application>
  <PresentationFormat>Grand écran</PresentationFormat>
  <Paragraphs>58</Paragraphs>
  <Slides>8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{{fiche1_titre}}</vt:lpstr>
      <vt:lpstr>Carte LCZ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107</cp:revision>
  <dcterms:created xsi:type="dcterms:W3CDTF">2026-05-22T14:14:17Z</dcterms:created>
  <dcterms:modified xsi:type="dcterms:W3CDTF">2026-09-09T21:22:19Z</dcterms:modified>
</cp:coreProperties>
</file>