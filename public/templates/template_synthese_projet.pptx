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4" r:id="rId3"/>
    <p:sldId id="266" r:id="rId4"/>
    <p:sldId id="279" r:id="rId5"/>
    <p:sldId id="280" r:id="rId6"/>
    <p:sldId id="270" r:id="rId7"/>
    <p:sldId id="274" r:id="rId8"/>
    <p:sldId id="275" r:id="rId9"/>
    <p:sldId id="278" r:id="rId10"/>
    <p:sldId id="265" r:id="rId11"/>
    <p:sldId id="276" r:id="rId12"/>
    <p:sldId id="277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9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2196</TotalTime>
  <Words>574</Words>
  <Application>Microsoft Office PowerPoint</Application>
  <PresentationFormat>Grand écran</PresentationFormat>
  <Paragraphs>87</Paragraphs>
  <Slides>12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225</cp:revision>
  <dcterms:created xsi:type="dcterms:W3CDTF">2026-05-22T14:14:17Z</dcterms:created>
  <dcterms:modified xsi:type="dcterms:W3CDTF">2026-09-30T15:25:05Z</dcterms:modified>
</cp:coreProperties>
</file>