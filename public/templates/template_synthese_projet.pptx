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6" r:id="rId4"/>
    <p:sldId id="270" r:id="rId5"/>
    <p:sldId id="257" r:id="rId6"/>
    <p:sldId id="258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  <a:p>
            <a:endParaRPr lang="fr-FR" sz="15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832</TotalTime>
  <Words>254</Words>
  <Application>Microsoft Office PowerPoint</Application>
  <PresentationFormat>Grand écran</PresentationFormat>
  <Paragraphs>38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68</cp:revision>
  <dcterms:created xsi:type="dcterms:W3CDTF">2026-05-22T14:14:17Z</dcterms:created>
  <dcterms:modified xsi:type="dcterms:W3CDTF">2026-09-04T13:25:43Z</dcterms:modified>
</cp:coreProperties>
</file>