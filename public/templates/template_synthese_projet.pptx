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4" r:id="rId3"/>
    <p:sldId id="266" r:id="rId4"/>
    <p:sldId id="270" r:id="rId5"/>
    <p:sldId id="274" r:id="rId6"/>
    <p:sldId id="275" r:id="rId7"/>
    <p:sldId id="278" r:id="rId8"/>
    <p:sldId id="265" r:id="rId9"/>
    <p:sldId id="276" r:id="rId10"/>
    <p:sldId id="27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9" y="193063"/>
            <a:ext cx="777534" cy="91691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29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74626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83397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1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947998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Aides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1" name="contour_aide">
            <a:extLst>
              <a:ext uri="{FF2B5EF4-FFF2-40B4-BE49-F238E27FC236}">
                <a16:creationId xmlns:a16="http://schemas.microsoft.com/office/drawing/2014/main" id="{6F190980-5A7F-CFD0-DB5F-2885D8DD4262}"/>
              </a:ext>
            </a:extLst>
          </p:cNvPr>
          <p:cNvSpPr/>
          <p:nvPr/>
        </p:nvSpPr>
        <p:spPr>
          <a:xfrm>
            <a:off x="576263" y="1436010"/>
            <a:ext cx="10581312" cy="1319489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</a:endParaRPr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CA13F4C7-9C9C-5D69-7ABF-29ED7E1E953C}"/>
              </a:ext>
            </a:extLst>
          </p:cNvPr>
          <p:cNvSpPr/>
          <p:nvPr/>
        </p:nvSpPr>
        <p:spPr>
          <a:xfrm>
            <a:off x="759144" y="1527451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900" kern="0" spc="1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aide_type</a:t>
            </a: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759143" y="1710331"/>
            <a:ext cx="99815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Marianne" panose="02000000000000000000" pitchFamily="50" charset="0"/>
              </a:rPr>
              <a:t>{{</a:t>
            </a:r>
            <a:r>
              <a:rPr lang="en-US" sz="1600" b="1" dirty="0" err="1">
                <a:latin typeface="Marianne" panose="02000000000000000000" pitchFamily="50" charset="0"/>
              </a:rPr>
              <a:t>aide_nom</a:t>
            </a:r>
            <a:r>
              <a:rPr lang="en-US" sz="1600" b="1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63CA8282-153C-FA82-28E2-0A7385CED3A7}"/>
              </a:ext>
            </a:extLst>
          </p:cNvPr>
          <p:cNvSpPr/>
          <p:nvPr/>
        </p:nvSpPr>
        <p:spPr>
          <a:xfrm>
            <a:off x="759144" y="2174069"/>
            <a:ext cx="99815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 ·  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8">
            <a:extLst>
              <a:ext uri="{FF2B5EF4-FFF2-40B4-BE49-F238E27FC236}">
                <a16:creationId xmlns:a16="http://schemas.microsoft.com/office/drawing/2014/main" id="{00ED1968-10CF-E3DC-940B-6214BFEF0E99}"/>
              </a:ext>
            </a:extLst>
          </p:cNvPr>
          <p:cNvSpPr/>
          <p:nvPr/>
        </p:nvSpPr>
        <p:spPr>
          <a:xfrm>
            <a:off x="759143" y="2417168"/>
            <a:ext cx="1466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Lien 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vers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 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l’aide</a:t>
            </a:r>
            <a:endParaRPr lang="en-US" sz="1100" dirty="0">
              <a:latin typeface="Marianne" panose="020000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1717</TotalTime>
  <Words>472</Words>
  <Application>Microsoft Office PowerPoint</Application>
  <PresentationFormat>Grand écran</PresentationFormat>
  <Paragraphs>70</Paragraphs>
  <Slides>10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175</cp:revision>
  <dcterms:created xsi:type="dcterms:W3CDTF">2026-05-22T14:14:17Z</dcterms:created>
  <dcterms:modified xsi:type="dcterms:W3CDTF">2026-09-18T13:59:05Z</dcterms:modified>
</cp:coreProperties>
</file>