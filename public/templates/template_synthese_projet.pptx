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5" y="4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11/09/2026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Aptos" panose="020B0004020202020204" pitchFamily="34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000" i="0" dirty="0" err="1">
                <a:effectLst/>
                <a:latin typeface="Aptos" panose="020B0004020202020204" pitchFamily="34" charset="0"/>
              </a:rPr>
              <a:t>quantite_materiau</a:t>
            </a:r>
            <a:r>
              <a:rPr lang="fr-FR" sz="1000" i="0" dirty="0">
                <a:effectLst/>
                <a:latin typeface="Aptos" panose="020B0004020202020204" pitchFamily="34" charset="0"/>
              </a:rPr>
              <a:t>}}</a:t>
            </a:r>
            <a:endParaRPr lang="fr-FR" sz="1000" dirty="0">
              <a:latin typeface="Aptos" panose="020B0004020202020204" pitchFamily="34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Aptos" panose="020B000402020202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/>
              <a:t>Ressources</a:t>
            </a:r>
            <a:r>
              <a:rPr lang="en-US" sz="3200" dirty="0"/>
              <a:t> </a:t>
            </a:r>
            <a:r>
              <a:rPr lang="en-US" sz="3200" dirty="0" err="1"/>
              <a:t>utiles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1452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122</cp:revision>
  <dcterms:created xsi:type="dcterms:W3CDTF">2026-05-22T14:14:17Z</dcterms:created>
  <dcterms:modified xsi:type="dcterms:W3CDTF">2026-09-11T12:06:53Z</dcterms:modified>
</cp:coreProperties>
</file>