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4" r:id="rId3"/>
    <p:sldId id="266" r:id="rId4"/>
    <p:sldId id="257" r:id="rId5"/>
    <p:sldId id="258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33" d="100"/>
          <a:sy n="133" d="100"/>
        </p:scale>
        <p:origin x="37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2.jpeg"/><Relationship Id="rId4" Type="http://schemas.openxmlformats.org/officeDocument/2006/relationships/image" Target="../media/image6.png"/><Relationship Id="rId9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35" y="199707"/>
            <a:ext cx="949579" cy="1119802"/>
          </a:xfrm>
          <a:prstGeom prst="rect">
            <a:avLst/>
          </a:prstGeom>
        </p:spPr>
      </p:pic>
      <p:pic>
        <p:nvPicPr>
          <p:cNvPr id="5" name="Picture 1">
            <a:extLst>
              <a:ext uri="{FF2B5EF4-FFF2-40B4-BE49-F238E27FC236}">
                <a16:creationId xmlns:a16="http://schemas.microsoft.com/office/drawing/2014/main" id="{7E542749-53FE-0587-7981-2109CA078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7627" y="257327"/>
            <a:ext cx="1552051" cy="758533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Aptos" panose="020B00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retenues</a:t>
            </a:r>
            <a:endParaRPr lang="en-US" sz="3733" dirty="0">
              <a:latin typeface="Aptos" panose="020B000402020202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Aptos" panose="020B0004020202020204" pitchFamily="34" charset="0"/>
                <a:cs typeface="Calibri" pitchFamily="34" charset="-12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Aptos" panose="020B0004020202020204" pitchFamily="34" charset="0"/>
                <a:cs typeface="Calibri" pitchFamily="34" charset="-12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Aptos" panose="020B0004020202020204" pitchFamily="34" charset="0"/>
                <a:cs typeface="Calibri" pitchFamily="34" charset="-12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issues de Plus fraîche ma ville (ADEME)</a:t>
            </a:r>
            <a:endParaRPr lang="en-US" sz="1000"/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Solution {{</a:t>
            </a:r>
            <a:r>
              <a:rPr lang="en-US" sz="3200" dirty="0" err="1"/>
              <a:t>n°_solution</a:t>
            </a:r>
            <a:r>
              <a:rPr lang="en-US" sz="3200" dirty="0"/>
              <a:t>}} : {{</a:t>
            </a:r>
            <a:r>
              <a:rPr lang="en-US" sz="3200" dirty="0" err="1"/>
              <a:t>titre_fiche_solution</a:t>
            </a:r>
            <a:r>
              <a:rPr lang="en-US" sz="3200" dirty="0"/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Aptos" panose="020B000402020202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Aptos" panose="020B000402020202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Aptos" panose="020B0004020202020204" pitchFamily="34" charset="0"/>
              </a:rPr>
              <a:t>}}</a:t>
            </a:r>
            <a:endParaRPr lang="fr-FR" sz="2000" dirty="0">
              <a:latin typeface="Aptos" panose="020B000402020202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6" name="Image 35" descr="Une image contenant texte, Police, blanc, logo&#10;&#10;Description générée automatiquement">
            <a:extLst>
              <a:ext uri="{FF2B5EF4-FFF2-40B4-BE49-F238E27FC236}">
                <a16:creationId xmlns:a16="http://schemas.microsoft.com/office/drawing/2014/main" id="{F798593A-5338-9D39-2E02-8827877BA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63" y="2342710"/>
            <a:ext cx="3733800" cy="1104900"/>
          </a:xfrm>
          <a:prstGeom prst="rect">
            <a:avLst/>
          </a:prstGeom>
        </p:spPr>
      </p:pic>
      <p:pic>
        <p:nvPicPr>
          <p:cNvPr id="38" name="Image 37" descr="Une image contenant texte, Police, blanc, conception&#10;&#10;Description générée automatiquement">
            <a:extLst>
              <a:ext uri="{FF2B5EF4-FFF2-40B4-BE49-F238E27FC236}">
                <a16:creationId xmlns:a16="http://schemas.microsoft.com/office/drawing/2014/main" id="{AC226DA6-1EF2-CFAB-8908-AEF5C4E4B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63" y="5375317"/>
            <a:ext cx="3975795" cy="830111"/>
          </a:xfrm>
          <a:prstGeom prst="rect">
            <a:avLst/>
          </a:prstGeom>
        </p:spPr>
      </p:pic>
      <p:pic>
        <p:nvPicPr>
          <p:cNvPr id="40" name="Image 39" descr="Une image contenant texte, Police, blanc, capture d’écran&#10;&#10;Description générée automatiquement">
            <a:extLst>
              <a:ext uri="{FF2B5EF4-FFF2-40B4-BE49-F238E27FC236}">
                <a16:creationId xmlns:a16="http://schemas.microsoft.com/office/drawing/2014/main" id="{A0B7D414-A672-70A2-E902-803986BD58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263" y="4399297"/>
            <a:ext cx="4296189" cy="830111"/>
          </a:xfrm>
          <a:prstGeom prst="rect">
            <a:avLst/>
          </a:prstGeom>
        </p:spPr>
      </p:pic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>
                <a:latin typeface="Calibri" pitchFamily="34" charset="0"/>
                <a:ea typeface="Calibri" pitchFamily="34" charset="-122"/>
                <a:cs typeface="Calibri" pitchFamily="34" charset="-120"/>
              </a:rPr>
              <a:t>Mise </a:t>
            </a:r>
            <a:r>
              <a:rPr lang="en-US" b="1" kern="0" spc="15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b="1" kern="0" spc="150">
                <a:latin typeface="Calibri" pitchFamily="34" charset="0"/>
                <a:ea typeface="Calibri" pitchFamily="34" charset="-122"/>
                <a:cs typeface="Calibri" pitchFamily="34" charset="-120"/>
              </a:rPr>
              <a:t> oeuvre</a:t>
            </a:r>
            <a:endParaRPr lang="en-US"/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Résultat</a:t>
            </a:r>
            <a:r>
              <a:rPr lang="en-US" b="1" kern="0" spc="15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b="1" kern="0" spc="15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attendu</a:t>
            </a:r>
            <a:endParaRPr lang="en-US"/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60805" y="2133066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Cobénéfices</a:t>
            </a:r>
            <a:endParaRPr lang="en-US"/>
          </a:p>
        </p:txBody>
      </p:sp>
      <p:pic>
        <p:nvPicPr>
          <p:cNvPr id="47" name="Image 46" descr="Une image contenant Police, Graphique, logo, conception&#10;&#10;Description générée automatiquement">
            <a:extLst>
              <a:ext uri="{FF2B5EF4-FFF2-40B4-BE49-F238E27FC236}">
                <a16:creationId xmlns:a16="http://schemas.microsoft.com/office/drawing/2014/main" id="{F8CDAE4D-2022-8DF2-D170-E9FBC5B089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3880" y="2669231"/>
            <a:ext cx="3390900" cy="901700"/>
          </a:xfrm>
          <a:prstGeom prst="rect">
            <a:avLst/>
          </a:prstGeom>
        </p:spPr>
      </p:pic>
      <p:pic>
        <p:nvPicPr>
          <p:cNvPr id="49" name="Image 48" descr="Une image contenant Police, texte, conception&#10;&#10;Description générée automatiquement">
            <a:extLst>
              <a:ext uri="{FF2B5EF4-FFF2-40B4-BE49-F238E27FC236}">
                <a16:creationId xmlns:a16="http://schemas.microsoft.com/office/drawing/2014/main" id="{7CA4471C-C514-5126-AA43-C7F2EA3623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6580" y="3519911"/>
            <a:ext cx="3378200" cy="1104900"/>
          </a:xfrm>
          <a:prstGeom prst="rect">
            <a:avLst/>
          </a:prstGeom>
        </p:spPr>
      </p:pic>
      <p:pic>
        <p:nvPicPr>
          <p:cNvPr id="51" name="Image 50" descr="Une image contenant Police, texte, logo, Graphique&#10;&#10;Description générée automatiquement">
            <a:extLst>
              <a:ext uri="{FF2B5EF4-FFF2-40B4-BE49-F238E27FC236}">
                <a16:creationId xmlns:a16="http://schemas.microsoft.com/office/drawing/2014/main" id="{4572FDB4-7972-6868-307C-A0E198A435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8066" y="4619988"/>
            <a:ext cx="3302000" cy="787400"/>
          </a:xfrm>
          <a:prstGeom prst="rect">
            <a:avLst/>
          </a:prstGeom>
        </p:spPr>
      </p:pic>
      <p:pic>
        <p:nvPicPr>
          <p:cNvPr id="53" name="Image 52" descr="Une image contenant Police, Graphique, logo, blanc&#10;&#10;Description générée automatiquement">
            <a:extLst>
              <a:ext uri="{FF2B5EF4-FFF2-40B4-BE49-F238E27FC236}">
                <a16:creationId xmlns:a16="http://schemas.microsoft.com/office/drawing/2014/main" id="{553CA788-F957-E39E-15A9-D1876EB52C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8448" y="5407388"/>
            <a:ext cx="3302000" cy="838200"/>
          </a:xfrm>
          <a:prstGeom prst="rect">
            <a:avLst/>
          </a:prstGeom>
        </p:spPr>
      </p:pic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issues de Plus fraîche ma ville (ADEME)</a:t>
            </a:r>
            <a:endParaRPr lang="en-US" sz="1000"/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8566" y="3565278"/>
            <a:ext cx="2924987" cy="530118"/>
          </a:xfrm>
        </p:spPr>
        <p:txBody>
          <a:bodyPr>
            <a:normAutofit/>
          </a:bodyPr>
          <a:lstStyle/>
          <a:p>
            <a:r>
              <a:rPr lang="fr-FR" sz="1400" dirty="0"/>
              <a:t>{{fiche1_titre}}</a:t>
            </a:r>
          </a:p>
        </p:txBody>
      </p:sp>
      <p:pic>
        <p:nvPicPr>
          <p:cNvPr id="5" name="fiche1_image">
            <a:extLst>
              <a:ext uri="{FF2B5EF4-FFF2-40B4-BE49-F238E27FC236}">
                <a16:creationId xmlns:a16="http://schemas.microsoft.com/office/drawing/2014/main" id="{5D7982A6-7118-576E-5274-9B022A908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616" y="1418754"/>
            <a:ext cx="2280889" cy="1973353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DFD446A5-1AE0-FC42-6104-416E85007852}"/>
              </a:ext>
            </a:extLst>
          </p:cNvPr>
          <p:cNvSpPr txBox="1">
            <a:spLocks/>
          </p:cNvSpPr>
          <p:nvPr/>
        </p:nvSpPr>
        <p:spPr>
          <a:xfrm>
            <a:off x="10032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{{fiche1_description}}</a:t>
            </a: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D96C96BC-B8F7-C618-B100-303616F41F4F}"/>
              </a:ext>
            </a:extLst>
          </p:cNvPr>
          <p:cNvSpPr txBox="1">
            <a:spLocks/>
          </p:cNvSpPr>
          <p:nvPr/>
        </p:nvSpPr>
        <p:spPr>
          <a:xfrm>
            <a:off x="4733413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{{fiche2_titre}}</a:t>
            </a:r>
          </a:p>
        </p:txBody>
      </p:sp>
      <p:pic>
        <p:nvPicPr>
          <p:cNvPr id="10" name="fiche2_image">
            <a:extLst>
              <a:ext uri="{FF2B5EF4-FFF2-40B4-BE49-F238E27FC236}">
                <a16:creationId xmlns:a16="http://schemas.microsoft.com/office/drawing/2014/main" id="{1B6B780A-A39D-636C-4D64-802525F4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463" y="1418754"/>
            <a:ext cx="2280889" cy="1973353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DF4FAFD1-C5C8-F650-D808-D9A446485065}"/>
              </a:ext>
            </a:extLst>
          </p:cNvPr>
          <p:cNvSpPr txBox="1">
            <a:spLocks/>
          </p:cNvSpPr>
          <p:nvPr/>
        </p:nvSpPr>
        <p:spPr>
          <a:xfrm>
            <a:off x="4598090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{{fiche2_description}}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2322BB7D-3CC3-52EC-9176-598B063FF26D}"/>
              </a:ext>
            </a:extLst>
          </p:cNvPr>
          <p:cNvSpPr txBox="1">
            <a:spLocks/>
          </p:cNvSpPr>
          <p:nvPr/>
        </p:nvSpPr>
        <p:spPr>
          <a:xfrm>
            <a:off x="8529966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{{fiche3_titre}}</a:t>
            </a:r>
          </a:p>
        </p:txBody>
      </p:sp>
      <p:pic>
        <p:nvPicPr>
          <p:cNvPr id="13" name="fiche3_image">
            <a:extLst>
              <a:ext uri="{FF2B5EF4-FFF2-40B4-BE49-F238E27FC236}">
                <a16:creationId xmlns:a16="http://schemas.microsoft.com/office/drawing/2014/main" id="{39719801-C60D-A9CB-865F-AA2451EF1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2016" y="1418754"/>
            <a:ext cx="2280889" cy="1973353"/>
          </a:xfrm>
          <a:prstGeom prst="rect">
            <a:avLst/>
          </a:prstGeom>
        </p:spPr>
      </p:pic>
      <p:sp>
        <p:nvSpPr>
          <p:cNvPr id="14" name="Titre 1">
            <a:extLst>
              <a:ext uri="{FF2B5EF4-FFF2-40B4-BE49-F238E27FC236}">
                <a16:creationId xmlns:a16="http://schemas.microsoft.com/office/drawing/2014/main" id="{2B5F9271-D23A-AE1F-9887-C0E8E46B34B2}"/>
              </a:ext>
            </a:extLst>
          </p:cNvPr>
          <p:cNvSpPr txBox="1">
            <a:spLocks/>
          </p:cNvSpPr>
          <p:nvPr/>
        </p:nvSpPr>
        <p:spPr>
          <a:xfrm>
            <a:off x="83946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/>
              <a:t>{{fiche3_description}}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40094403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4E2C556-0F82-2AF8-1F6F-094222D11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7178" y="474492"/>
            <a:ext cx="9144000" cy="923761"/>
          </a:xfrm>
        </p:spPr>
        <p:txBody>
          <a:bodyPr/>
          <a:lstStyle/>
          <a:p>
            <a:r>
              <a:rPr lang="fr-FR" dirty="0"/>
              <a:t>Carte LCZ</a:t>
            </a:r>
          </a:p>
        </p:txBody>
      </p:sp>
    </p:spTree>
    <p:extLst>
      <p:ext uri="{BB962C8B-B14F-4D97-AF65-F5344CB8AC3E}">
        <p14:creationId xmlns:p14="http://schemas.microsoft.com/office/powerpoint/2010/main" val="24916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133</Words>
  <Application>Microsoft Office PowerPoint</Application>
  <PresentationFormat>Grand écran</PresentationFormat>
  <Paragraphs>21</Paragraphs>
  <Slides>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Thème Office</vt:lpstr>
      <vt:lpstr>{{nom_projet}}</vt:lpstr>
      <vt:lpstr>Présentation PowerPoint</vt:lpstr>
      <vt:lpstr>Solution {{n°_solution}} : {{titre_fiche_solution}}</vt:lpstr>
      <vt:lpstr>{{fiche1_titre}}</vt:lpstr>
      <vt:lpstr>Carte LCZ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17</cp:revision>
  <dcterms:created xsi:type="dcterms:W3CDTF">2026-05-22T14:14:17Z</dcterms:created>
  <dcterms:modified xsi:type="dcterms:W3CDTF">2026-08-29T15:34:29Z</dcterms:modified>
</cp:coreProperties>
</file>