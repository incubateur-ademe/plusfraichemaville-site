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57" r:id="rId8"/>
    <p:sldId id="258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09/09/2026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15195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{{n°_solution}} : {{titre_fiche_solution}}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763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860182" y="2347002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085069" y="2634521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6D631D5E-D07D-9DAE-EAC3-1A5DD2833A15}"/>
              </a:ext>
            </a:extLst>
          </p:cNvPr>
          <p:cNvSpPr txBox="1"/>
          <p:nvPr/>
        </p:nvSpPr>
        <p:spPr>
          <a:xfrm>
            <a:off x="8085069" y="322581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1E5E33C-8CFC-334B-4593-E730FD9EA6B7}"/>
              </a:ext>
            </a:extLst>
          </p:cNvPr>
          <p:cNvSpPr txBox="1"/>
          <p:nvPr/>
        </p:nvSpPr>
        <p:spPr>
          <a:xfrm>
            <a:off x="8082875" y="3804872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B5A477-60D1-C184-143E-F283CFF41D85}"/>
              </a:ext>
            </a:extLst>
          </p:cNvPr>
          <p:cNvSpPr txBox="1"/>
          <p:nvPr/>
        </p:nvSpPr>
        <p:spPr>
          <a:xfrm>
            <a:off x="8090359" y="4383927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E0B2B88-CCE4-F3AD-BB3A-53328832BC06}"/>
              </a:ext>
            </a:extLst>
          </p:cNvPr>
          <p:cNvSpPr txBox="1"/>
          <p:nvPr/>
        </p:nvSpPr>
        <p:spPr>
          <a:xfrm>
            <a:off x="8082875" y="4977224"/>
            <a:ext cx="3963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1" y="2395650"/>
            <a:ext cx="1994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5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5" y="4853531"/>
            <a:ext cx="1944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581955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377409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Aptos" panose="020B0004020202020204" pitchFamily="34" charset="0"/>
              </a:rPr>
              <a:t>}}</a:t>
            </a:r>
            <a:endParaRPr lang="fr-FR" dirty="0">
              <a:latin typeface="Aptos" panose="020B0004020202020204" pitchFamily="34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538776" y="1974626"/>
            <a:ext cx="1625783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/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2"/>
            <a:ext cx="7173528" cy="2923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300" dirty="0">
                <a:latin typeface="Aptos"/>
              </a:rPr>
              <a:t>{{</a:t>
            </a:r>
            <a:r>
              <a:rPr lang="fr-FR" sz="1300" dirty="0" err="1">
                <a:latin typeface="Aptos"/>
              </a:rPr>
              <a:t>description_materiau</a:t>
            </a:r>
            <a:r>
              <a:rPr lang="fr-FR" sz="1300" dirty="0">
                <a:latin typeface="Aptos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765181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200" b="1" i="0" dirty="0" err="1">
                <a:effectLst/>
                <a:latin typeface="Aptos" panose="020B0004020202020204" pitchFamily="34" charset="0"/>
              </a:rPr>
              <a:t>titre_materiau</a:t>
            </a:r>
            <a:r>
              <a:rPr lang="fr-FR" sz="1200" b="1" i="0" dirty="0">
                <a:effectLst/>
                <a:latin typeface="Aptos" panose="020B0004020202020204" pitchFamily="34" charset="0"/>
              </a:rPr>
              <a:t>}}</a:t>
            </a:r>
            <a:endParaRPr lang="fr-FR" sz="1200" b="1" dirty="0">
              <a:latin typeface="Aptos" panose="020B0004020202020204" pitchFamily="34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9706989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400" b="1" i="0" dirty="0" err="1">
                <a:effectLst/>
                <a:latin typeface="Aptos" panose="020B0004020202020204" pitchFamily="34" charset="0"/>
              </a:rPr>
              <a:t>titre_fiche_solution</a:t>
            </a:r>
            <a:r>
              <a:rPr lang="fr-FR" sz="1400" b="1" i="0" dirty="0">
                <a:effectLst/>
                <a:latin typeface="Aptos" panose="020B0004020202020204" pitchFamily="34" charset="0"/>
              </a:rPr>
              <a:t>}}</a:t>
            </a:r>
            <a:endParaRPr lang="fr-FR" sz="1400" b="1" dirty="0">
              <a:latin typeface="Aptos" panose="020B0004020202020204" pitchFamily="34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843261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/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05934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Aptos" panose="020B0004020202020204" pitchFamily="34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881645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Aptos" panose="020B0004020202020204" pitchFamily="34" charset="0"/>
              </a:rPr>
              <a:t>{{</a:t>
            </a:r>
            <a:r>
              <a:rPr lang="fr-FR" sz="1000" i="0" dirty="0" err="1">
                <a:effectLst/>
                <a:latin typeface="Aptos" panose="020B0004020202020204" pitchFamily="34" charset="0"/>
              </a:rPr>
              <a:t>quantite_materiau</a:t>
            </a:r>
            <a:r>
              <a:rPr lang="fr-FR" sz="1000" i="0" dirty="0">
                <a:effectLst/>
                <a:latin typeface="Aptos" panose="020B0004020202020204" pitchFamily="34" charset="0"/>
              </a:rPr>
              <a:t>}}</a:t>
            </a:r>
            <a:endParaRPr lang="fr-FR" sz="1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371</Words>
  <Application>Microsoft Office PowerPoint</Application>
  <PresentationFormat>Grand écran</PresentationFormat>
  <Paragraphs>58</Paragraphs>
  <Slides>8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104</cp:revision>
  <dcterms:created xsi:type="dcterms:W3CDTF">2026-05-22T14:14:17Z</dcterms:created>
  <dcterms:modified xsi:type="dcterms:W3CDTF">2026-09-09T20:56:06Z</dcterms:modified>
</cp:coreProperties>
</file>