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57" r:id="rId8"/>
    <p:sldId id="258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15195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{{n°_solution}} : {{titre_fiche_solution}}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549770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27850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666234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000" i="0" dirty="0" err="1">
                <a:effectLst/>
                <a:latin typeface="Aptos" panose="020B0004020202020204" pitchFamily="34" charset="0"/>
              </a:rPr>
              <a:t>quantite_materiau</a:t>
            </a:r>
            <a:r>
              <a:rPr lang="fr-FR" sz="1000" i="0" dirty="0">
                <a:effectLst/>
                <a:latin typeface="Aptos" panose="020B0004020202020204" pitchFamily="34" charset="0"/>
              </a:rPr>
              <a:t>}}</a:t>
            </a:r>
            <a:endParaRPr lang="fr-FR" sz="1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371</Words>
  <Application>Microsoft Office PowerPoint</Application>
  <PresentationFormat>Grand écran</PresentationFormat>
  <Paragraphs>58</Paragraphs>
  <Slides>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105</cp:revision>
  <dcterms:created xsi:type="dcterms:W3CDTF">2026-05-22T14:14:17Z</dcterms:created>
  <dcterms:modified xsi:type="dcterms:W3CDTF">2026-09-09T21:15:52Z</dcterms:modified>
</cp:coreProperties>
</file>